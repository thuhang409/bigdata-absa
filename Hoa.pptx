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diagrams/data2.xml" ContentType="application/vnd.openxmlformats-officedocument.drawingml.diagramData+xml"/>
  <Override PartName="/ppt/diagrams/data1.xml" ContentType="application/vnd.openxmlformats-officedocument.drawingml.diagramData+xml"/>
  <Override PartName="/ppt/slideMasters/slideMaster1.xml" ContentType="application/vnd.openxmlformats-officedocument.presentationml.slideMaster+xml"/>
  <Override PartName="/ppt/notesSlides/notesSlide1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34.xml" ContentType="application/vnd.openxmlformats-officedocument.presentationml.notesSlide+xml"/>
  <Override PartName="/ppt/notesSlides/notesSlide4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360" r:id="rId11"/>
    <p:sldId id="365" r:id="rId12"/>
    <p:sldId id="355" r:id="rId13"/>
    <p:sldId id="266" r:id="rId14"/>
    <p:sldId id="267" r:id="rId15"/>
    <p:sldId id="361" r:id="rId16"/>
    <p:sldId id="335" r:id="rId17"/>
    <p:sldId id="367" r:id="rId18"/>
    <p:sldId id="363" r:id="rId19"/>
    <p:sldId id="337" r:id="rId20"/>
    <p:sldId id="338" r:id="rId21"/>
    <p:sldId id="339" r:id="rId22"/>
    <p:sldId id="359" r:id="rId23"/>
    <p:sldId id="340" r:id="rId24"/>
    <p:sldId id="341" r:id="rId25"/>
    <p:sldId id="343" r:id="rId26"/>
    <p:sldId id="344" r:id="rId27"/>
    <p:sldId id="358" r:id="rId28"/>
    <p:sldId id="345" r:id="rId29"/>
    <p:sldId id="364" r:id="rId30"/>
    <p:sldId id="356" r:id="rId31"/>
    <p:sldId id="357" r:id="rId32"/>
    <p:sldId id="352" r:id="rId33"/>
    <p:sldId id="349" r:id="rId34"/>
    <p:sldId id="353" r:id="rId35"/>
    <p:sldId id="354" r:id="rId36"/>
    <p:sldId id="366" r:id="rId37"/>
    <p:sldId id="348" r:id="rId38"/>
    <p:sldId id="270" r:id="rId39"/>
    <p:sldId id="272" r:id="rId40"/>
    <p:sldId id="347" r:id="rId41"/>
    <p:sldId id="273" r:id="rId42"/>
    <p:sldId id="274" r:id="rId43"/>
    <p:sldId id="275" r:id="rId44"/>
    <p:sldId id="276"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jwavzfGRMsOE/Qk2dKpx3K6Gdh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775" autoAdjust="0"/>
  </p:normalViewPr>
  <p:slideViewPr>
    <p:cSldViewPr snapToGrid="0">
      <p:cViewPr varScale="1">
        <p:scale>
          <a:sx n="98" d="100"/>
          <a:sy n="98" d="100"/>
        </p:scale>
        <p:origin x="274"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DB65C7-5F2D-478B-80EC-D31F6CB7A0B0}" type="doc">
      <dgm:prSet loTypeId="urn:microsoft.com/office/officeart/2005/8/layout/list1" loCatId="list" qsTypeId="urn:microsoft.com/office/officeart/2005/8/quickstyle/simple1" qsCatId="simple" csTypeId="urn:microsoft.com/office/officeart/2005/8/colors/accent4_5" csCatId="accent4" phldr="1"/>
      <dgm:spPr/>
      <dgm:t>
        <a:bodyPr/>
        <a:lstStyle/>
        <a:p>
          <a:endParaRPr lang="en-US"/>
        </a:p>
      </dgm:t>
    </dgm:pt>
    <dgm:pt modelId="{8628AE74-9F39-4708-827A-4062FBC8319E}">
      <dgm:prSet phldrT="[Văn bản]" custT="1"/>
      <dgm:spPr/>
      <dgm:t>
        <a:bodyPr/>
        <a:lstStyle/>
        <a:p>
          <a:pPr>
            <a:buClr>
              <a:schemeClr val="accent5">
                <a:lumMod val="75000"/>
              </a:schemeClr>
            </a:buClr>
            <a:buFont typeface="Courier New" panose="02070309020205020404" pitchFamily="49" charset="0"/>
            <a:buChar char="o"/>
          </a:pPr>
          <a:r>
            <a:rPr lang="en-US" sz="1800" dirty="0">
              <a:solidFill>
                <a:schemeClr val="tx1"/>
              </a:solidFill>
            </a:rPr>
            <a:t>Memory-based:</a:t>
          </a:r>
        </a:p>
      </dgm:t>
    </dgm:pt>
    <dgm:pt modelId="{D5577F32-F7CA-4365-8F81-940F4395B7C7}" type="parTrans" cxnId="{28BCD92A-56CC-4C86-8F9C-5C60DF9374E9}">
      <dgm:prSet/>
      <dgm:spPr/>
      <dgm:t>
        <a:bodyPr/>
        <a:lstStyle/>
        <a:p>
          <a:endParaRPr lang="en-US"/>
        </a:p>
      </dgm:t>
    </dgm:pt>
    <dgm:pt modelId="{287F4988-85C3-4890-A02F-02528A1FFDDE}" type="sibTrans" cxnId="{28BCD92A-56CC-4C86-8F9C-5C60DF9374E9}">
      <dgm:prSet/>
      <dgm:spPr/>
      <dgm:t>
        <a:bodyPr/>
        <a:lstStyle/>
        <a:p>
          <a:endParaRPr lang="en-US"/>
        </a:p>
      </dgm:t>
    </dgm:pt>
    <dgm:pt modelId="{A6F20482-80C5-4101-A7F3-53CD1D2F7B6D}">
      <dgm:prSet phldrT="[Văn bản]" custT="1"/>
      <dgm:spPr/>
      <dgm:t>
        <a:bodyPr/>
        <a:lstStyle/>
        <a:p>
          <a:r>
            <a:rPr lang="en-US" sz="1800" dirty="0">
              <a:solidFill>
                <a:schemeClr val="tx1"/>
              </a:solidFill>
            </a:rPr>
            <a:t>Model-based: Matrix </a:t>
          </a:r>
          <a:r>
            <a:rPr lang="en-US" sz="1800" dirty="0" err="1">
              <a:solidFill>
                <a:schemeClr val="tx1"/>
              </a:solidFill>
            </a:rPr>
            <a:t>Factorisation</a:t>
          </a:r>
          <a:r>
            <a:rPr lang="en-US" sz="1800" dirty="0">
              <a:solidFill>
                <a:schemeClr val="tx1"/>
              </a:solidFill>
            </a:rPr>
            <a:t> ALS</a:t>
          </a:r>
        </a:p>
      </dgm:t>
    </dgm:pt>
    <dgm:pt modelId="{92349052-E4E7-4BA9-A1C9-0B2BB470A28F}" type="parTrans" cxnId="{2F504807-4F06-479D-9D7F-94995F40FCED}">
      <dgm:prSet/>
      <dgm:spPr/>
      <dgm:t>
        <a:bodyPr/>
        <a:lstStyle/>
        <a:p>
          <a:endParaRPr lang="en-US"/>
        </a:p>
      </dgm:t>
    </dgm:pt>
    <dgm:pt modelId="{0A2C3AE6-0CD3-457F-A06E-F725420B7E25}" type="sibTrans" cxnId="{2F504807-4F06-479D-9D7F-94995F40FCED}">
      <dgm:prSet/>
      <dgm:spPr/>
      <dgm:t>
        <a:bodyPr/>
        <a:lstStyle/>
        <a:p>
          <a:endParaRPr lang="en-US"/>
        </a:p>
      </dgm:t>
    </dgm:pt>
    <dgm:pt modelId="{F9757F69-62A2-4AAB-82F5-AC8CCC7D528F}">
      <dgm:prSet phldrT="[Văn bản]" custT="1"/>
      <dgm:spPr/>
      <dgm:t>
        <a:bodyPr/>
        <a:lstStyle/>
        <a:p>
          <a:pPr>
            <a:buClr>
              <a:schemeClr val="accent5">
                <a:lumMod val="75000"/>
              </a:schemeClr>
            </a:buClr>
            <a:buFont typeface="Courier New" panose="02070309020205020404" pitchFamily="49" charset="0"/>
            <a:buChar char="o"/>
          </a:pPr>
          <a:r>
            <a:rPr lang="en-US" sz="1800" dirty="0">
              <a:solidFill>
                <a:schemeClr val="tx1"/>
              </a:solidFill>
            </a:rPr>
            <a:t>User –based </a:t>
          </a:r>
        </a:p>
      </dgm:t>
    </dgm:pt>
    <dgm:pt modelId="{EB2C71BA-C3D4-4D40-827D-BB219AEB422E}" type="parTrans" cxnId="{F4B29324-842B-425D-B121-486BA664ECB3}">
      <dgm:prSet/>
      <dgm:spPr/>
      <dgm:t>
        <a:bodyPr/>
        <a:lstStyle/>
        <a:p>
          <a:endParaRPr lang="en-US"/>
        </a:p>
      </dgm:t>
    </dgm:pt>
    <dgm:pt modelId="{014A8894-FE9B-4FC6-AA9C-A0CFA3319DD6}" type="sibTrans" cxnId="{F4B29324-842B-425D-B121-486BA664ECB3}">
      <dgm:prSet/>
      <dgm:spPr/>
      <dgm:t>
        <a:bodyPr/>
        <a:lstStyle/>
        <a:p>
          <a:endParaRPr lang="en-US"/>
        </a:p>
      </dgm:t>
    </dgm:pt>
    <dgm:pt modelId="{06A00CE3-B5E0-4935-A637-F8FF0A3529F6}">
      <dgm:prSet phldrT="[Văn bản]" custT="1"/>
      <dgm:spPr/>
      <dgm:t>
        <a:bodyPr/>
        <a:lstStyle/>
        <a:p>
          <a:pPr>
            <a:buClr>
              <a:schemeClr val="accent5">
                <a:lumMod val="75000"/>
              </a:schemeClr>
            </a:buClr>
            <a:buFont typeface="Courier New" panose="02070309020205020404" pitchFamily="49" charset="0"/>
            <a:buChar char="o"/>
          </a:pPr>
          <a:r>
            <a:rPr lang="en-US" sz="1800" dirty="0">
              <a:solidFill>
                <a:schemeClr val="tx1"/>
              </a:solidFill>
            </a:rPr>
            <a:t>Item-based (movies)</a:t>
          </a:r>
        </a:p>
      </dgm:t>
    </dgm:pt>
    <dgm:pt modelId="{835ECB80-DD88-49E6-8E5C-6CDF3243AC63}" type="parTrans" cxnId="{678BFC16-E506-4D9F-AB65-F4D1F4F74C44}">
      <dgm:prSet/>
      <dgm:spPr/>
      <dgm:t>
        <a:bodyPr/>
        <a:lstStyle/>
        <a:p>
          <a:endParaRPr lang="en-US"/>
        </a:p>
      </dgm:t>
    </dgm:pt>
    <dgm:pt modelId="{1ECEB997-5463-463D-99B2-5E9A8A63C052}" type="sibTrans" cxnId="{678BFC16-E506-4D9F-AB65-F4D1F4F74C44}">
      <dgm:prSet/>
      <dgm:spPr/>
      <dgm:t>
        <a:bodyPr/>
        <a:lstStyle/>
        <a:p>
          <a:endParaRPr lang="en-US"/>
        </a:p>
      </dgm:t>
    </dgm:pt>
    <dgm:pt modelId="{8483498D-0217-4A73-BA6C-43C60E3733A1}" type="pres">
      <dgm:prSet presAssocID="{74DB65C7-5F2D-478B-80EC-D31F6CB7A0B0}" presName="linear" presStyleCnt="0">
        <dgm:presLayoutVars>
          <dgm:dir/>
          <dgm:animLvl val="lvl"/>
          <dgm:resizeHandles val="exact"/>
        </dgm:presLayoutVars>
      </dgm:prSet>
      <dgm:spPr/>
    </dgm:pt>
    <dgm:pt modelId="{B21CCB6D-777C-491D-84D9-75D459CD851C}" type="pres">
      <dgm:prSet presAssocID="{8628AE74-9F39-4708-827A-4062FBC8319E}" presName="parentLin" presStyleCnt="0"/>
      <dgm:spPr/>
    </dgm:pt>
    <dgm:pt modelId="{01D727BF-4EEC-4054-87A4-06C13759393E}" type="pres">
      <dgm:prSet presAssocID="{8628AE74-9F39-4708-827A-4062FBC8319E}" presName="parentLeftMargin" presStyleLbl="node1" presStyleIdx="0" presStyleCnt="2"/>
      <dgm:spPr/>
    </dgm:pt>
    <dgm:pt modelId="{3DDD3B76-3797-43A6-B4E3-DE0C5D0E9F46}" type="pres">
      <dgm:prSet presAssocID="{8628AE74-9F39-4708-827A-4062FBC8319E}" presName="parentText" presStyleLbl="node1" presStyleIdx="0" presStyleCnt="2" custScaleX="136145" custLinFactNeighborX="-5049" custLinFactNeighborY="4243">
        <dgm:presLayoutVars>
          <dgm:chMax val="0"/>
          <dgm:bulletEnabled val="1"/>
        </dgm:presLayoutVars>
      </dgm:prSet>
      <dgm:spPr/>
    </dgm:pt>
    <dgm:pt modelId="{DC0074E1-7475-4C64-9118-BBC3EDD55E70}" type="pres">
      <dgm:prSet presAssocID="{8628AE74-9F39-4708-827A-4062FBC8319E}" presName="negativeSpace" presStyleCnt="0"/>
      <dgm:spPr/>
    </dgm:pt>
    <dgm:pt modelId="{9C53C2F7-F464-4D62-839D-AA8ECA013B04}" type="pres">
      <dgm:prSet presAssocID="{8628AE74-9F39-4708-827A-4062FBC8319E}" presName="childText" presStyleLbl="conFgAcc1" presStyleIdx="0" presStyleCnt="2">
        <dgm:presLayoutVars>
          <dgm:bulletEnabled val="1"/>
        </dgm:presLayoutVars>
      </dgm:prSet>
      <dgm:spPr/>
    </dgm:pt>
    <dgm:pt modelId="{81281E8A-86FB-495D-956D-8CABF2CFDD34}" type="pres">
      <dgm:prSet presAssocID="{287F4988-85C3-4890-A02F-02528A1FFDDE}" presName="spaceBetweenRectangles" presStyleCnt="0"/>
      <dgm:spPr/>
    </dgm:pt>
    <dgm:pt modelId="{430310B1-0835-4E1D-B42B-2C051667957E}" type="pres">
      <dgm:prSet presAssocID="{A6F20482-80C5-4101-A7F3-53CD1D2F7B6D}" presName="parentLin" presStyleCnt="0"/>
      <dgm:spPr/>
    </dgm:pt>
    <dgm:pt modelId="{04BB65C1-D40A-4A3D-A470-D8987E77E36A}" type="pres">
      <dgm:prSet presAssocID="{A6F20482-80C5-4101-A7F3-53CD1D2F7B6D}" presName="parentLeftMargin" presStyleLbl="node1" presStyleIdx="0" presStyleCnt="2"/>
      <dgm:spPr/>
    </dgm:pt>
    <dgm:pt modelId="{762FE4C2-39F6-456B-BCD6-12779A00244E}" type="pres">
      <dgm:prSet presAssocID="{A6F20482-80C5-4101-A7F3-53CD1D2F7B6D}" presName="parentText" presStyleLbl="node1" presStyleIdx="1" presStyleCnt="2" custScaleX="138648">
        <dgm:presLayoutVars>
          <dgm:chMax val="0"/>
          <dgm:bulletEnabled val="1"/>
        </dgm:presLayoutVars>
      </dgm:prSet>
      <dgm:spPr/>
    </dgm:pt>
    <dgm:pt modelId="{0C636CAB-BE7D-41DD-A183-09AD6FD00DD9}" type="pres">
      <dgm:prSet presAssocID="{A6F20482-80C5-4101-A7F3-53CD1D2F7B6D}" presName="negativeSpace" presStyleCnt="0"/>
      <dgm:spPr/>
    </dgm:pt>
    <dgm:pt modelId="{722DA84C-C7C2-4110-B3E7-C06B41D89A0F}" type="pres">
      <dgm:prSet presAssocID="{A6F20482-80C5-4101-A7F3-53CD1D2F7B6D}" presName="childText" presStyleLbl="conFgAcc1" presStyleIdx="1" presStyleCnt="2" custLinFactNeighborX="-21055" custLinFactNeighborY="-15749">
        <dgm:presLayoutVars>
          <dgm:bulletEnabled val="1"/>
        </dgm:presLayoutVars>
      </dgm:prSet>
      <dgm:spPr/>
    </dgm:pt>
  </dgm:ptLst>
  <dgm:cxnLst>
    <dgm:cxn modelId="{2F504807-4F06-479D-9D7F-94995F40FCED}" srcId="{74DB65C7-5F2D-478B-80EC-D31F6CB7A0B0}" destId="{A6F20482-80C5-4101-A7F3-53CD1D2F7B6D}" srcOrd="1" destOrd="0" parTransId="{92349052-E4E7-4BA9-A1C9-0B2BB470A28F}" sibTransId="{0A2C3AE6-0CD3-457F-A06E-F725420B7E25}"/>
    <dgm:cxn modelId="{678BFC16-E506-4D9F-AB65-F4D1F4F74C44}" srcId="{8628AE74-9F39-4708-827A-4062FBC8319E}" destId="{06A00CE3-B5E0-4935-A637-F8FF0A3529F6}" srcOrd="0" destOrd="0" parTransId="{835ECB80-DD88-49E6-8E5C-6CDF3243AC63}" sibTransId="{1ECEB997-5463-463D-99B2-5E9A8A63C052}"/>
    <dgm:cxn modelId="{1C521E23-C342-410E-A917-BF71AD5CA9BC}" type="presOf" srcId="{F9757F69-62A2-4AAB-82F5-AC8CCC7D528F}" destId="{9C53C2F7-F464-4D62-839D-AA8ECA013B04}" srcOrd="0" destOrd="1" presId="urn:microsoft.com/office/officeart/2005/8/layout/list1"/>
    <dgm:cxn modelId="{F4B29324-842B-425D-B121-486BA664ECB3}" srcId="{8628AE74-9F39-4708-827A-4062FBC8319E}" destId="{F9757F69-62A2-4AAB-82F5-AC8CCC7D528F}" srcOrd="1" destOrd="0" parTransId="{EB2C71BA-C3D4-4D40-827D-BB219AEB422E}" sibTransId="{014A8894-FE9B-4FC6-AA9C-A0CFA3319DD6}"/>
    <dgm:cxn modelId="{EBA12829-1664-4604-AD0C-5B9F4D638236}" type="presOf" srcId="{8628AE74-9F39-4708-827A-4062FBC8319E}" destId="{3DDD3B76-3797-43A6-B4E3-DE0C5D0E9F46}" srcOrd="1" destOrd="0" presId="urn:microsoft.com/office/officeart/2005/8/layout/list1"/>
    <dgm:cxn modelId="{28BCD92A-56CC-4C86-8F9C-5C60DF9374E9}" srcId="{74DB65C7-5F2D-478B-80EC-D31F6CB7A0B0}" destId="{8628AE74-9F39-4708-827A-4062FBC8319E}" srcOrd="0" destOrd="0" parTransId="{D5577F32-F7CA-4365-8F81-940F4395B7C7}" sibTransId="{287F4988-85C3-4890-A02F-02528A1FFDDE}"/>
    <dgm:cxn modelId="{76CEBB48-7B50-4FAE-9651-3E1175CC8C8B}" type="presOf" srcId="{8628AE74-9F39-4708-827A-4062FBC8319E}" destId="{01D727BF-4EEC-4054-87A4-06C13759393E}" srcOrd="0" destOrd="0" presId="urn:microsoft.com/office/officeart/2005/8/layout/list1"/>
    <dgm:cxn modelId="{A2C3176E-DE01-4BB9-832D-777B75B72510}" type="presOf" srcId="{06A00CE3-B5E0-4935-A637-F8FF0A3529F6}" destId="{9C53C2F7-F464-4D62-839D-AA8ECA013B04}" srcOrd="0" destOrd="0" presId="urn:microsoft.com/office/officeart/2005/8/layout/list1"/>
    <dgm:cxn modelId="{3CCC9250-5306-4408-8646-71CD7CA1C05A}" type="presOf" srcId="{A6F20482-80C5-4101-A7F3-53CD1D2F7B6D}" destId="{762FE4C2-39F6-456B-BCD6-12779A00244E}" srcOrd="1" destOrd="0" presId="urn:microsoft.com/office/officeart/2005/8/layout/list1"/>
    <dgm:cxn modelId="{949F85DD-E9E1-484F-93F2-1C1D2F5223B2}" type="presOf" srcId="{74DB65C7-5F2D-478B-80EC-D31F6CB7A0B0}" destId="{8483498D-0217-4A73-BA6C-43C60E3733A1}" srcOrd="0" destOrd="0" presId="urn:microsoft.com/office/officeart/2005/8/layout/list1"/>
    <dgm:cxn modelId="{6B7276DE-9BA1-4265-AA13-B1F7E5F01342}" type="presOf" srcId="{A6F20482-80C5-4101-A7F3-53CD1D2F7B6D}" destId="{04BB65C1-D40A-4A3D-A470-D8987E77E36A}" srcOrd="0" destOrd="0" presId="urn:microsoft.com/office/officeart/2005/8/layout/list1"/>
    <dgm:cxn modelId="{B5EDAAA4-24FF-4085-80D8-258C7E16C1D3}" type="presParOf" srcId="{8483498D-0217-4A73-BA6C-43C60E3733A1}" destId="{B21CCB6D-777C-491D-84D9-75D459CD851C}" srcOrd="0" destOrd="0" presId="urn:microsoft.com/office/officeart/2005/8/layout/list1"/>
    <dgm:cxn modelId="{D7661691-CD00-48D1-BF1F-240F8CC7C1FA}" type="presParOf" srcId="{B21CCB6D-777C-491D-84D9-75D459CD851C}" destId="{01D727BF-4EEC-4054-87A4-06C13759393E}" srcOrd="0" destOrd="0" presId="urn:microsoft.com/office/officeart/2005/8/layout/list1"/>
    <dgm:cxn modelId="{FE1D3781-D156-48C4-9BE7-CA9D1A7A1921}" type="presParOf" srcId="{B21CCB6D-777C-491D-84D9-75D459CD851C}" destId="{3DDD3B76-3797-43A6-B4E3-DE0C5D0E9F46}" srcOrd="1" destOrd="0" presId="urn:microsoft.com/office/officeart/2005/8/layout/list1"/>
    <dgm:cxn modelId="{386421DB-7121-47B7-B962-10D70BD4C977}" type="presParOf" srcId="{8483498D-0217-4A73-BA6C-43C60E3733A1}" destId="{DC0074E1-7475-4C64-9118-BBC3EDD55E70}" srcOrd="1" destOrd="0" presId="urn:microsoft.com/office/officeart/2005/8/layout/list1"/>
    <dgm:cxn modelId="{F4F72591-BB04-49C2-97C4-040AA9C31DB5}" type="presParOf" srcId="{8483498D-0217-4A73-BA6C-43C60E3733A1}" destId="{9C53C2F7-F464-4D62-839D-AA8ECA013B04}" srcOrd="2" destOrd="0" presId="urn:microsoft.com/office/officeart/2005/8/layout/list1"/>
    <dgm:cxn modelId="{090312C0-616A-401A-9E71-962BB89A8F0F}" type="presParOf" srcId="{8483498D-0217-4A73-BA6C-43C60E3733A1}" destId="{81281E8A-86FB-495D-956D-8CABF2CFDD34}" srcOrd="3" destOrd="0" presId="urn:microsoft.com/office/officeart/2005/8/layout/list1"/>
    <dgm:cxn modelId="{6267E704-4678-464E-BDEB-DC6291D6FE14}" type="presParOf" srcId="{8483498D-0217-4A73-BA6C-43C60E3733A1}" destId="{430310B1-0835-4E1D-B42B-2C051667957E}" srcOrd="4" destOrd="0" presId="urn:microsoft.com/office/officeart/2005/8/layout/list1"/>
    <dgm:cxn modelId="{BD2A0711-C1A2-40E6-8127-649D5266649F}" type="presParOf" srcId="{430310B1-0835-4E1D-B42B-2C051667957E}" destId="{04BB65C1-D40A-4A3D-A470-D8987E77E36A}" srcOrd="0" destOrd="0" presId="urn:microsoft.com/office/officeart/2005/8/layout/list1"/>
    <dgm:cxn modelId="{593F9926-ACC1-4EF6-8E06-5D8523F432AE}" type="presParOf" srcId="{430310B1-0835-4E1D-B42B-2C051667957E}" destId="{762FE4C2-39F6-456B-BCD6-12779A00244E}" srcOrd="1" destOrd="0" presId="urn:microsoft.com/office/officeart/2005/8/layout/list1"/>
    <dgm:cxn modelId="{E68AF0EC-CC94-41EC-B296-082136A3861B}" type="presParOf" srcId="{8483498D-0217-4A73-BA6C-43C60E3733A1}" destId="{0C636CAB-BE7D-41DD-A183-09AD6FD00DD9}" srcOrd="5" destOrd="0" presId="urn:microsoft.com/office/officeart/2005/8/layout/list1"/>
    <dgm:cxn modelId="{CBC18FB5-6CE9-47CF-B342-7A2D652995C5}" type="presParOf" srcId="{8483498D-0217-4A73-BA6C-43C60E3733A1}" destId="{722DA84C-C7C2-4110-B3E7-C06B41D89A0F}"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1ACC2A-4001-4969-AABF-AEECE7194A80}" type="doc">
      <dgm:prSet loTypeId="urn:microsoft.com/office/officeart/2008/layout/VerticalCurvedList" loCatId="list" qsTypeId="urn:microsoft.com/office/officeart/2005/8/quickstyle/simple1" qsCatId="simple" csTypeId="urn:microsoft.com/office/officeart/2005/8/colors/accent4_1" csCatId="accent4" phldr="1"/>
      <dgm:spPr/>
      <dgm:t>
        <a:bodyPr/>
        <a:lstStyle/>
        <a:p>
          <a:endParaRPr lang="en-US"/>
        </a:p>
      </dgm:t>
    </dgm:pt>
    <dgm:pt modelId="{BB486267-2C05-4645-B033-F847A36E14C5}">
      <dgm:prSet phldrT="[Văn bản]"/>
      <dgm:spPr/>
      <dgm:t>
        <a:bodyPr/>
        <a:lstStyle/>
        <a:p>
          <a:r>
            <a:rPr lang="en-US" dirty="0"/>
            <a:t>B1. </a:t>
          </a:r>
          <a:r>
            <a:rPr lang="en-US" dirty="0" err="1"/>
            <a:t>Xác</a:t>
          </a:r>
          <a:r>
            <a:rPr lang="en-US" dirty="0"/>
            <a:t> </a:t>
          </a:r>
          <a:r>
            <a:rPr lang="en-US" dirty="0" err="1"/>
            <a:t>định</a:t>
          </a:r>
          <a:r>
            <a:rPr lang="en-US" dirty="0"/>
            <a:t> </a:t>
          </a:r>
          <a:r>
            <a:rPr lang="en-US" dirty="0" err="1"/>
            <a:t>số</a:t>
          </a:r>
          <a:r>
            <a:rPr lang="en-US" dirty="0"/>
            <a:t> user </a:t>
          </a:r>
          <a:r>
            <a:rPr lang="en-US" dirty="0" err="1"/>
            <a:t>đã</a:t>
          </a:r>
          <a:r>
            <a:rPr lang="en-US" dirty="0"/>
            <a:t> </a:t>
          </a:r>
          <a:r>
            <a:rPr lang="en-US" dirty="0" err="1"/>
            <a:t>đánh</a:t>
          </a:r>
          <a:r>
            <a:rPr lang="en-US" dirty="0"/>
            <a:t> </a:t>
          </a:r>
          <a:r>
            <a:rPr lang="en-US" dirty="0" err="1"/>
            <a:t>giá</a:t>
          </a:r>
          <a:r>
            <a:rPr lang="en-US" dirty="0"/>
            <a:t> </a:t>
          </a:r>
          <a:r>
            <a:rPr lang="en-US" dirty="0" err="1"/>
            <a:t>cho</a:t>
          </a:r>
          <a:r>
            <a:rPr lang="en-US" dirty="0"/>
            <a:t> item i1</a:t>
          </a:r>
        </a:p>
      </dgm:t>
    </dgm:pt>
    <dgm:pt modelId="{4F853B96-E202-44B6-991C-195D83B4D301}" type="parTrans" cxnId="{3351FB7F-EAE1-498B-9DDD-8E68261EA4E7}">
      <dgm:prSet/>
      <dgm:spPr/>
      <dgm:t>
        <a:bodyPr/>
        <a:lstStyle/>
        <a:p>
          <a:endParaRPr lang="en-US"/>
        </a:p>
      </dgm:t>
    </dgm:pt>
    <dgm:pt modelId="{CEEE5380-7410-4C86-822A-E5828FB23C2D}" type="sibTrans" cxnId="{3351FB7F-EAE1-498B-9DDD-8E68261EA4E7}">
      <dgm:prSet/>
      <dgm:spPr/>
      <dgm:t>
        <a:bodyPr/>
        <a:lstStyle/>
        <a:p>
          <a:endParaRPr lang="en-US"/>
        </a:p>
      </dgm:t>
    </dgm:pt>
    <dgm:pt modelId="{377D8119-7E75-495E-A745-3905C15D5B7D}">
      <dgm:prSet phldrT="[Văn bản]"/>
      <dgm:spPr/>
      <dgm:t>
        <a:bodyPr/>
        <a:lstStyle/>
        <a:p>
          <a:r>
            <a:rPr lang="en-US" dirty="0"/>
            <a:t>B2. </a:t>
          </a:r>
          <a:r>
            <a:rPr lang="en-US" dirty="0" err="1"/>
            <a:t>Tính</a:t>
          </a:r>
          <a:r>
            <a:rPr lang="en-US" dirty="0"/>
            <a:t> cosine similarity </a:t>
          </a:r>
          <a:r>
            <a:rPr lang="en-US" dirty="0" err="1"/>
            <a:t>của</a:t>
          </a:r>
          <a:r>
            <a:rPr lang="en-US" dirty="0"/>
            <a:t> u1 </a:t>
          </a:r>
          <a:r>
            <a:rPr lang="en-US" dirty="0" err="1"/>
            <a:t>với</a:t>
          </a:r>
          <a:r>
            <a:rPr lang="en-US" dirty="0"/>
            <a:t> </a:t>
          </a:r>
          <a:r>
            <a:rPr lang="en-US" dirty="0" err="1"/>
            <a:t>tất</a:t>
          </a:r>
          <a:r>
            <a:rPr lang="en-US" dirty="0"/>
            <a:t> </a:t>
          </a:r>
          <a:r>
            <a:rPr lang="en-US" dirty="0" err="1"/>
            <a:t>cả</a:t>
          </a:r>
          <a:r>
            <a:rPr lang="en-US" dirty="0"/>
            <a:t> </a:t>
          </a:r>
          <a:r>
            <a:rPr lang="en-US" dirty="0" err="1"/>
            <a:t>các</a:t>
          </a:r>
          <a:r>
            <a:rPr lang="en-US" dirty="0"/>
            <a:t> user </a:t>
          </a:r>
          <a:r>
            <a:rPr lang="en-US" dirty="0" err="1"/>
            <a:t>đó</a:t>
          </a:r>
          <a:r>
            <a:rPr lang="en-US" dirty="0"/>
            <a:t> =&gt; </a:t>
          </a:r>
          <a:r>
            <a:rPr lang="en-US" dirty="0" err="1"/>
            <a:t>tìm</a:t>
          </a:r>
          <a:r>
            <a:rPr lang="en-US" dirty="0"/>
            <a:t> top 2 (</a:t>
          </a:r>
          <a:r>
            <a:rPr lang="en-US" dirty="0" err="1"/>
            <a:t>vd</a:t>
          </a:r>
          <a:r>
            <a:rPr lang="en-US" dirty="0"/>
            <a:t> u0, u5) =&gt; s0, s5</a:t>
          </a:r>
        </a:p>
      </dgm:t>
    </dgm:pt>
    <dgm:pt modelId="{9B6A2040-3274-4B38-9696-F3C87C75DAA6}" type="parTrans" cxnId="{A2AEF760-2065-4DDD-A386-AE61681675EF}">
      <dgm:prSet/>
      <dgm:spPr/>
      <dgm:t>
        <a:bodyPr/>
        <a:lstStyle/>
        <a:p>
          <a:endParaRPr lang="en-US"/>
        </a:p>
      </dgm:t>
    </dgm:pt>
    <dgm:pt modelId="{E5D6B953-1163-4566-A4C3-81CC9BE69B47}" type="sibTrans" cxnId="{A2AEF760-2065-4DDD-A386-AE61681675EF}">
      <dgm:prSet/>
      <dgm:spPr/>
      <dgm:t>
        <a:bodyPr/>
        <a:lstStyle/>
        <a:p>
          <a:endParaRPr lang="en-US"/>
        </a:p>
      </dgm:t>
    </dgm:pt>
    <dgm:pt modelId="{81497A1A-CBB5-4BC4-9E96-FB036ADAABA4}">
      <dgm:prSet phldrT="[Văn bản]"/>
      <dgm:spPr/>
      <dgm:t>
        <a:bodyPr/>
        <a:lstStyle/>
        <a:p>
          <a:r>
            <a:rPr lang="en-US" dirty="0"/>
            <a:t>B3. </a:t>
          </a:r>
          <a:r>
            <a:rPr lang="en-US" dirty="0" err="1"/>
            <a:t>Lấy</a:t>
          </a:r>
          <a:r>
            <a:rPr lang="en-US" dirty="0"/>
            <a:t> rating </a:t>
          </a:r>
          <a:r>
            <a:rPr lang="en-US" dirty="0" err="1"/>
            <a:t>đã</a:t>
          </a:r>
          <a:r>
            <a:rPr lang="en-US" dirty="0"/>
            <a:t> </a:t>
          </a:r>
          <a:r>
            <a:rPr lang="en-US" dirty="0" err="1"/>
            <a:t>chuẩn</a:t>
          </a:r>
          <a:r>
            <a:rPr lang="en-US" dirty="0"/>
            <a:t> </a:t>
          </a:r>
          <a:r>
            <a:rPr lang="en-US" dirty="0" err="1"/>
            <a:t>hóa</a:t>
          </a:r>
          <a:r>
            <a:rPr lang="en-US" dirty="0"/>
            <a:t> ở </a:t>
          </a:r>
          <a:r>
            <a:rPr lang="en-US" dirty="0" err="1"/>
            <a:t>trước</a:t>
          </a:r>
          <a:r>
            <a:rPr lang="en-US" dirty="0"/>
            <a:t> </a:t>
          </a:r>
          <a:r>
            <a:rPr lang="en-US" dirty="0" err="1"/>
            <a:t>là</a:t>
          </a:r>
          <a:r>
            <a:rPr lang="en-US" dirty="0"/>
            <a:t> r0, r5</a:t>
          </a:r>
        </a:p>
      </dgm:t>
    </dgm:pt>
    <dgm:pt modelId="{3AF07CDE-FB55-49FE-8B9B-0E0BB8E5D451}" type="parTrans" cxnId="{7F8981AD-5EA2-4B15-9143-4D8A4EB087B3}">
      <dgm:prSet/>
      <dgm:spPr/>
      <dgm:t>
        <a:bodyPr/>
        <a:lstStyle/>
        <a:p>
          <a:endParaRPr lang="en-US"/>
        </a:p>
      </dgm:t>
    </dgm:pt>
    <dgm:pt modelId="{02F41119-F0C4-4C59-99A8-42549064B743}" type="sibTrans" cxnId="{7F8981AD-5EA2-4B15-9143-4D8A4EB087B3}">
      <dgm:prSet/>
      <dgm:spPr/>
      <dgm:t>
        <a:bodyPr/>
        <a:lstStyle/>
        <a:p>
          <a:endParaRPr lang="en-US"/>
        </a:p>
      </dgm:t>
    </dgm:pt>
    <dgm:pt modelId="{8BADF926-8862-49E6-9B3E-6ED215E97440}">
      <dgm:prSet phldrT="[Văn bản]"/>
      <dgm:spPr/>
      <dgm:t>
        <a:bodyPr/>
        <a:lstStyle/>
        <a:p>
          <a:r>
            <a:rPr lang="en-US" dirty="0"/>
            <a:t>B4. </a:t>
          </a:r>
          <a:r>
            <a:rPr lang="en-US" dirty="0" err="1"/>
            <a:t>Dự</a:t>
          </a:r>
          <a:r>
            <a:rPr lang="en-US" dirty="0"/>
            <a:t> </a:t>
          </a:r>
          <a:r>
            <a:rPr lang="en-US" dirty="0" err="1"/>
            <a:t>đoán</a:t>
          </a:r>
          <a:r>
            <a:rPr lang="en-US" dirty="0"/>
            <a:t> ratings </a:t>
          </a:r>
          <a:r>
            <a:rPr lang="en-US" dirty="0" err="1"/>
            <a:t>theo</a:t>
          </a:r>
          <a:r>
            <a:rPr lang="en-US" dirty="0"/>
            <a:t> </a:t>
          </a:r>
          <a:r>
            <a:rPr lang="en-US" dirty="0" err="1"/>
            <a:t>công</a:t>
          </a:r>
          <a:r>
            <a:rPr lang="en-US" dirty="0"/>
            <a:t> </a:t>
          </a:r>
          <a:r>
            <a:rPr lang="en-US" dirty="0" err="1"/>
            <a:t>thức</a:t>
          </a:r>
          <a:r>
            <a:rPr lang="en-US" dirty="0"/>
            <a:t>…</a:t>
          </a:r>
        </a:p>
      </dgm:t>
    </dgm:pt>
    <dgm:pt modelId="{F0365208-4917-4A9B-A128-9580D8863B25}" type="parTrans" cxnId="{77362895-966C-41E3-A21B-60D506664DEF}">
      <dgm:prSet/>
      <dgm:spPr/>
      <dgm:t>
        <a:bodyPr/>
        <a:lstStyle/>
        <a:p>
          <a:endParaRPr lang="en-US"/>
        </a:p>
      </dgm:t>
    </dgm:pt>
    <dgm:pt modelId="{7ABB38D6-17AB-47C7-8C91-ACDF0652C446}" type="sibTrans" cxnId="{77362895-966C-41E3-A21B-60D506664DEF}">
      <dgm:prSet/>
      <dgm:spPr/>
      <dgm:t>
        <a:bodyPr/>
        <a:lstStyle/>
        <a:p>
          <a:endParaRPr lang="en-US"/>
        </a:p>
      </dgm:t>
    </dgm:pt>
    <dgm:pt modelId="{A62706D6-0D99-4F30-AFAF-2DB6CE96B0C1}" type="pres">
      <dgm:prSet presAssocID="{A21ACC2A-4001-4969-AABF-AEECE7194A80}" presName="Name0" presStyleCnt="0">
        <dgm:presLayoutVars>
          <dgm:chMax val="7"/>
          <dgm:chPref val="7"/>
          <dgm:dir/>
        </dgm:presLayoutVars>
      </dgm:prSet>
      <dgm:spPr/>
    </dgm:pt>
    <dgm:pt modelId="{39A8A54C-D919-466E-A56E-4149B982280A}" type="pres">
      <dgm:prSet presAssocID="{A21ACC2A-4001-4969-AABF-AEECE7194A80}" presName="Name1" presStyleCnt="0"/>
      <dgm:spPr/>
    </dgm:pt>
    <dgm:pt modelId="{79E19525-EEA8-4249-A160-37CB3D52A5F3}" type="pres">
      <dgm:prSet presAssocID="{A21ACC2A-4001-4969-AABF-AEECE7194A80}" presName="cycle" presStyleCnt="0"/>
      <dgm:spPr/>
    </dgm:pt>
    <dgm:pt modelId="{487DE83A-09F6-4757-910F-76FCEC9FDBAB}" type="pres">
      <dgm:prSet presAssocID="{A21ACC2A-4001-4969-AABF-AEECE7194A80}" presName="srcNode" presStyleLbl="node1" presStyleIdx="0" presStyleCnt="4"/>
      <dgm:spPr/>
    </dgm:pt>
    <dgm:pt modelId="{78A8CBFE-B16D-4EA3-AC5C-C50F6971447E}" type="pres">
      <dgm:prSet presAssocID="{A21ACC2A-4001-4969-AABF-AEECE7194A80}" presName="conn" presStyleLbl="parChTrans1D2" presStyleIdx="0" presStyleCnt="1"/>
      <dgm:spPr/>
    </dgm:pt>
    <dgm:pt modelId="{950C1BF9-D858-4F21-9CF8-3E58826D4F28}" type="pres">
      <dgm:prSet presAssocID="{A21ACC2A-4001-4969-AABF-AEECE7194A80}" presName="extraNode" presStyleLbl="node1" presStyleIdx="0" presStyleCnt="4"/>
      <dgm:spPr/>
    </dgm:pt>
    <dgm:pt modelId="{5F455B07-8984-4659-9993-B5589A6B501A}" type="pres">
      <dgm:prSet presAssocID="{A21ACC2A-4001-4969-AABF-AEECE7194A80}" presName="dstNode" presStyleLbl="node1" presStyleIdx="0" presStyleCnt="4"/>
      <dgm:spPr/>
    </dgm:pt>
    <dgm:pt modelId="{5D818C7A-E0D9-4203-876E-398EA33C8948}" type="pres">
      <dgm:prSet presAssocID="{BB486267-2C05-4645-B033-F847A36E14C5}" presName="text_1" presStyleLbl="node1" presStyleIdx="0" presStyleCnt="4">
        <dgm:presLayoutVars>
          <dgm:bulletEnabled val="1"/>
        </dgm:presLayoutVars>
      </dgm:prSet>
      <dgm:spPr/>
    </dgm:pt>
    <dgm:pt modelId="{445C8EA4-C582-4238-9F30-23342C286C27}" type="pres">
      <dgm:prSet presAssocID="{BB486267-2C05-4645-B033-F847A36E14C5}" presName="accent_1" presStyleCnt="0"/>
      <dgm:spPr/>
    </dgm:pt>
    <dgm:pt modelId="{4D753E65-57F6-4852-9B68-5DEB7A08350F}" type="pres">
      <dgm:prSet presAssocID="{BB486267-2C05-4645-B033-F847A36E14C5}" presName="accentRepeatNode" presStyleLbl="solidFgAcc1" presStyleIdx="0" presStyleCnt="4"/>
      <dgm:spPr/>
    </dgm:pt>
    <dgm:pt modelId="{409202D7-658F-41E3-ABD1-C36BA0554A7D}" type="pres">
      <dgm:prSet presAssocID="{377D8119-7E75-495E-A745-3905C15D5B7D}" presName="text_2" presStyleLbl="node1" presStyleIdx="1" presStyleCnt="4">
        <dgm:presLayoutVars>
          <dgm:bulletEnabled val="1"/>
        </dgm:presLayoutVars>
      </dgm:prSet>
      <dgm:spPr/>
    </dgm:pt>
    <dgm:pt modelId="{0BE869F2-7CA6-4131-A04E-4325997BA611}" type="pres">
      <dgm:prSet presAssocID="{377D8119-7E75-495E-A745-3905C15D5B7D}" presName="accent_2" presStyleCnt="0"/>
      <dgm:spPr/>
    </dgm:pt>
    <dgm:pt modelId="{9F632DD3-BB64-4593-BB88-3ECE2009BB65}" type="pres">
      <dgm:prSet presAssocID="{377D8119-7E75-495E-A745-3905C15D5B7D}" presName="accentRepeatNode" presStyleLbl="solidFgAcc1" presStyleIdx="1" presStyleCnt="4"/>
      <dgm:spPr/>
    </dgm:pt>
    <dgm:pt modelId="{CA318CA6-CE3D-47EA-8B57-030F78C979E3}" type="pres">
      <dgm:prSet presAssocID="{81497A1A-CBB5-4BC4-9E96-FB036ADAABA4}" presName="text_3" presStyleLbl="node1" presStyleIdx="2" presStyleCnt="4">
        <dgm:presLayoutVars>
          <dgm:bulletEnabled val="1"/>
        </dgm:presLayoutVars>
      </dgm:prSet>
      <dgm:spPr/>
    </dgm:pt>
    <dgm:pt modelId="{764D22C3-7362-40B9-A1CD-ECF35990411D}" type="pres">
      <dgm:prSet presAssocID="{81497A1A-CBB5-4BC4-9E96-FB036ADAABA4}" presName="accent_3" presStyleCnt="0"/>
      <dgm:spPr/>
    </dgm:pt>
    <dgm:pt modelId="{3BCDD6D4-6983-4C97-8450-D9D2E4F73F13}" type="pres">
      <dgm:prSet presAssocID="{81497A1A-CBB5-4BC4-9E96-FB036ADAABA4}" presName="accentRepeatNode" presStyleLbl="solidFgAcc1" presStyleIdx="2" presStyleCnt="4"/>
      <dgm:spPr/>
    </dgm:pt>
    <dgm:pt modelId="{E844EC0A-4E66-4C14-9C41-20A0FEF24BBD}" type="pres">
      <dgm:prSet presAssocID="{8BADF926-8862-49E6-9B3E-6ED215E97440}" presName="text_4" presStyleLbl="node1" presStyleIdx="3" presStyleCnt="4">
        <dgm:presLayoutVars>
          <dgm:bulletEnabled val="1"/>
        </dgm:presLayoutVars>
      </dgm:prSet>
      <dgm:spPr/>
    </dgm:pt>
    <dgm:pt modelId="{716C71BA-0D6B-4792-A5CD-07331E9273B7}" type="pres">
      <dgm:prSet presAssocID="{8BADF926-8862-49E6-9B3E-6ED215E97440}" presName="accent_4" presStyleCnt="0"/>
      <dgm:spPr/>
    </dgm:pt>
    <dgm:pt modelId="{AB5A0BC4-46AA-4384-8CCE-579686A0ABFF}" type="pres">
      <dgm:prSet presAssocID="{8BADF926-8862-49E6-9B3E-6ED215E97440}" presName="accentRepeatNode" presStyleLbl="solidFgAcc1" presStyleIdx="3" presStyleCnt="4"/>
      <dgm:spPr/>
    </dgm:pt>
  </dgm:ptLst>
  <dgm:cxnLst>
    <dgm:cxn modelId="{52CAAF28-0BD1-4017-9EE5-0BAA54C3913B}" type="presOf" srcId="{377D8119-7E75-495E-A745-3905C15D5B7D}" destId="{409202D7-658F-41E3-ABD1-C36BA0554A7D}" srcOrd="0" destOrd="0" presId="urn:microsoft.com/office/officeart/2008/layout/VerticalCurvedList"/>
    <dgm:cxn modelId="{CC64C15E-D2B9-4094-B0D2-C779728595F6}" type="presOf" srcId="{BB486267-2C05-4645-B033-F847A36E14C5}" destId="{5D818C7A-E0D9-4203-876E-398EA33C8948}" srcOrd="0" destOrd="0" presId="urn:microsoft.com/office/officeart/2008/layout/VerticalCurvedList"/>
    <dgm:cxn modelId="{A2AEF760-2065-4DDD-A386-AE61681675EF}" srcId="{A21ACC2A-4001-4969-AABF-AEECE7194A80}" destId="{377D8119-7E75-495E-A745-3905C15D5B7D}" srcOrd="1" destOrd="0" parTransId="{9B6A2040-3274-4B38-9696-F3C87C75DAA6}" sibTransId="{E5D6B953-1163-4566-A4C3-81CC9BE69B47}"/>
    <dgm:cxn modelId="{FCC35C6C-A44A-434A-9A5E-081060DF29B9}" type="presOf" srcId="{81497A1A-CBB5-4BC4-9E96-FB036ADAABA4}" destId="{CA318CA6-CE3D-47EA-8B57-030F78C979E3}" srcOrd="0" destOrd="0" presId="urn:microsoft.com/office/officeart/2008/layout/VerticalCurvedList"/>
    <dgm:cxn modelId="{3351FB7F-EAE1-498B-9DDD-8E68261EA4E7}" srcId="{A21ACC2A-4001-4969-AABF-AEECE7194A80}" destId="{BB486267-2C05-4645-B033-F847A36E14C5}" srcOrd="0" destOrd="0" parTransId="{4F853B96-E202-44B6-991C-195D83B4D301}" sibTransId="{CEEE5380-7410-4C86-822A-E5828FB23C2D}"/>
    <dgm:cxn modelId="{49F29882-8C55-445E-AD6D-E048AF67EF2E}" type="presOf" srcId="{A21ACC2A-4001-4969-AABF-AEECE7194A80}" destId="{A62706D6-0D99-4F30-AFAF-2DB6CE96B0C1}" srcOrd="0" destOrd="0" presId="urn:microsoft.com/office/officeart/2008/layout/VerticalCurvedList"/>
    <dgm:cxn modelId="{77362895-966C-41E3-A21B-60D506664DEF}" srcId="{A21ACC2A-4001-4969-AABF-AEECE7194A80}" destId="{8BADF926-8862-49E6-9B3E-6ED215E97440}" srcOrd="3" destOrd="0" parTransId="{F0365208-4917-4A9B-A128-9580D8863B25}" sibTransId="{7ABB38D6-17AB-47C7-8C91-ACDF0652C446}"/>
    <dgm:cxn modelId="{8438479F-8FA2-4086-B8F1-399F671B9C11}" type="presOf" srcId="{CEEE5380-7410-4C86-822A-E5828FB23C2D}" destId="{78A8CBFE-B16D-4EA3-AC5C-C50F6971447E}" srcOrd="0" destOrd="0" presId="urn:microsoft.com/office/officeart/2008/layout/VerticalCurvedList"/>
    <dgm:cxn modelId="{7F8981AD-5EA2-4B15-9143-4D8A4EB087B3}" srcId="{A21ACC2A-4001-4969-AABF-AEECE7194A80}" destId="{81497A1A-CBB5-4BC4-9E96-FB036ADAABA4}" srcOrd="2" destOrd="0" parTransId="{3AF07CDE-FB55-49FE-8B9B-0E0BB8E5D451}" sibTransId="{02F41119-F0C4-4C59-99A8-42549064B743}"/>
    <dgm:cxn modelId="{464DAAC6-1B0A-442C-9B9E-D40369139B95}" type="presOf" srcId="{8BADF926-8862-49E6-9B3E-6ED215E97440}" destId="{E844EC0A-4E66-4C14-9C41-20A0FEF24BBD}" srcOrd="0" destOrd="0" presId="urn:microsoft.com/office/officeart/2008/layout/VerticalCurvedList"/>
    <dgm:cxn modelId="{FDC2A915-A963-43F0-9A5D-E6696613D4CE}" type="presParOf" srcId="{A62706D6-0D99-4F30-AFAF-2DB6CE96B0C1}" destId="{39A8A54C-D919-466E-A56E-4149B982280A}" srcOrd="0" destOrd="0" presId="urn:microsoft.com/office/officeart/2008/layout/VerticalCurvedList"/>
    <dgm:cxn modelId="{30B1243B-CF84-4B3C-BC4F-BA1087182A8F}" type="presParOf" srcId="{39A8A54C-D919-466E-A56E-4149B982280A}" destId="{79E19525-EEA8-4249-A160-37CB3D52A5F3}" srcOrd="0" destOrd="0" presId="urn:microsoft.com/office/officeart/2008/layout/VerticalCurvedList"/>
    <dgm:cxn modelId="{A1DA5ADC-022B-468F-A6AD-0B8DAC6886E9}" type="presParOf" srcId="{79E19525-EEA8-4249-A160-37CB3D52A5F3}" destId="{487DE83A-09F6-4757-910F-76FCEC9FDBAB}" srcOrd="0" destOrd="0" presId="urn:microsoft.com/office/officeart/2008/layout/VerticalCurvedList"/>
    <dgm:cxn modelId="{E591AA83-75D4-426F-8DE3-B99568796A0A}" type="presParOf" srcId="{79E19525-EEA8-4249-A160-37CB3D52A5F3}" destId="{78A8CBFE-B16D-4EA3-AC5C-C50F6971447E}" srcOrd="1" destOrd="0" presId="urn:microsoft.com/office/officeart/2008/layout/VerticalCurvedList"/>
    <dgm:cxn modelId="{EC3B42DA-B9B2-4AFD-A0B9-30F6C17285FF}" type="presParOf" srcId="{79E19525-EEA8-4249-A160-37CB3D52A5F3}" destId="{950C1BF9-D858-4F21-9CF8-3E58826D4F28}" srcOrd="2" destOrd="0" presId="urn:microsoft.com/office/officeart/2008/layout/VerticalCurvedList"/>
    <dgm:cxn modelId="{D33B8537-D149-4BB7-9B4C-8C86E0E2E3BF}" type="presParOf" srcId="{79E19525-EEA8-4249-A160-37CB3D52A5F3}" destId="{5F455B07-8984-4659-9993-B5589A6B501A}" srcOrd="3" destOrd="0" presId="urn:microsoft.com/office/officeart/2008/layout/VerticalCurvedList"/>
    <dgm:cxn modelId="{C50C85CD-F6A6-4595-9711-59C4668F9C8C}" type="presParOf" srcId="{39A8A54C-D919-466E-A56E-4149B982280A}" destId="{5D818C7A-E0D9-4203-876E-398EA33C8948}" srcOrd="1" destOrd="0" presId="urn:microsoft.com/office/officeart/2008/layout/VerticalCurvedList"/>
    <dgm:cxn modelId="{4EB100D5-F226-4D82-AC54-54D4128CDC15}" type="presParOf" srcId="{39A8A54C-D919-466E-A56E-4149B982280A}" destId="{445C8EA4-C582-4238-9F30-23342C286C27}" srcOrd="2" destOrd="0" presId="urn:microsoft.com/office/officeart/2008/layout/VerticalCurvedList"/>
    <dgm:cxn modelId="{1872B96A-7AFE-46DB-B2D7-94F91B92C231}" type="presParOf" srcId="{445C8EA4-C582-4238-9F30-23342C286C27}" destId="{4D753E65-57F6-4852-9B68-5DEB7A08350F}" srcOrd="0" destOrd="0" presId="urn:microsoft.com/office/officeart/2008/layout/VerticalCurvedList"/>
    <dgm:cxn modelId="{14114D13-71A8-46CD-9100-DCDD0F6379E0}" type="presParOf" srcId="{39A8A54C-D919-466E-A56E-4149B982280A}" destId="{409202D7-658F-41E3-ABD1-C36BA0554A7D}" srcOrd="3" destOrd="0" presId="urn:microsoft.com/office/officeart/2008/layout/VerticalCurvedList"/>
    <dgm:cxn modelId="{1851897B-C29D-49E1-8F49-5B4D9010BF02}" type="presParOf" srcId="{39A8A54C-D919-466E-A56E-4149B982280A}" destId="{0BE869F2-7CA6-4131-A04E-4325997BA611}" srcOrd="4" destOrd="0" presId="urn:microsoft.com/office/officeart/2008/layout/VerticalCurvedList"/>
    <dgm:cxn modelId="{0DAB021F-7704-4721-AF52-142D3A4F73FA}" type="presParOf" srcId="{0BE869F2-7CA6-4131-A04E-4325997BA611}" destId="{9F632DD3-BB64-4593-BB88-3ECE2009BB65}" srcOrd="0" destOrd="0" presId="urn:microsoft.com/office/officeart/2008/layout/VerticalCurvedList"/>
    <dgm:cxn modelId="{2EA6984A-D268-4D48-808C-E7562B44696D}" type="presParOf" srcId="{39A8A54C-D919-466E-A56E-4149B982280A}" destId="{CA318CA6-CE3D-47EA-8B57-030F78C979E3}" srcOrd="5" destOrd="0" presId="urn:microsoft.com/office/officeart/2008/layout/VerticalCurvedList"/>
    <dgm:cxn modelId="{2E9581F5-9C2C-4B5E-A855-634510FF7807}" type="presParOf" srcId="{39A8A54C-D919-466E-A56E-4149B982280A}" destId="{764D22C3-7362-40B9-A1CD-ECF35990411D}" srcOrd="6" destOrd="0" presId="urn:microsoft.com/office/officeart/2008/layout/VerticalCurvedList"/>
    <dgm:cxn modelId="{87B4B959-FD23-4AC5-9B9B-5F7D9F6B8BDD}" type="presParOf" srcId="{764D22C3-7362-40B9-A1CD-ECF35990411D}" destId="{3BCDD6D4-6983-4C97-8450-D9D2E4F73F13}" srcOrd="0" destOrd="0" presId="urn:microsoft.com/office/officeart/2008/layout/VerticalCurvedList"/>
    <dgm:cxn modelId="{DEC1DAFB-C280-438F-BDD9-608DAB1C87A0}" type="presParOf" srcId="{39A8A54C-D919-466E-A56E-4149B982280A}" destId="{E844EC0A-4E66-4C14-9C41-20A0FEF24BBD}" srcOrd="7" destOrd="0" presId="urn:microsoft.com/office/officeart/2008/layout/VerticalCurvedList"/>
    <dgm:cxn modelId="{18DDC5C9-254C-4C90-97BB-2A0C329FEFD2}" type="presParOf" srcId="{39A8A54C-D919-466E-A56E-4149B982280A}" destId="{716C71BA-0D6B-4792-A5CD-07331E9273B7}" srcOrd="8" destOrd="0" presId="urn:microsoft.com/office/officeart/2008/layout/VerticalCurvedList"/>
    <dgm:cxn modelId="{B8A4F0BC-7C7D-4B3A-8601-96BBF3B1215A}" type="presParOf" srcId="{716C71BA-0D6B-4792-A5CD-07331E9273B7}" destId="{AB5A0BC4-46AA-4384-8CCE-579686A0ABF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53C2F7-F464-4D62-839D-AA8ECA013B04}">
      <dsp:nvSpPr>
        <dsp:cNvPr id="0" name=""/>
        <dsp:cNvSpPr/>
      </dsp:nvSpPr>
      <dsp:spPr>
        <a:xfrm>
          <a:off x="0" y="375956"/>
          <a:ext cx="4981688" cy="1122975"/>
        </a:xfrm>
        <a:prstGeom prst="rect">
          <a:avLst/>
        </a:prstGeom>
        <a:solidFill>
          <a:schemeClr val="lt1">
            <a:alpha val="90000"/>
            <a:hueOff val="0"/>
            <a:satOff val="0"/>
            <a:lumOff val="0"/>
            <a:alphaOff val="0"/>
          </a:schemeClr>
        </a:solidFill>
        <a:ln w="25400" cap="flat" cmpd="sng" algn="ctr">
          <a:solidFill>
            <a:schemeClr val="accent4">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6634" tIns="479044" rIns="386634" bIns="128016" numCol="1" spcCol="1270" anchor="t" anchorCtr="0">
          <a:noAutofit/>
        </a:bodyPr>
        <a:lstStyle/>
        <a:p>
          <a:pPr marL="171450" lvl="1" indent="-171450" algn="l" defTabSz="800100">
            <a:lnSpc>
              <a:spcPct val="90000"/>
            </a:lnSpc>
            <a:spcBef>
              <a:spcPct val="0"/>
            </a:spcBef>
            <a:spcAft>
              <a:spcPct val="15000"/>
            </a:spcAft>
            <a:buClr>
              <a:schemeClr val="accent5">
                <a:lumMod val="75000"/>
              </a:schemeClr>
            </a:buClr>
            <a:buFont typeface="Courier New" panose="02070309020205020404" pitchFamily="49" charset="0"/>
            <a:buChar char="o"/>
          </a:pPr>
          <a:r>
            <a:rPr lang="en-US" sz="1800" kern="1200" dirty="0">
              <a:solidFill>
                <a:schemeClr val="tx1"/>
              </a:solidFill>
            </a:rPr>
            <a:t>Item-based (movies)</a:t>
          </a:r>
        </a:p>
        <a:p>
          <a:pPr marL="171450" lvl="1" indent="-171450" algn="l" defTabSz="800100">
            <a:lnSpc>
              <a:spcPct val="90000"/>
            </a:lnSpc>
            <a:spcBef>
              <a:spcPct val="0"/>
            </a:spcBef>
            <a:spcAft>
              <a:spcPct val="15000"/>
            </a:spcAft>
            <a:buClr>
              <a:schemeClr val="accent5">
                <a:lumMod val="75000"/>
              </a:schemeClr>
            </a:buClr>
            <a:buFont typeface="Courier New" panose="02070309020205020404" pitchFamily="49" charset="0"/>
            <a:buChar char="o"/>
          </a:pPr>
          <a:r>
            <a:rPr lang="en-US" sz="1800" kern="1200" dirty="0">
              <a:solidFill>
                <a:schemeClr val="tx1"/>
              </a:solidFill>
            </a:rPr>
            <a:t>User –based </a:t>
          </a:r>
        </a:p>
      </dsp:txBody>
      <dsp:txXfrm>
        <a:off x="0" y="375956"/>
        <a:ext cx="4981688" cy="1122975"/>
      </dsp:txXfrm>
    </dsp:sp>
    <dsp:sp modelId="{3DDD3B76-3797-43A6-B4E3-DE0C5D0E9F46}">
      <dsp:nvSpPr>
        <dsp:cNvPr id="0" name=""/>
        <dsp:cNvSpPr/>
      </dsp:nvSpPr>
      <dsp:spPr>
        <a:xfrm>
          <a:off x="235584" y="65285"/>
          <a:ext cx="4729077" cy="678960"/>
        </a:xfrm>
        <a:prstGeom prst="roundRect">
          <a:avLst/>
        </a:prstGeom>
        <a:solidFill>
          <a:schemeClr val="accent4">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1807" tIns="0" rIns="131807" bIns="0" numCol="1" spcCol="1270" anchor="ctr" anchorCtr="0">
          <a:noAutofit/>
        </a:bodyPr>
        <a:lstStyle/>
        <a:p>
          <a:pPr marL="0" lvl="0" indent="0" algn="l" defTabSz="800100">
            <a:lnSpc>
              <a:spcPct val="90000"/>
            </a:lnSpc>
            <a:spcBef>
              <a:spcPct val="0"/>
            </a:spcBef>
            <a:spcAft>
              <a:spcPct val="35000"/>
            </a:spcAft>
            <a:buClr>
              <a:schemeClr val="accent5">
                <a:lumMod val="75000"/>
              </a:schemeClr>
            </a:buClr>
            <a:buFont typeface="Courier New" panose="02070309020205020404" pitchFamily="49" charset="0"/>
            <a:buNone/>
          </a:pPr>
          <a:r>
            <a:rPr lang="en-US" sz="1800" kern="1200" dirty="0">
              <a:solidFill>
                <a:schemeClr val="tx1"/>
              </a:solidFill>
            </a:rPr>
            <a:t>Memory-based:</a:t>
          </a:r>
        </a:p>
      </dsp:txBody>
      <dsp:txXfrm>
        <a:off x="268728" y="98429"/>
        <a:ext cx="4662789" cy="612672"/>
      </dsp:txXfrm>
    </dsp:sp>
    <dsp:sp modelId="{722DA84C-C7C2-4110-B3E7-C06B41D89A0F}">
      <dsp:nvSpPr>
        <dsp:cNvPr id="0" name=""/>
        <dsp:cNvSpPr/>
      </dsp:nvSpPr>
      <dsp:spPr>
        <a:xfrm>
          <a:off x="0" y="1909147"/>
          <a:ext cx="4981688" cy="579600"/>
        </a:xfrm>
        <a:prstGeom prst="rect">
          <a:avLst/>
        </a:prstGeom>
        <a:solidFill>
          <a:schemeClr val="lt1">
            <a:alpha val="90000"/>
            <a:hueOff val="0"/>
            <a:satOff val="0"/>
            <a:lumOff val="0"/>
            <a:alphaOff val="0"/>
          </a:schemeClr>
        </a:solidFill>
        <a:ln w="25400" cap="flat" cmpd="sng" algn="ctr">
          <a:solidFill>
            <a:schemeClr val="accent4">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dsp:style>
    </dsp:sp>
    <dsp:sp modelId="{762FE4C2-39F6-456B-BCD6-12779A00244E}">
      <dsp:nvSpPr>
        <dsp:cNvPr id="0" name=""/>
        <dsp:cNvSpPr/>
      </dsp:nvSpPr>
      <dsp:spPr>
        <a:xfrm>
          <a:off x="243976" y="1623132"/>
          <a:ext cx="4735754" cy="678960"/>
        </a:xfrm>
        <a:prstGeom prst="roundRect">
          <a:avLst/>
        </a:prstGeom>
        <a:solidFill>
          <a:schemeClr val="accent4">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1807" tIns="0" rIns="131807"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Model-based: Matrix </a:t>
          </a:r>
          <a:r>
            <a:rPr lang="en-US" sz="1800" kern="1200" dirty="0" err="1">
              <a:solidFill>
                <a:schemeClr val="tx1"/>
              </a:solidFill>
            </a:rPr>
            <a:t>Factorisation</a:t>
          </a:r>
          <a:r>
            <a:rPr lang="en-US" sz="1800" kern="1200" dirty="0">
              <a:solidFill>
                <a:schemeClr val="tx1"/>
              </a:solidFill>
            </a:rPr>
            <a:t> ALS</a:t>
          </a:r>
        </a:p>
      </dsp:txBody>
      <dsp:txXfrm>
        <a:off x="277120" y="1656276"/>
        <a:ext cx="4669466"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A8CBFE-B16D-4EA3-AC5C-C50F6971447E}">
      <dsp:nvSpPr>
        <dsp:cNvPr id="0" name=""/>
        <dsp:cNvSpPr/>
      </dsp:nvSpPr>
      <dsp:spPr>
        <a:xfrm>
          <a:off x="-3156692" y="-485848"/>
          <a:ext cx="3764999" cy="3764999"/>
        </a:xfrm>
        <a:prstGeom prst="blockArc">
          <a:avLst>
            <a:gd name="adj1" fmla="val 18900000"/>
            <a:gd name="adj2" fmla="val 2700000"/>
            <a:gd name="adj3" fmla="val 574"/>
          </a:avLst>
        </a:prstGeom>
        <a:noFill/>
        <a:ln w="25400"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818C7A-E0D9-4203-876E-398EA33C8948}">
      <dsp:nvSpPr>
        <dsp:cNvPr id="0" name=""/>
        <dsp:cNvSpPr/>
      </dsp:nvSpPr>
      <dsp:spPr>
        <a:xfrm>
          <a:off x="319073" y="214749"/>
          <a:ext cx="4520123" cy="429721"/>
        </a:xfrm>
        <a:prstGeom prst="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092"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B1. </a:t>
          </a:r>
          <a:r>
            <a:rPr lang="en-US" sz="1300" kern="1200" dirty="0" err="1"/>
            <a:t>Xác</a:t>
          </a:r>
          <a:r>
            <a:rPr lang="en-US" sz="1300" kern="1200" dirty="0"/>
            <a:t> </a:t>
          </a:r>
          <a:r>
            <a:rPr lang="en-US" sz="1300" kern="1200" dirty="0" err="1"/>
            <a:t>định</a:t>
          </a:r>
          <a:r>
            <a:rPr lang="en-US" sz="1300" kern="1200" dirty="0"/>
            <a:t> </a:t>
          </a:r>
          <a:r>
            <a:rPr lang="en-US" sz="1300" kern="1200" dirty="0" err="1"/>
            <a:t>số</a:t>
          </a:r>
          <a:r>
            <a:rPr lang="en-US" sz="1300" kern="1200" dirty="0"/>
            <a:t> user </a:t>
          </a:r>
          <a:r>
            <a:rPr lang="en-US" sz="1300" kern="1200" dirty="0" err="1"/>
            <a:t>đã</a:t>
          </a:r>
          <a:r>
            <a:rPr lang="en-US" sz="1300" kern="1200" dirty="0"/>
            <a:t> </a:t>
          </a:r>
          <a:r>
            <a:rPr lang="en-US" sz="1300" kern="1200" dirty="0" err="1"/>
            <a:t>đánh</a:t>
          </a:r>
          <a:r>
            <a:rPr lang="en-US" sz="1300" kern="1200" dirty="0"/>
            <a:t> </a:t>
          </a:r>
          <a:r>
            <a:rPr lang="en-US" sz="1300" kern="1200" dirty="0" err="1"/>
            <a:t>giá</a:t>
          </a:r>
          <a:r>
            <a:rPr lang="en-US" sz="1300" kern="1200" dirty="0"/>
            <a:t> </a:t>
          </a:r>
          <a:r>
            <a:rPr lang="en-US" sz="1300" kern="1200" dirty="0" err="1"/>
            <a:t>cho</a:t>
          </a:r>
          <a:r>
            <a:rPr lang="en-US" sz="1300" kern="1200" dirty="0"/>
            <a:t> item i1</a:t>
          </a:r>
        </a:p>
      </dsp:txBody>
      <dsp:txXfrm>
        <a:off x="319073" y="214749"/>
        <a:ext cx="4520123" cy="429721"/>
      </dsp:txXfrm>
    </dsp:sp>
    <dsp:sp modelId="{4D753E65-57F6-4852-9B68-5DEB7A08350F}">
      <dsp:nvSpPr>
        <dsp:cNvPr id="0" name=""/>
        <dsp:cNvSpPr/>
      </dsp:nvSpPr>
      <dsp:spPr>
        <a:xfrm>
          <a:off x="50497" y="161033"/>
          <a:ext cx="537152" cy="537152"/>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9202D7-658F-41E3-ABD1-C36BA0554A7D}">
      <dsp:nvSpPr>
        <dsp:cNvPr id="0" name=""/>
        <dsp:cNvSpPr/>
      </dsp:nvSpPr>
      <dsp:spPr>
        <a:xfrm>
          <a:off x="565442" y="859443"/>
          <a:ext cx="4273753" cy="429721"/>
        </a:xfrm>
        <a:prstGeom prst="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092"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B2. </a:t>
          </a:r>
          <a:r>
            <a:rPr lang="en-US" sz="1300" kern="1200" dirty="0" err="1"/>
            <a:t>Tính</a:t>
          </a:r>
          <a:r>
            <a:rPr lang="en-US" sz="1300" kern="1200" dirty="0"/>
            <a:t> cosine similarity </a:t>
          </a:r>
          <a:r>
            <a:rPr lang="en-US" sz="1300" kern="1200" dirty="0" err="1"/>
            <a:t>của</a:t>
          </a:r>
          <a:r>
            <a:rPr lang="en-US" sz="1300" kern="1200" dirty="0"/>
            <a:t> u1 </a:t>
          </a:r>
          <a:r>
            <a:rPr lang="en-US" sz="1300" kern="1200" dirty="0" err="1"/>
            <a:t>với</a:t>
          </a:r>
          <a:r>
            <a:rPr lang="en-US" sz="1300" kern="1200" dirty="0"/>
            <a:t> </a:t>
          </a:r>
          <a:r>
            <a:rPr lang="en-US" sz="1300" kern="1200" dirty="0" err="1"/>
            <a:t>tất</a:t>
          </a:r>
          <a:r>
            <a:rPr lang="en-US" sz="1300" kern="1200" dirty="0"/>
            <a:t> </a:t>
          </a:r>
          <a:r>
            <a:rPr lang="en-US" sz="1300" kern="1200" dirty="0" err="1"/>
            <a:t>cả</a:t>
          </a:r>
          <a:r>
            <a:rPr lang="en-US" sz="1300" kern="1200" dirty="0"/>
            <a:t> </a:t>
          </a:r>
          <a:r>
            <a:rPr lang="en-US" sz="1300" kern="1200" dirty="0" err="1"/>
            <a:t>các</a:t>
          </a:r>
          <a:r>
            <a:rPr lang="en-US" sz="1300" kern="1200" dirty="0"/>
            <a:t> user </a:t>
          </a:r>
          <a:r>
            <a:rPr lang="en-US" sz="1300" kern="1200" dirty="0" err="1"/>
            <a:t>đó</a:t>
          </a:r>
          <a:r>
            <a:rPr lang="en-US" sz="1300" kern="1200" dirty="0"/>
            <a:t> =&gt; </a:t>
          </a:r>
          <a:r>
            <a:rPr lang="en-US" sz="1300" kern="1200" dirty="0" err="1"/>
            <a:t>tìm</a:t>
          </a:r>
          <a:r>
            <a:rPr lang="en-US" sz="1300" kern="1200" dirty="0"/>
            <a:t> top 2 (</a:t>
          </a:r>
          <a:r>
            <a:rPr lang="en-US" sz="1300" kern="1200" dirty="0" err="1"/>
            <a:t>vd</a:t>
          </a:r>
          <a:r>
            <a:rPr lang="en-US" sz="1300" kern="1200" dirty="0"/>
            <a:t> u0, u5) =&gt; s0, s5</a:t>
          </a:r>
        </a:p>
      </dsp:txBody>
      <dsp:txXfrm>
        <a:off x="565442" y="859443"/>
        <a:ext cx="4273753" cy="429721"/>
      </dsp:txXfrm>
    </dsp:sp>
    <dsp:sp modelId="{9F632DD3-BB64-4593-BB88-3ECE2009BB65}">
      <dsp:nvSpPr>
        <dsp:cNvPr id="0" name=""/>
        <dsp:cNvSpPr/>
      </dsp:nvSpPr>
      <dsp:spPr>
        <a:xfrm>
          <a:off x="296866" y="805728"/>
          <a:ext cx="537152" cy="537152"/>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318CA6-CE3D-47EA-8B57-030F78C979E3}">
      <dsp:nvSpPr>
        <dsp:cNvPr id="0" name=""/>
        <dsp:cNvSpPr/>
      </dsp:nvSpPr>
      <dsp:spPr>
        <a:xfrm>
          <a:off x="565442" y="1504137"/>
          <a:ext cx="4273753" cy="429721"/>
        </a:xfrm>
        <a:prstGeom prst="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092"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B3. </a:t>
          </a:r>
          <a:r>
            <a:rPr lang="en-US" sz="1300" kern="1200" dirty="0" err="1"/>
            <a:t>Lấy</a:t>
          </a:r>
          <a:r>
            <a:rPr lang="en-US" sz="1300" kern="1200" dirty="0"/>
            <a:t> rating </a:t>
          </a:r>
          <a:r>
            <a:rPr lang="en-US" sz="1300" kern="1200" dirty="0" err="1"/>
            <a:t>đã</a:t>
          </a:r>
          <a:r>
            <a:rPr lang="en-US" sz="1300" kern="1200" dirty="0"/>
            <a:t> </a:t>
          </a:r>
          <a:r>
            <a:rPr lang="en-US" sz="1300" kern="1200" dirty="0" err="1"/>
            <a:t>chuẩn</a:t>
          </a:r>
          <a:r>
            <a:rPr lang="en-US" sz="1300" kern="1200" dirty="0"/>
            <a:t> </a:t>
          </a:r>
          <a:r>
            <a:rPr lang="en-US" sz="1300" kern="1200" dirty="0" err="1"/>
            <a:t>hóa</a:t>
          </a:r>
          <a:r>
            <a:rPr lang="en-US" sz="1300" kern="1200" dirty="0"/>
            <a:t> ở </a:t>
          </a:r>
          <a:r>
            <a:rPr lang="en-US" sz="1300" kern="1200" dirty="0" err="1"/>
            <a:t>trước</a:t>
          </a:r>
          <a:r>
            <a:rPr lang="en-US" sz="1300" kern="1200" dirty="0"/>
            <a:t> </a:t>
          </a:r>
          <a:r>
            <a:rPr lang="en-US" sz="1300" kern="1200" dirty="0" err="1"/>
            <a:t>là</a:t>
          </a:r>
          <a:r>
            <a:rPr lang="en-US" sz="1300" kern="1200" dirty="0"/>
            <a:t> r0, r5</a:t>
          </a:r>
        </a:p>
      </dsp:txBody>
      <dsp:txXfrm>
        <a:off x="565442" y="1504137"/>
        <a:ext cx="4273753" cy="429721"/>
      </dsp:txXfrm>
    </dsp:sp>
    <dsp:sp modelId="{3BCDD6D4-6983-4C97-8450-D9D2E4F73F13}">
      <dsp:nvSpPr>
        <dsp:cNvPr id="0" name=""/>
        <dsp:cNvSpPr/>
      </dsp:nvSpPr>
      <dsp:spPr>
        <a:xfrm>
          <a:off x="296866" y="1450422"/>
          <a:ext cx="537152" cy="537152"/>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44EC0A-4E66-4C14-9C41-20A0FEF24BBD}">
      <dsp:nvSpPr>
        <dsp:cNvPr id="0" name=""/>
        <dsp:cNvSpPr/>
      </dsp:nvSpPr>
      <dsp:spPr>
        <a:xfrm>
          <a:off x="319073" y="2148832"/>
          <a:ext cx="4520123" cy="429721"/>
        </a:xfrm>
        <a:prstGeom prst="rect">
          <a:avLst/>
        </a:prstGeom>
        <a:solidFill>
          <a:schemeClr val="lt1">
            <a:hueOff val="0"/>
            <a:satOff val="0"/>
            <a:lumOff val="0"/>
            <a:alphaOff val="0"/>
          </a:schemeClr>
        </a:solidFill>
        <a:ln w="254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1092"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t>B4. </a:t>
          </a:r>
          <a:r>
            <a:rPr lang="en-US" sz="1300" kern="1200" dirty="0" err="1"/>
            <a:t>Dự</a:t>
          </a:r>
          <a:r>
            <a:rPr lang="en-US" sz="1300" kern="1200" dirty="0"/>
            <a:t> </a:t>
          </a:r>
          <a:r>
            <a:rPr lang="en-US" sz="1300" kern="1200" dirty="0" err="1"/>
            <a:t>đoán</a:t>
          </a:r>
          <a:r>
            <a:rPr lang="en-US" sz="1300" kern="1200" dirty="0"/>
            <a:t> ratings </a:t>
          </a:r>
          <a:r>
            <a:rPr lang="en-US" sz="1300" kern="1200" dirty="0" err="1"/>
            <a:t>theo</a:t>
          </a:r>
          <a:r>
            <a:rPr lang="en-US" sz="1300" kern="1200" dirty="0"/>
            <a:t> </a:t>
          </a:r>
          <a:r>
            <a:rPr lang="en-US" sz="1300" kern="1200" dirty="0" err="1"/>
            <a:t>công</a:t>
          </a:r>
          <a:r>
            <a:rPr lang="en-US" sz="1300" kern="1200" dirty="0"/>
            <a:t> </a:t>
          </a:r>
          <a:r>
            <a:rPr lang="en-US" sz="1300" kern="1200" dirty="0" err="1"/>
            <a:t>thức</a:t>
          </a:r>
          <a:r>
            <a:rPr lang="en-US" sz="1300" kern="1200" dirty="0"/>
            <a:t>…</a:t>
          </a:r>
        </a:p>
      </dsp:txBody>
      <dsp:txXfrm>
        <a:off x="319073" y="2148832"/>
        <a:ext cx="4520123" cy="429721"/>
      </dsp:txXfrm>
    </dsp:sp>
    <dsp:sp modelId="{AB5A0BC4-46AA-4384-8CCE-579686A0ABFF}">
      <dsp:nvSpPr>
        <dsp:cNvPr id="0" name=""/>
        <dsp:cNvSpPr/>
      </dsp:nvSpPr>
      <dsp:spPr>
        <a:xfrm>
          <a:off x="50497" y="2095116"/>
          <a:ext cx="537152" cy="537152"/>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6" name="Google Shape;5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2" name="Google Shape;56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9" name="Google Shape;56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8" name="Google Shape;62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2" name="Google Shape;64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6" name="Google Shape;65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e633d294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3" name="Google Shape;683;ge633d2943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a:t>links: chứa thông tin liên kết các nguồn dữ liệu</a:t>
            </a:r>
            <a:endParaRPr sz="1100"/>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9" name="Google Shape;6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71438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1545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9" name="Google Shape;82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1" name="Google Shape;92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989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p:cNvGrpSpPr/>
        <p:nvPr/>
      </p:nvGrpSpPr>
      <p:grpSpPr>
        <a:xfrm>
          <a:off x="0" y="0"/>
          <a:ext cx="0" cy="0"/>
          <a:chOff x="0" y="0"/>
          <a:chExt cx="0" cy="0"/>
        </a:xfrm>
      </p:grpSpPr>
      <p:sp>
        <p:nvSpPr>
          <p:cNvPr id="1759" name="Google Shape;175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0" name="Google Shape;176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b="0" i="0" dirty="0" err="1">
                <a:effectLst/>
                <a:latin typeface="Arial" panose="020B0604020202020204" pitchFamily="34" charset="0"/>
              </a:rPr>
              <a:t>Có</a:t>
            </a:r>
            <a:r>
              <a:rPr lang="vi-VN" b="0" i="0" dirty="0">
                <a:effectLst/>
                <a:latin typeface="Arial" panose="020B0604020202020204" pitchFamily="34" charset="0"/>
              </a:rPr>
              <a:t> hai </a:t>
            </a:r>
            <a:r>
              <a:rPr lang="vi-VN" b="0" i="0" dirty="0" err="1">
                <a:effectLst/>
                <a:latin typeface="Arial" panose="020B0604020202020204" pitchFamily="34" charset="0"/>
              </a:rPr>
              <a:t>hướng</a:t>
            </a:r>
            <a:r>
              <a:rPr lang="vi-VN" b="0" i="0" dirty="0">
                <a:effectLst/>
                <a:latin typeface="Arial" panose="020B0604020202020204" pitchFamily="34" charset="0"/>
              </a:rPr>
              <a:t> </a:t>
            </a:r>
            <a:r>
              <a:rPr lang="vi-VN" b="0" i="0" dirty="0" err="1">
                <a:effectLst/>
                <a:latin typeface="Arial" panose="020B0604020202020204" pitchFamily="34" charset="0"/>
              </a:rPr>
              <a:t>tiếp</a:t>
            </a:r>
            <a:r>
              <a:rPr lang="vi-VN" b="0" i="0" dirty="0">
                <a:effectLst/>
                <a:latin typeface="Arial" panose="020B0604020202020204" pitchFamily="34" charset="0"/>
              </a:rPr>
              <a:t> </a:t>
            </a:r>
            <a:r>
              <a:rPr lang="vi-VN" b="0" i="0" dirty="0" err="1">
                <a:effectLst/>
                <a:latin typeface="Arial" panose="020B0604020202020204" pitchFamily="34" charset="0"/>
              </a:rPr>
              <a:t>cận</a:t>
            </a:r>
            <a:r>
              <a:rPr lang="vi-VN" b="0" i="0" dirty="0">
                <a:effectLst/>
                <a:latin typeface="Arial" panose="020B0604020202020204" pitchFamily="34" charset="0"/>
              </a:rPr>
              <a:t> </a:t>
            </a:r>
            <a:r>
              <a:rPr lang="vi-VN" b="0" i="0" dirty="0" err="1">
                <a:effectLst/>
                <a:latin typeface="Arial" panose="020B0604020202020204" pitchFamily="34" charset="0"/>
              </a:rPr>
              <a:t>lọc</a:t>
            </a:r>
            <a:r>
              <a:rPr lang="vi-VN" b="0" i="0" dirty="0">
                <a:effectLst/>
                <a:latin typeface="Arial" panose="020B0604020202020204" pitchFamily="34" charset="0"/>
              </a:rPr>
              <a:t> </a:t>
            </a:r>
            <a:r>
              <a:rPr lang="vi-VN" b="0" i="0" dirty="0" err="1">
                <a:effectLst/>
                <a:latin typeface="Arial" panose="020B0604020202020204" pitchFamily="34" charset="0"/>
              </a:rPr>
              <a:t>cộng</a:t>
            </a:r>
            <a:r>
              <a:rPr lang="vi-VN" b="0" i="0" dirty="0">
                <a:effectLst/>
                <a:latin typeface="Arial" panose="020B0604020202020204" pitchFamily="34" charset="0"/>
              </a:rPr>
              <a:t> </a:t>
            </a:r>
            <a:r>
              <a:rPr lang="vi-VN" b="0" i="0" dirty="0" err="1">
                <a:effectLst/>
                <a:latin typeface="Arial" panose="020B0604020202020204" pitchFamily="34" charset="0"/>
              </a:rPr>
              <a:t>tác</a:t>
            </a:r>
            <a:r>
              <a:rPr lang="vi-VN" b="0" i="0" dirty="0">
                <a:effectLst/>
                <a:latin typeface="Arial" panose="020B0604020202020204" pitchFamily="34" charset="0"/>
              </a:rPr>
              <a:t>. </a:t>
            </a:r>
            <a:r>
              <a:rPr lang="vi-VN" b="0" i="0" dirty="0" err="1">
                <a:effectLst/>
                <a:latin typeface="Arial" panose="020B0604020202020204" pitchFamily="34" charset="0"/>
              </a:rPr>
              <a:t>Thứ</a:t>
            </a:r>
            <a:r>
              <a:rPr lang="vi-VN" b="0" i="0" dirty="0">
                <a:effectLst/>
                <a:latin typeface="Arial" panose="020B0604020202020204" pitchFamily="34" charset="0"/>
              </a:rPr>
              <a:t> </a:t>
            </a:r>
            <a:r>
              <a:rPr lang="vi-VN" b="0" i="0" dirty="0" err="1">
                <a:effectLst/>
                <a:latin typeface="Arial" panose="020B0604020202020204" pitchFamily="34" charset="0"/>
              </a:rPr>
              <a:t>nhất</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a:t>
            </a:r>
            <a:r>
              <a:rPr lang="vi-VN" b="0" i="0" dirty="0">
                <a:effectLst/>
                <a:latin typeface="Arial" panose="020B0604020202020204" pitchFamily="34" charset="0"/>
              </a:rPr>
              <a:t> </a:t>
            </a:r>
            <a:r>
              <a:rPr lang="vi-VN" b="0" i="0" dirty="0" err="1">
                <a:effectLst/>
                <a:latin typeface="Arial" panose="020B0604020202020204" pitchFamily="34" charset="0"/>
              </a:rPr>
              <a:t>mức</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quan tâm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mỗi</a:t>
            </a:r>
            <a:r>
              <a:rPr lang="vi-VN" b="0" i="0" dirty="0">
                <a:effectLst/>
                <a:latin typeface="Arial" panose="020B0604020202020204" pitchFamily="34" charset="0"/>
              </a:rPr>
              <a:t> </a:t>
            </a:r>
            <a:r>
              <a:rPr lang="vi-VN" b="0" i="0" dirty="0" err="1">
                <a:effectLst/>
                <a:latin typeface="Arial" panose="020B0604020202020204" pitchFamily="34" charset="0"/>
              </a:rPr>
              <a:t>ngườidùng</a:t>
            </a:r>
            <a:r>
              <a:rPr lang="vi-VN" b="0" i="0" dirty="0">
                <a:effectLst/>
                <a:latin typeface="Arial" panose="020B0604020202020204" pitchFamily="34" charset="0"/>
              </a:rPr>
              <a:t> </a:t>
            </a:r>
            <a:r>
              <a:rPr lang="vi-VN" b="0" i="0" dirty="0" err="1">
                <a:effectLst/>
                <a:latin typeface="Arial" panose="020B0604020202020204" pitchFamily="34" charset="0"/>
              </a:rPr>
              <a:t>tới</a:t>
            </a:r>
            <a:r>
              <a:rPr lang="vi-VN" b="0" i="0" dirty="0">
                <a:effectLst/>
                <a:latin typeface="Arial" panose="020B0604020202020204" pitchFamily="34" charset="0"/>
              </a:rPr>
              <a:t> </a:t>
            </a:r>
            <a:r>
              <a:rPr lang="vi-VN" b="0" i="0" dirty="0" err="1">
                <a:effectLst/>
                <a:latin typeface="Arial" panose="020B0604020202020204" pitchFamily="34" charset="0"/>
              </a:rPr>
              <a:t>một</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dựa</a:t>
            </a:r>
            <a:r>
              <a:rPr lang="vi-VN" b="0" i="0" dirty="0">
                <a:effectLst/>
                <a:latin typeface="Arial" panose="020B0604020202020204" pitchFamily="34" charset="0"/>
              </a:rPr>
              <a:t> trên </a:t>
            </a:r>
            <a:r>
              <a:rPr lang="vi-VN" b="0" i="0" dirty="0" err="1">
                <a:effectLst/>
                <a:latin typeface="Arial" panose="020B0604020202020204" pitchFamily="34" charset="0"/>
              </a:rPr>
              <a:t>mức</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quan tâm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tương </a:t>
            </a:r>
            <a:r>
              <a:rPr lang="vi-VN" b="0" i="0" dirty="0" err="1">
                <a:effectLst/>
                <a:latin typeface="Arial" panose="020B0604020202020204" pitchFamily="34" charset="0"/>
              </a:rPr>
              <a:t>tự</a:t>
            </a:r>
            <a:r>
              <a:rPr lang="vi-VN" b="0" i="0" dirty="0">
                <a:effectLst/>
                <a:latin typeface="Arial" panose="020B0604020202020204" pitchFamily="34" charset="0"/>
              </a:rPr>
              <a:t>. </a:t>
            </a:r>
            <a:r>
              <a:rPr lang="vi-VN" b="0" i="0" dirty="0" err="1">
                <a:effectLst/>
                <a:latin typeface="Arial" panose="020B0604020202020204" pitchFamily="34" charset="0"/>
              </a:rPr>
              <a:t>Đó</a:t>
            </a:r>
            <a:r>
              <a:rPr lang="vi-VN" b="0" i="0" dirty="0">
                <a:effectLst/>
                <a:latin typeface="Arial" panose="020B0604020202020204" pitchFamily="34" charset="0"/>
              </a:rPr>
              <a:t> </a:t>
            </a:r>
            <a:r>
              <a:rPr lang="vi-VN" b="0" i="0" dirty="0" err="1">
                <a:effectLst/>
                <a:latin typeface="Arial" panose="020B0604020202020204" pitchFamily="34" charset="0"/>
              </a:rPr>
              <a:t>gọi</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a:t>
            </a:r>
            <a:r>
              <a:rPr lang="vi-VN" b="0" i="0" dirty="0" err="1">
                <a:effectLst/>
                <a:latin typeface="Arial" panose="020B0604020202020204" pitchFamily="34" charset="0"/>
              </a:rPr>
              <a:t>User-usercollaborative</a:t>
            </a:r>
            <a:r>
              <a:rPr lang="vi-VN" b="0" i="0" dirty="0">
                <a:effectLst/>
                <a:latin typeface="Arial" panose="020B0604020202020204" pitchFamily="34" charset="0"/>
              </a:rPr>
              <a:t> </a:t>
            </a:r>
            <a:r>
              <a:rPr lang="vi-VN" b="0" i="0" dirty="0" err="1">
                <a:effectLst/>
                <a:latin typeface="Arial" panose="020B0604020202020204" pitchFamily="34" charset="0"/>
              </a:rPr>
              <a:t>filtering</a:t>
            </a:r>
            <a:r>
              <a:rPr lang="vi-VN" b="0" i="0" dirty="0">
                <a:effectLst/>
                <a:latin typeface="Arial" panose="020B0604020202020204" pitchFamily="34" charset="0"/>
              </a:rPr>
              <a:t>. </a:t>
            </a:r>
            <a:r>
              <a:rPr lang="vi-VN" b="0" i="0" dirty="0" err="1">
                <a:effectLst/>
                <a:latin typeface="Arial" panose="020B0604020202020204" pitchFamily="34" charset="0"/>
              </a:rPr>
              <a:t>Thứ</a:t>
            </a:r>
            <a:r>
              <a:rPr lang="vi-VN" b="0" i="0" dirty="0">
                <a:effectLst/>
                <a:latin typeface="Arial" panose="020B0604020202020204" pitchFamily="34" charset="0"/>
              </a:rPr>
              <a:t> hai </a:t>
            </a:r>
            <a:r>
              <a:rPr lang="vi-VN" b="0" i="0" dirty="0" err="1">
                <a:effectLst/>
                <a:latin typeface="Arial" panose="020B0604020202020204" pitchFamily="34" charset="0"/>
              </a:rPr>
              <a:t>là</a:t>
            </a:r>
            <a:r>
              <a:rPr lang="vi-VN" b="0" i="0" dirty="0">
                <a:effectLst/>
                <a:latin typeface="Arial" panose="020B0604020202020204" pitchFamily="34" charset="0"/>
              </a:rPr>
              <a:t> thay </a:t>
            </a:r>
            <a:r>
              <a:rPr lang="vi-VN" b="0" i="0" dirty="0" err="1">
                <a:effectLst/>
                <a:latin typeface="Arial" panose="020B0604020202020204" pitchFamily="34" charset="0"/>
              </a:rPr>
              <a:t>vì</a:t>
            </a:r>
            <a:r>
              <a:rPr lang="vi-VN" b="0" i="0" dirty="0">
                <a:effectLst/>
                <a:latin typeface="Arial" panose="020B0604020202020204" pitchFamily="34" charset="0"/>
              </a:rPr>
              <a:t>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tương </a:t>
            </a:r>
            <a:r>
              <a:rPr lang="vi-VN" b="0" i="0" dirty="0" err="1">
                <a:effectLst/>
                <a:latin typeface="Arial" panose="020B0604020202020204" pitchFamily="34" charset="0"/>
              </a:rPr>
              <a:t>tự</a:t>
            </a:r>
            <a:r>
              <a:rPr lang="vi-VN" b="0" i="0" dirty="0">
                <a:effectLst/>
                <a:latin typeface="Arial" panose="020B0604020202020204" pitchFamily="34" charset="0"/>
              </a:rPr>
              <a:t>,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a:t>
            </a:r>
            <a:r>
              <a:rPr lang="vi-VN" b="0" i="0" dirty="0" err="1">
                <a:effectLst/>
                <a:latin typeface="Arial" panose="020B0604020202020204" pitchFamily="34" charset="0"/>
              </a:rPr>
              <a:t>sẽ</a:t>
            </a:r>
            <a:r>
              <a:rPr lang="vi-VN" b="0" i="0" dirty="0">
                <a:effectLst/>
                <a:latin typeface="Arial" panose="020B0604020202020204" pitchFamily="34" charset="0"/>
              </a:rPr>
              <a:t>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địnhcác</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tương </a:t>
            </a:r>
            <a:r>
              <a:rPr lang="vi-VN" b="0" i="0" dirty="0" err="1">
                <a:effectLst/>
                <a:latin typeface="Arial" panose="020B0604020202020204" pitchFamily="34" charset="0"/>
              </a:rPr>
              <a:t>tự</a:t>
            </a:r>
            <a:r>
              <a:rPr lang="vi-VN" b="0" i="0" dirty="0">
                <a:effectLst/>
                <a:latin typeface="Arial" panose="020B0604020202020204" pitchFamily="34" charset="0"/>
              </a:rPr>
              <a:t>. </a:t>
            </a:r>
            <a:r>
              <a:rPr lang="vi-VN" b="0" i="0" dirty="0" err="1">
                <a:effectLst/>
                <a:latin typeface="Arial" panose="020B0604020202020204" pitchFamily="34" charset="0"/>
              </a:rPr>
              <a:t>Từ</a:t>
            </a:r>
            <a:r>
              <a:rPr lang="vi-VN" b="0" i="0" dirty="0">
                <a:effectLst/>
                <a:latin typeface="Arial" panose="020B0604020202020204" pitchFamily="34" charset="0"/>
              </a:rPr>
              <a:t> </a:t>
            </a:r>
            <a:r>
              <a:rPr lang="vi-VN" b="0" i="0" dirty="0" err="1">
                <a:effectLst/>
                <a:latin typeface="Arial" panose="020B0604020202020204" pitchFamily="34" charset="0"/>
              </a:rPr>
              <a:t>đó</a:t>
            </a:r>
            <a:r>
              <a:rPr lang="vi-VN" b="0" i="0" dirty="0">
                <a:effectLst/>
                <a:latin typeface="Arial" panose="020B0604020202020204" pitchFamily="34" charset="0"/>
              </a:rPr>
              <a:t>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a:t>
            </a:r>
            <a:r>
              <a:rPr lang="vi-VN" b="0" i="0" dirty="0" err="1">
                <a:effectLst/>
                <a:latin typeface="Arial" panose="020B0604020202020204" pitchFamily="34" charset="0"/>
              </a:rPr>
              <a:t>gợi</a:t>
            </a:r>
            <a:r>
              <a:rPr lang="vi-VN" b="0" i="0" dirty="0">
                <a:effectLst/>
                <a:latin typeface="Arial" panose="020B0604020202020204" pitchFamily="34" charset="0"/>
              </a:rPr>
              <a:t> ý </a:t>
            </a:r>
            <a:r>
              <a:rPr lang="vi-VN" b="0" i="0" dirty="0" err="1">
                <a:effectLst/>
                <a:latin typeface="Arial" panose="020B0604020202020204" pitchFamily="34" charset="0"/>
              </a:rPr>
              <a:t>những</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gần</a:t>
            </a:r>
            <a:r>
              <a:rPr lang="vi-VN" b="0" i="0" dirty="0">
                <a:effectLst/>
                <a:latin typeface="Arial" panose="020B0604020202020204" pitchFamily="34" charset="0"/>
              </a:rPr>
              <a:t> </a:t>
            </a:r>
            <a:r>
              <a:rPr lang="vi-VN" b="0" i="0" dirty="0" err="1">
                <a:effectLst/>
                <a:latin typeface="Arial" panose="020B0604020202020204" pitchFamily="34" charset="0"/>
              </a:rPr>
              <a:t>giống</a:t>
            </a:r>
            <a:r>
              <a:rPr lang="vi-VN" b="0" i="0" dirty="0">
                <a:effectLst/>
                <a:latin typeface="Arial" panose="020B0604020202020204" pitchFamily="34" charset="0"/>
              </a:rPr>
              <a:t>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những</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màngười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mức</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quan tâm cao.</a:t>
            </a:r>
            <a:endParaRPr dirty="0"/>
          </a:p>
        </p:txBody>
      </p:sp>
    </p:spTree>
    <p:extLst>
      <p:ext uri="{BB962C8B-B14F-4D97-AF65-F5344CB8AC3E}">
        <p14:creationId xmlns:p14="http://schemas.microsoft.com/office/powerpoint/2010/main" val="3297315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6945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4216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84570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2446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446318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83846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51591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dirty="0" err="1"/>
              <a:t>TfidfVectorizer</a:t>
            </a:r>
            <a:endParaRPr dirty="0"/>
          </a:p>
        </p:txBody>
      </p:sp>
    </p:spTree>
    <p:extLst>
      <p:ext uri="{BB962C8B-B14F-4D97-AF65-F5344CB8AC3E}">
        <p14:creationId xmlns:p14="http://schemas.microsoft.com/office/powerpoint/2010/main" val="20597327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33615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#Mỗi movie </a:t>
            </a:r>
            <a:r>
              <a:rPr lang="en-US" sz="1100" dirty="0" err="1"/>
              <a:t>chọn</a:t>
            </a:r>
            <a:r>
              <a:rPr lang="en-US" sz="1100" dirty="0"/>
              <a:t> ra 10 movies </a:t>
            </a:r>
            <a:r>
              <a:rPr lang="en-US" sz="1100" dirty="0" err="1"/>
              <a:t>có</a:t>
            </a:r>
            <a:r>
              <a:rPr lang="en-US" sz="1100" dirty="0"/>
              <a:t> cosine similarity </a:t>
            </a:r>
            <a:r>
              <a:rPr lang="en-US" sz="1100" dirty="0" err="1"/>
              <a:t>với</a:t>
            </a:r>
            <a:r>
              <a:rPr lang="en-US" sz="1100" dirty="0"/>
              <a:t> </a:t>
            </a:r>
            <a:r>
              <a:rPr lang="en-US" sz="1100" dirty="0" err="1"/>
              <a:t>nó</a:t>
            </a:r>
            <a:r>
              <a:rPr lang="en-US" sz="1100" dirty="0"/>
              <a:t> </a:t>
            </a:r>
            <a:r>
              <a:rPr lang="en-US" sz="1100" dirty="0" err="1"/>
              <a:t>cao</a:t>
            </a:r>
            <a:r>
              <a:rPr lang="en-US" sz="1100" dirty="0"/>
              <a:t> </a:t>
            </a:r>
            <a:r>
              <a:rPr lang="en-US" sz="1100" dirty="0" err="1"/>
              <a:t>nhất</a:t>
            </a:r>
            <a:r>
              <a:rPr lang="en-US" sz="1100" dirty="0"/>
              <a:t> &amp; &gt;=0.8 </a:t>
            </a:r>
            <a:r>
              <a:rPr lang="en-US" sz="1100" dirty="0" err="1"/>
              <a:t>gom</a:t>
            </a:r>
            <a:r>
              <a:rPr lang="en-US" sz="1100" dirty="0"/>
              <a:t> </a:t>
            </a:r>
            <a:r>
              <a:rPr lang="en-US" sz="1100" dirty="0" err="1"/>
              <a:t>chung</a:t>
            </a:r>
            <a:r>
              <a:rPr lang="en-US" sz="1100" dirty="0"/>
              <a:t> </a:t>
            </a:r>
            <a:r>
              <a:rPr lang="en-US" sz="1100" dirty="0" err="1"/>
              <a:t>nhóm</a:t>
            </a:r>
            <a:r>
              <a:rPr lang="en-US" sz="1100" dirty="0"/>
              <a:t>   </a:t>
            </a:r>
          </a:p>
          <a:p>
            <a:pPr marL="0" lvl="0" indent="0" algn="l" rtl="0">
              <a:lnSpc>
                <a:spcPct val="100000"/>
              </a:lnSpc>
              <a:spcBef>
                <a:spcPts val="0"/>
              </a:spcBef>
              <a:spcAft>
                <a:spcPts val="0"/>
              </a:spcAft>
              <a:buSzPts val="1100"/>
              <a:buNone/>
            </a:pPr>
            <a:r>
              <a:rPr lang="en-US" dirty="0" err="1"/>
              <a:t>Với</a:t>
            </a:r>
            <a:r>
              <a:rPr lang="en-US" dirty="0"/>
              <a:t> </a:t>
            </a:r>
            <a:r>
              <a:rPr lang="en-US" dirty="0" err="1"/>
              <a:t>mỗi</a:t>
            </a:r>
            <a:r>
              <a:rPr lang="en-US" dirty="0"/>
              <a:t> </a:t>
            </a:r>
            <a:r>
              <a:rPr lang="en-US" dirty="0" err="1"/>
              <a:t>lượt</a:t>
            </a:r>
            <a:r>
              <a:rPr lang="en-US" dirty="0"/>
              <a:t> </a:t>
            </a:r>
            <a:r>
              <a:rPr lang="en-US" dirty="0" err="1"/>
              <a:t>đánh</a:t>
            </a:r>
            <a:r>
              <a:rPr lang="en-US" dirty="0"/>
              <a:t> </a:t>
            </a:r>
            <a:r>
              <a:rPr lang="en-US" dirty="0" err="1"/>
              <a:t>giá</a:t>
            </a:r>
            <a:endParaRPr dirty="0"/>
          </a:p>
        </p:txBody>
      </p:sp>
    </p:spTree>
    <p:extLst>
      <p:ext uri="{BB962C8B-B14F-4D97-AF65-F5344CB8AC3E}">
        <p14:creationId xmlns:p14="http://schemas.microsoft.com/office/powerpoint/2010/main" val="29609822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#Mỗi movie </a:t>
            </a:r>
            <a:r>
              <a:rPr lang="en-US" sz="1100" dirty="0" err="1"/>
              <a:t>chọn</a:t>
            </a:r>
            <a:r>
              <a:rPr lang="en-US" sz="1100" dirty="0"/>
              <a:t> ra 10 movies </a:t>
            </a:r>
            <a:r>
              <a:rPr lang="en-US" sz="1100" dirty="0" err="1"/>
              <a:t>có</a:t>
            </a:r>
            <a:r>
              <a:rPr lang="en-US" sz="1100" dirty="0"/>
              <a:t> cosine similarity </a:t>
            </a:r>
            <a:r>
              <a:rPr lang="en-US" sz="1100" dirty="0" err="1"/>
              <a:t>với</a:t>
            </a:r>
            <a:r>
              <a:rPr lang="en-US" sz="1100" dirty="0"/>
              <a:t> </a:t>
            </a:r>
            <a:r>
              <a:rPr lang="en-US" sz="1100" dirty="0" err="1"/>
              <a:t>nó</a:t>
            </a:r>
            <a:r>
              <a:rPr lang="en-US" sz="1100" dirty="0"/>
              <a:t> </a:t>
            </a:r>
            <a:r>
              <a:rPr lang="en-US" sz="1100" dirty="0" err="1"/>
              <a:t>cao</a:t>
            </a:r>
            <a:r>
              <a:rPr lang="en-US" sz="1100" dirty="0"/>
              <a:t> </a:t>
            </a:r>
            <a:r>
              <a:rPr lang="en-US" sz="1100" dirty="0" err="1"/>
              <a:t>nhất</a:t>
            </a:r>
            <a:r>
              <a:rPr lang="en-US" sz="1100" dirty="0"/>
              <a:t> &amp; &gt;=0.8 </a:t>
            </a:r>
            <a:r>
              <a:rPr lang="en-US" sz="1100" dirty="0" err="1"/>
              <a:t>gom</a:t>
            </a:r>
            <a:r>
              <a:rPr lang="en-US" sz="1100" dirty="0"/>
              <a:t> </a:t>
            </a:r>
            <a:r>
              <a:rPr lang="en-US" sz="1100" dirty="0" err="1"/>
              <a:t>chung</a:t>
            </a:r>
            <a:r>
              <a:rPr lang="en-US" sz="1100" dirty="0"/>
              <a:t> </a:t>
            </a:r>
            <a:r>
              <a:rPr lang="en-US" sz="1100" dirty="0" err="1"/>
              <a:t>nhóm</a:t>
            </a:r>
            <a:r>
              <a:rPr lang="en-US" sz="1100" dirty="0"/>
              <a:t>   </a:t>
            </a:r>
          </a:p>
          <a:p>
            <a:pPr marL="0" lvl="0" indent="0" algn="l" rtl="0">
              <a:lnSpc>
                <a:spcPct val="100000"/>
              </a:lnSpc>
              <a:spcBef>
                <a:spcPts val="0"/>
              </a:spcBef>
              <a:spcAft>
                <a:spcPts val="0"/>
              </a:spcAft>
              <a:buSzPts val="1100"/>
              <a:buNone/>
            </a:pPr>
            <a:r>
              <a:rPr lang="en-US" dirty="0" err="1"/>
              <a:t>Với</a:t>
            </a:r>
            <a:r>
              <a:rPr lang="en-US" dirty="0"/>
              <a:t> </a:t>
            </a:r>
            <a:r>
              <a:rPr lang="en-US" dirty="0" err="1"/>
              <a:t>mỗi</a:t>
            </a:r>
            <a:r>
              <a:rPr lang="en-US" dirty="0"/>
              <a:t> </a:t>
            </a:r>
            <a:r>
              <a:rPr lang="en-US" dirty="0" err="1"/>
              <a:t>lượt</a:t>
            </a:r>
            <a:r>
              <a:rPr lang="en-US" dirty="0"/>
              <a:t> </a:t>
            </a:r>
            <a:r>
              <a:rPr lang="en-US" dirty="0" err="1"/>
              <a:t>đánh</a:t>
            </a:r>
            <a:r>
              <a:rPr lang="en-US" dirty="0"/>
              <a:t> </a:t>
            </a:r>
            <a:r>
              <a:rPr lang="en-US" dirty="0" err="1"/>
              <a:t>giá</a:t>
            </a:r>
            <a:endParaRPr dirty="0"/>
          </a:p>
        </p:txBody>
      </p:sp>
    </p:spTree>
    <p:extLst>
      <p:ext uri="{BB962C8B-B14F-4D97-AF65-F5344CB8AC3E}">
        <p14:creationId xmlns:p14="http://schemas.microsoft.com/office/powerpoint/2010/main" val="15488668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77090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b="0" i="0" dirty="0" err="1">
                <a:effectLst/>
                <a:latin typeface="Arial" panose="020B0604020202020204" pitchFamily="34" charset="0"/>
              </a:rPr>
              <a:t>Dựa</a:t>
            </a:r>
            <a:r>
              <a:rPr lang="vi-VN" b="0" i="0" dirty="0">
                <a:effectLst/>
                <a:latin typeface="Arial" panose="020B0604020202020204" pitchFamily="34" charset="0"/>
              </a:rPr>
              <a:t> </a:t>
            </a:r>
            <a:r>
              <a:rPr lang="vi-VN" b="0" i="0" dirty="0" err="1">
                <a:effectLst/>
                <a:latin typeface="Arial" panose="020B0604020202020204" pitchFamily="34" charset="0"/>
              </a:rPr>
              <a:t>vào</a:t>
            </a:r>
            <a:r>
              <a:rPr lang="vi-VN" b="0" i="0" dirty="0">
                <a:effectLst/>
                <a:latin typeface="Arial" panose="020B0604020202020204" pitchFamily="34" charset="0"/>
              </a:rPr>
              <a:t> </a:t>
            </a:r>
            <a:r>
              <a:rPr lang="vi-VN" b="0" i="0" dirty="0" err="1">
                <a:effectLst/>
                <a:latin typeface="Arial" panose="020B0604020202020204" pitchFamily="34" charset="0"/>
              </a:rPr>
              <a:t>lịch</a:t>
            </a:r>
            <a:r>
              <a:rPr lang="vi-VN" b="0" i="0" dirty="0">
                <a:effectLst/>
                <a:latin typeface="Arial" panose="020B0604020202020204" pitchFamily="34" charset="0"/>
              </a:rPr>
              <a:t> </a:t>
            </a:r>
            <a:r>
              <a:rPr lang="vi-VN" b="0" i="0" dirty="0" err="1">
                <a:effectLst/>
                <a:latin typeface="Arial" panose="020B0604020202020204" pitchFamily="34" charset="0"/>
              </a:rPr>
              <a:t>sử</a:t>
            </a:r>
            <a:r>
              <a:rPr lang="vi-VN" b="0" i="0" dirty="0">
                <a:effectLst/>
                <a:latin typeface="Arial" panose="020B0604020202020204" pitchFamily="34" charset="0"/>
              </a:rPr>
              <a:t> xem </a:t>
            </a:r>
            <a:r>
              <a:rPr lang="vi-VN" b="0" i="0" dirty="0" err="1">
                <a:effectLst/>
                <a:latin typeface="Arial" panose="020B0604020202020204" pitchFamily="34" charset="0"/>
              </a:rPr>
              <a:t>đã</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trong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ta </a:t>
            </a:r>
            <a:r>
              <a:rPr lang="vi-VN" b="0" i="0" dirty="0" err="1">
                <a:effectLst/>
                <a:latin typeface="Arial" panose="020B0604020202020204" pitchFamily="34" charset="0"/>
              </a:rPr>
              <a:t>thấy</a:t>
            </a:r>
            <a:r>
              <a:rPr lang="vi-VN" b="0" i="0" dirty="0">
                <a:effectLst/>
                <a:latin typeface="Arial" panose="020B0604020202020204" pitchFamily="34" charset="0"/>
              </a:rPr>
              <a:t> T </a:t>
            </a:r>
            <a:r>
              <a:rPr lang="vi-VN" b="0" i="0" dirty="0" err="1">
                <a:effectLst/>
                <a:latin typeface="Arial" panose="020B0604020202020204" pitchFamily="34" charset="0"/>
              </a:rPr>
              <a:t>từng</a:t>
            </a:r>
            <a:r>
              <a:rPr lang="vi-VN" b="0" i="0" dirty="0">
                <a:effectLst/>
                <a:latin typeface="Arial" panose="020B0604020202020204" pitchFamily="34" charset="0"/>
              </a:rPr>
              <a:t> </a:t>
            </a:r>
            <a:r>
              <a:rPr lang="vi-VN" b="0" i="0" dirty="0" err="1">
                <a:effectLst/>
                <a:latin typeface="Arial" panose="020B0604020202020204" pitchFamily="34" charset="0"/>
              </a:rPr>
              <a:t>đánh</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5 sao cho </a:t>
            </a:r>
            <a:r>
              <a:rPr lang="vi-VN" b="0" i="0" dirty="0" err="1">
                <a:effectLst/>
                <a:latin typeface="Arial" panose="020B0604020202020204" pitchFamily="34" charset="0"/>
              </a:rPr>
              <a:t>bộ</a:t>
            </a:r>
            <a:r>
              <a:rPr lang="vi-VN" b="0" i="0" dirty="0">
                <a:effectLst/>
                <a:latin typeface="Arial" panose="020B0604020202020204" pitchFamily="34" charset="0"/>
              </a:rPr>
              <a:t> </a:t>
            </a:r>
            <a:r>
              <a:rPr lang="vi-VN" b="0" i="0" dirty="0" err="1">
                <a:effectLst/>
                <a:latin typeface="Arial" panose="020B0604020202020204" pitchFamily="34" charset="0"/>
              </a:rPr>
              <a:t>phim"Doraemon</a:t>
            </a:r>
            <a:r>
              <a:rPr lang="vi-VN" b="0" i="0" dirty="0">
                <a:effectLst/>
                <a:latin typeface="Arial" panose="020B0604020202020204" pitchFamily="34" charset="0"/>
              </a:rPr>
              <a:t>", </a:t>
            </a:r>
            <a:r>
              <a:rPr lang="vi-VN" b="0" i="0" dirty="0" err="1">
                <a:effectLst/>
                <a:latin typeface="Arial" panose="020B0604020202020204" pitchFamily="34" charset="0"/>
              </a:rPr>
              <a:t>nhiều</a:t>
            </a:r>
            <a:r>
              <a:rPr lang="vi-VN" b="0" i="0" dirty="0">
                <a:effectLst/>
                <a:latin typeface="Arial" panose="020B0604020202020204" pitchFamily="34" charset="0"/>
              </a:rPr>
              <a:t> </a:t>
            </a:r>
            <a:r>
              <a:rPr lang="vi-VN" b="0" i="0" dirty="0" err="1">
                <a:effectLst/>
                <a:latin typeface="Arial" panose="020B0604020202020204" pitchFamily="34" charset="0"/>
              </a:rPr>
              <a:t>khả</a:t>
            </a:r>
            <a:r>
              <a:rPr lang="vi-VN" b="0" i="0" dirty="0">
                <a:effectLst/>
                <a:latin typeface="Arial" panose="020B0604020202020204" pitchFamily="34" charset="0"/>
              </a:rPr>
              <a:t> năng H </a:t>
            </a:r>
            <a:r>
              <a:rPr lang="vi-VN" b="0" i="0" dirty="0" err="1">
                <a:effectLst/>
                <a:latin typeface="Arial" panose="020B0604020202020204" pitchFamily="34" charset="0"/>
              </a:rPr>
              <a:t>cũng</a:t>
            </a:r>
            <a:r>
              <a:rPr lang="vi-VN" b="0" i="0" dirty="0">
                <a:effectLst/>
                <a:latin typeface="Arial" panose="020B0604020202020204" pitchFamily="34" charset="0"/>
              </a:rPr>
              <a:t> </a:t>
            </a:r>
            <a:r>
              <a:rPr lang="vi-VN" b="0" i="0" dirty="0" err="1">
                <a:effectLst/>
                <a:latin typeface="Arial" panose="020B0604020202020204" pitchFamily="34" charset="0"/>
              </a:rPr>
              <a:t>thích</a:t>
            </a:r>
            <a:r>
              <a:rPr lang="vi-VN" b="0" i="0" dirty="0">
                <a:effectLst/>
                <a:latin typeface="Arial" panose="020B0604020202020204" pitchFamily="34" charset="0"/>
              </a:rPr>
              <a:t> phim </a:t>
            </a:r>
            <a:r>
              <a:rPr lang="vi-VN" b="0" i="0" dirty="0" err="1">
                <a:effectLst/>
                <a:latin typeface="Arial" panose="020B0604020202020204" pitchFamily="34" charset="0"/>
              </a:rPr>
              <a:t>này</a:t>
            </a:r>
            <a:r>
              <a:rPr lang="vi-VN" b="0" i="0" dirty="0">
                <a:effectLst/>
                <a:latin typeface="Arial" panose="020B0604020202020204" pitchFamily="34" charset="0"/>
              </a:rPr>
              <a:t>, </a:t>
            </a:r>
            <a:r>
              <a:rPr lang="vi-VN" b="0" i="0" dirty="0" err="1">
                <a:effectLst/>
                <a:latin typeface="Arial" panose="020B0604020202020204" pitchFamily="34" charset="0"/>
              </a:rPr>
              <a:t>từ</a:t>
            </a:r>
            <a:r>
              <a:rPr lang="vi-VN" b="0" i="0" dirty="0">
                <a:effectLst/>
                <a:latin typeface="Arial" panose="020B0604020202020204" pitchFamily="34" charset="0"/>
              </a:rPr>
              <a:t> </a:t>
            </a:r>
            <a:r>
              <a:rPr lang="vi-VN" b="0" i="0" dirty="0" err="1">
                <a:effectLst/>
                <a:latin typeface="Arial" panose="020B0604020202020204" pitchFamily="34" charset="0"/>
              </a:rPr>
              <a:t>đó</a:t>
            </a:r>
            <a:r>
              <a:rPr lang="vi-VN" b="0" i="0" dirty="0">
                <a:effectLst/>
                <a:latin typeface="Arial" panose="020B0604020202020204" pitchFamily="34" charset="0"/>
              </a:rPr>
              <a:t>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a:t>
            </a:r>
            <a:r>
              <a:rPr lang="vi-VN" b="0" i="0" dirty="0" err="1">
                <a:effectLst/>
                <a:latin typeface="Arial" panose="020B0604020202020204" pitchFamily="34" charset="0"/>
              </a:rPr>
              <a:t>sẽ</a:t>
            </a:r>
            <a:r>
              <a:rPr lang="vi-VN" b="0" i="0" dirty="0">
                <a:effectLst/>
                <a:latin typeface="Arial" panose="020B0604020202020204" pitchFamily="34" charset="0"/>
              </a:rPr>
              <a:t> </a:t>
            </a:r>
            <a:r>
              <a:rPr lang="vi-VN" b="0" i="0" dirty="0" err="1">
                <a:effectLst/>
                <a:latin typeface="Arial" panose="020B0604020202020204" pitchFamily="34" charset="0"/>
              </a:rPr>
              <a:t>đề</a:t>
            </a:r>
            <a:r>
              <a:rPr lang="vi-VN" b="0" i="0" dirty="0">
                <a:effectLst/>
                <a:latin typeface="Arial" panose="020B0604020202020204" pitchFamily="34" charset="0"/>
              </a:rPr>
              <a:t> </a:t>
            </a:r>
            <a:r>
              <a:rPr lang="vi-VN" b="0" i="0" dirty="0" err="1">
                <a:effectLst/>
                <a:latin typeface="Arial" panose="020B0604020202020204" pitchFamily="34" charset="0"/>
              </a:rPr>
              <a:t>xuất</a:t>
            </a:r>
            <a:r>
              <a:rPr lang="vi-VN" b="0" i="0" dirty="0">
                <a:effectLst/>
                <a:latin typeface="Arial" panose="020B0604020202020204" pitchFamily="34" charset="0"/>
              </a:rPr>
              <a:t> "</a:t>
            </a:r>
            <a:r>
              <a:rPr lang="vi-VN" b="0" i="0" dirty="0" err="1">
                <a:effectLst/>
                <a:latin typeface="Arial" panose="020B0604020202020204" pitchFamily="34" charset="0"/>
              </a:rPr>
              <a:t>Doraemon"cho</a:t>
            </a:r>
            <a:r>
              <a:rPr lang="vi-VN" b="0" i="0" dirty="0">
                <a:effectLst/>
                <a:latin typeface="Arial" panose="020B0604020202020204" pitchFamily="34" charset="0"/>
              </a:rPr>
              <a:t> </a:t>
            </a:r>
            <a:r>
              <a:rPr lang="vi-VN" b="0" i="0" dirty="0" err="1">
                <a:effectLst/>
                <a:latin typeface="Arial" panose="020B0604020202020204" pitchFamily="34" charset="0"/>
              </a:rPr>
              <a:t>H.Có</a:t>
            </a:r>
            <a:r>
              <a:rPr lang="vi-VN" b="0" i="0" dirty="0">
                <a:effectLst/>
                <a:latin typeface="Arial" panose="020B0604020202020204" pitchFamily="34" charset="0"/>
              </a:rPr>
              <a:t> hai </a:t>
            </a:r>
            <a:r>
              <a:rPr lang="vi-VN" b="0" i="0" dirty="0" err="1">
                <a:effectLst/>
                <a:latin typeface="Arial" panose="020B0604020202020204" pitchFamily="34" charset="0"/>
              </a:rPr>
              <a:t>hướng</a:t>
            </a:r>
            <a:r>
              <a:rPr lang="vi-VN" b="0" i="0" dirty="0">
                <a:effectLst/>
                <a:latin typeface="Arial" panose="020B0604020202020204" pitchFamily="34" charset="0"/>
              </a:rPr>
              <a:t> </a:t>
            </a:r>
            <a:r>
              <a:rPr lang="vi-VN" b="0" i="0" dirty="0" err="1">
                <a:effectLst/>
                <a:latin typeface="Arial" panose="020B0604020202020204" pitchFamily="34" charset="0"/>
              </a:rPr>
              <a:t>tiếp</a:t>
            </a:r>
            <a:r>
              <a:rPr lang="vi-VN" b="0" i="0" dirty="0">
                <a:effectLst/>
                <a:latin typeface="Arial" panose="020B0604020202020204" pitchFamily="34" charset="0"/>
              </a:rPr>
              <a:t> </a:t>
            </a:r>
            <a:r>
              <a:rPr lang="vi-VN" b="0" i="0" dirty="0" err="1">
                <a:effectLst/>
                <a:latin typeface="Arial" panose="020B0604020202020204" pitchFamily="34" charset="0"/>
              </a:rPr>
              <a:t>cận</a:t>
            </a:r>
            <a:r>
              <a:rPr lang="vi-VN" b="0" i="0" dirty="0">
                <a:effectLst/>
                <a:latin typeface="Arial" panose="020B0604020202020204" pitchFamily="34" charset="0"/>
              </a:rPr>
              <a:t> </a:t>
            </a:r>
            <a:r>
              <a:rPr lang="vi-VN" b="0" i="0" dirty="0" err="1">
                <a:effectLst/>
                <a:latin typeface="Arial" panose="020B0604020202020204" pitchFamily="34" charset="0"/>
              </a:rPr>
              <a:t>lọc</a:t>
            </a:r>
            <a:r>
              <a:rPr lang="vi-VN" b="0" i="0" dirty="0">
                <a:effectLst/>
                <a:latin typeface="Arial" panose="020B0604020202020204" pitchFamily="34" charset="0"/>
              </a:rPr>
              <a:t> </a:t>
            </a:r>
            <a:r>
              <a:rPr lang="vi-VN" b="0" i="0" dirty="0" err="1">
                <a:effectLst/>
                <a:latin typeface="Arial" panose="020B0604020202020204" pitchFamily="34" charset="0"/>
              </a:rPr>
              <a:t>cộng</a:t>
            </a:r>
            <a:r>
              <a:rPr lang="vi-VN" b="0" i="0" dirty="0">
                <a:effectLst/>
                <a:latin typeface="Arial" panose="020B0604020202020204" pitchFamily="34" charset="0"/>
              </a:rPr>
              <a:t> </a:t>
            </a:r>
            <a:r>
              <a:rPr lang="vi-VN" b="0" i="0" dirty="0" err="1">
                <a:effectLst/>
                <a:latin typeface="Arial" panose="020B0604020202020204" pitchFamily="34" charset="0"/>
              </a:rPr>
              <a:t>tác</a:t>
            </a:r>
            <a:r>
              <a:rPr lang="vi-VN" b="0" i="0" dirty="0">
                <a:effectLst/>
                <a:latin typeface="Arial" panose="020B0604020202020204" pitchFamily="34" charset="0"/>
              </a:rPr>
              <a:t>. </a:t>
            </a:r>
            <a:r>
              <a:rPr lang="vi-VN" b="0" i="0" dirty="0" err="1">
                <a:effectLst/>
                <a:latin typeface="Arial" panose="020B0604020202020204" pitchFamily="34" charset="0"/>
              </a:rPr>
              <a:t>Thứ</a:t>
            </a:r>
            <a:r>
              <a:rPr lang="vi-VN" b="0" i="0" dirty="0">
                <a:effectLst/>
                <a:latin typeface="Arial" panose="020B0604020202020204" pitchFamily="34" charset="0"/>
              </a:rPr>
              <a:t> </a:t>
            </a:r>
            <a:r>
              <a:rPr lang="vi-VN" b="0" i="0" dirty="0" err="1">
                <a:effectLst/>
                <a:latin typeface="Arial" panose="020B0604020202020204" pitchFamily="34" charset="0"/>
              </a:rPr>
              <a:t>nhất</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a:t>
            </a:r>
            <a:r>
              <a:rPr lang="vi-VN" b="0" i="0" dirty="0">
                <a:effectLst/>
                <a:latin typeface="Arial" panose="020B0604020202020204" pitchFamily="34" charset="0"/>
              </a:rPr>
              <a:t> </a:t>
            </a:r>
            <a:r>
              <a:rPr lang="vi-VN" b="0" i="0" dirty="0" err="1">
                <a:effectLst/>
                <a:latin typeface="Arial" panose="020B0604020202020204" pitchFamily="34" charset="0"/>
              </a:rPr>
              <a:t>mức</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quan tâm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mỗi</a:t>
            </a:r>
            <a:r>
              <a:rPr lang="vi-VN" b="0" i="0" dirty="0">
                <a:effectLst/>
                <a:latin typeface="Arial" panose="020B0604020202020204" pitchFamily="34" charset="0"/>
              </a:rPr>
              <a:t> </a:t>
            </a:r>
            <a:r>
              <a:rPr lang="vi-VN" b="0" i="0" dirty="0" err="1">
                <a:effectLst/>
                <a:latin typeface="Arial" panose="020B0604020202020204" pitchFamily="34" charset="0"/>
              </a:rPr>
              <a:t>ngườidùng</a:t>
            </a:r>
            <a:r>
              <a:rPr lang="vi-VN" b="0" i="0" dirty="0">
                <a:effectLst/>
                <a:latin typeface="Arial" panose="020B0604020202020204" pitchFamily="34" charset="0"/>
              </a:rPr>
              <a:t> </a:t>
            </a:r>
            <a:r>
              <a:rPr lang="vi-VN" b="0" i="0" dirty="0" err="1">
                <a:effectLst/>
                <a:latin typeface="Arial" panose="020B0604020202020204" pitchFamily="34" charset="0"/>
              </a:rPr>
              <a:t>tới</a:t>
            </a:r>
            <a:r>
              <a:rPr lang="vi-VN" b="0" i="0" dirty="0">
                <a:effectLst/>
                <a:latin typeface="Arial" panose="020B0604020202020204" pitchFamily="34" charset="0"/>
              </a:rPr>
              <a:t> </a:t>
            </a:r>
            <a:r>
              <a:rPr lang="vi-VN" b="0" i="0" dirty="0" err="1">
                <a:effectLst/>
                <a:latin typeface="Arial" panose="020B0604020202020204" pitchFamily="34" charset="0"/>
              </a:rPr>
              <a:t>một</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dựa</a:t>
            </a:r>
            <a:r>
              <a:rPr lang="vi-VN" b="0" i="0" dirty="0">
                <a:effectLst/>
                <a:latin typeface="Arial" panose="020B0604020202020204" pitchFamily="34" charset="0"/>
              </a:rPr>
              <a:t> trên </a:t>
            </a:r>
            <a:r>
              <a:rPr lang="vi-VN" b="0" i="0" dirty="0" err="1">
                <a:effectLst/>
                <a:latin typeface="Arial" panose="020B0604020202020204" pitchFamily="34" charset="0"/>
              </a:rPr>
              <a:t>mức</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quan tâm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tương </a:t>
            </a:r>
            <a:r>
              <a:rPr lang="vi-VN" b="0" i="0" dirty="0" err="1">
                <a:effectLst/>
                <a:latin typeface="Arial" panose="020B0604020202020204" pitchFamily="34" charset="0"/>
              </a:rPr>
              <a:t>tự</a:t>
            </a:r>
            <a:r>
              <a:rPr lang="vi-VN" b="0" i="0" dirty="0">
                <a:effectLst/>
                <a:latin typeface="Arial" panose="020B0604020202020204" pitchFamily="34" charset="0"/>
              </a:rPr>
              <a:t>. </a:t>
            </a:r>
            <a:r>
              <a:rPr lang="vi-VN" b="0" i="0" dirty="0" err="1">
                <a:effectLst/>
                <a:latin typeface="Arial" panose="020B0604020202020204" pitchFamily="34" charset="0"/>
              </a:rPr>
              <a:t>Đó</a:t>
            </a:r>
            <a:r>
              <a:rPr lang="vi-VN" b="0" i="0" dirty="0">
                <a:effectLst/>
                <a:latin typeface="Arial" panose="020B0604020202020204" pitchFamily="34" charset="0"/>
              </a:rPr>
              <a:t> </a:t>
            </a:r>
            <a:r>
              <a:rPr lang="vi-VN" b="0" i="0" dirty="0" err="1">
                <a:effectLst/>
                <a:latin typeface="Arial" panose="020B0604020202020204" pitchFamily="34" charset="0"/>
              </a:rPr>
              <a:t>gọi</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a:t>
            </a:r>
            <a:r>
              <a:rPr lang="vi-VN" b="0" i="0" dirty="0" err="1">
                <a:effectLst/>
                <a:latin typeface="Arial" panose="020B0604020202020204" pitchFamily="34" charset="0"/>
              </a:rPr>
              <a:t>User-usercollaborative</a:t>
            </a:r>
            <a:r>
              <a:rPr lang="vi-VN" b="0" i="0" dirty="0">
                <a:effectLst/>
                <a:latin typeface="Arial" panose="020B0604020202020204" pitchFamily="34" charset="0"/>
              </a:rPr>
              <a:t> </a:t>
            </a:r>
            <a:r>
              <a:rPr lang="vi-VN" b="0" i="0" dirty="0" err="1">
                <a:effectLst/>
                <a:latin typeface="Arial" panose="020B0604020202020204" pitchFamily="34" charset="0"/>
              </a:rPr>
              <a:t>filtering</a:t>
            </a:r>
            <a:r>
              <a:rPr lang="vi-VN" b="0" i="0" dirty="0">
                <a:effectLst/>
                <a:latin typeface="Arial" panose="020B0604020202020204" pitchFamily="34" charset="0"/>
              </a:rPr>
              <a:t>. </a:t>
            </a:r>
            <a:r>
              <a:rPr lang="vi-VN" b="0" i="0" dirty="0" err="1">
                <a:effectLst/>
                <a:latin typeface="Arial" panose="020B0604020202020204" pitchFamily="34" charset="0"/>
              </a:rPr>
              <a:t>Thứ</a:t>
            </a:r>
            <a:r>
              <a:rPr lang="vi-VN" b="0" i="0" dirty="0">
                <a:effectLst/>
                <a:latin typeface="Arial" panose="020B0604020202020204" pitchFamily="34" charset="0"/>
              </a:rPr>
              <a:t> hai </a:t>
            </a:r>
            <a:r>
              <a:rPr lang="vi-VN" b="0" i="0" dirty="0" err="1">
                <a:effectLst/>
                <a:latin typeface="Arial" panose="020B0604020202020204" pitchFamily="34" charset="0"/>
              </a:rPr>
              <a:t>là</a:t>
            </a:r>
            <a:r>
              <a:rPr lang="vi-VN" b="0" i="0" dirty="0">
                <a:effectLst/>
                <a:latin typeface="Arial" panose="020B0604020202020204" pitchFamily="34" charset="0"/>
              </a:rPr>
              <a:t> thay </a:t>
            </a:r>
            <a:r>
              <a:rPr lang="vi-VN" b="0" i="0" dirty="0" err="1">
                <a:effectLst/>
                <a:latin typeface="Arial" panose="020B0604020202020204" pitchFamily="34" charset="0"/>
              </a:rPr>
              <a:t>vì</a:t>
            </a:r>
            <a:r>
              <a:rPr lang="vi-VN" b="0" i="0" dirty="0">
                <a:effectLst/>
                <a:latin typeface="Arial" panose="020B0604020202020204" pitchFamily="34" charset="0"/>
              </a:rPr>
              <a:t>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tương </a:t>
            </a:r>
            <a:r>
              <a:rPr lang="vi-VN" b="0" i="0" dirty="0" err="1">
                <a:effectLst/>
                <a:latin typeface="Arial" panose="020B0604020202020204" pitchFamily="34" charset="0"/>
              </a:rPr>
              <a:t>tự</a:t>
            </a:r>
            <a:r>
              <a:rPr lang="vi-VN" b="0" i="0" dirty="0">
                <a:effectLst/>
                <a:latin typeface="Arial" panose="020B0604020202020204" pitchFamily="34" charset="0"/>
              </a:rPr>
              <a:t>,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a:t>
            </a:r>
            <a:r>
              <a:rPr lang="vi-VN" b="0" i="0" dirty="0" err="1">
                <a:effectLst/>
                <a:latin typeface="Arial" panose="020B0604020202020204" pitchFamily="34" charset="0"/>
              </a:rPr>
              <a:t>sẽ</a:t>
            </a:r>
            <a:r>
              <a:rPr lang="vi-VN" b="0" i="0" dirty="0">
                <a:effectLst/>
                <a:latin typeface="Arial" panose="020B0604020202020204" pitchFamily="34" charset="0"/>
              </a:rPr>
              <a:t>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địnhcác</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tương </a:t>
            </a:r>
            <a:r>
              <a:rPr lang="vi-VN" b="0" i="0" dirty="0" err="1">
                <a:effectLst/>
                <a:latin typeface="Arial" panose="020B0604020202020204" pitchFamily="34" charset="0"/>
              </a:rPr>
              <a:t>tự</a:t>
            </a:r>
            <a:r>
              <a:rPr lang="vi-VN" b="0" i="0" dirty="0">
                <a:effectLst/>
                <a:latin typeface="Arial" panose="020B0604020202020204" pitchFamily="34" charset="0"/>
              </a:rPr>
              <a:t>. </a:t>
            </a:r>
            <a:r>
              <a:rPr lang="vi-VN" b="0" i="0" dirty="0" err="1">
                <a:effectLst/>
                <a:latin typeface="Arial" panose="020B0604020202020204" pitchFamily="34" charset="0"/>
              </a:rPr>
              <a:t>Từ</a:t>
            </a:r>
            <a:r>
              <a:rPr lang="vi-VN" b="0" i="0" dirty="0">
                <a:effectLst/>
                <a:latin typeface="Arial" panose="020B0604020202020204" pitchFamily="34" charset="0"/>
              </a:rPr>
              <a:t> </a:t>
            </a:r>
            <a:r>
              <a:rPr lang="vi-VN" b="0" i="0" dirty="0" err="1">
                <a:effectLst/>
                <a:latin typeface="Arial" panose="020B0604020202020204" pitchFamily="34" charset="0"/>
              </a:rPr>
              <a:t>đó</a:t>
            </a:r>
            <a:r>
              <a:rPr lang="vi-VN" b="0" i="0" dirty="0">
                <a:effectLst/>
                <a:latin typeface="Arial" panose="020B0604020202020204" pitchFamily="34" charset="0"/>
              </a:rPr>
              <a:t>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a:t>
            </a:r>
            <a:r>
              <a:rPr lang="vi-VN" b="0" i="0" dirty="0" err="1">
                <a:effectLst/>
                <a:latin typeface="Arial" panose="020B0604020202020204" pitchFamily="34" charset="0"/>
              </a:rPr>
              <a:t>gợi</a:t>
            </a:r>
            <a:r>
              <a:rPr lang="vi-VN" b="0" i="0" dirty="0">
                <a:effectLst/>
                <a:latin typeface="Arial" panose="020B0604020202020204" pitchFamily="34" charset="0"/>
              </a:rPr>
              <a:t> ý </a:t>
            </a:r>
            <a:r>
              <a:rPr lang="vi-VN" b="0" i="0" dirty="0" err="1">
                <a:effectLst/>
                <a:latin typeface="Arial" panose="020B0604020202020204" pitchFamily="34" charset="0"/>
              </a:rPr>
              <a:t>những</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gần</a:t>
            </a:r>
            <a:r>
              <a:rPr lang="vi-VN" b="0" i="0" dirty="0">
                <a:effectLst/>
                <a:latin typeface="Arial" panose="020B0604020202020204" pitchFamily="34" charset="0"/>
              </a:rPr>
              <a:t> </a:t>
            </a:r>
            <a:r>
              <a:rPr lang="vi-VN" b="0" i="0" dirty="0" err="1">
                <a:effectLst/>
                <a:latin typeface="Arial" panose="020B0604020202020204" pitchFamily="34" charset="0"/>
              </a:rPr>
              <a:t>giống</a:t>
            </a:r>
            <a:r>
              <a:rPr lang="vi-VN" b="0" i="0" dirty="0">
                <a:effectLst/>
                <a:latin typeface="Arial" panose="020B0604020202020204" pitchFamily="34" charset="0"/>
              </a:rPr>
              <a:t>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những</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màngười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mức</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quan tâm cao.</a:t>
            </a:r>
            <a:endParaRPr dirty="0"/>
          </a:p>
        </p:txBody>
      </p:sp>
    </p:spTree>
    <p:extLst>
      <p:ext uri="{BB962C8B-B14F-4D97-AF65-F5344CB8AC3E}">
        <p14:creationId xmlns:p14="http://schemas.microsoft.com/office/powerpoint/2010/main" val="33841766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b="0" i="0" dirty="0" err="1">
                <a:effectLst/>
                <a:latin typeface="Arial" panose="020B0604020202020204" pitchFamily="34" charset="0"/>
              </a:rPr>
              <a:t>Đầu</a:t>
            </a:r>
            <a:r>
              <a:rPr lang="vi-VN" b="0" i="0" dirty="0">
                <a:effectLst/>
                <a:latin typeface="Arial" panose="020B0604020202020204" pitchFamily="34" charset="0"/>
              </a:rPr>
              <a:t> tiên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hướng</a:t>
            </a:r>
            <a:r>
              <a:rPr lang="vi-VN" b="0" i="0" dirty="0">
                <a:effectLst/>
                <a:latin typeface="Arial" panose="020B0604020202020204" pitchFamily="34" charset="0"/>
              </a:rPr>
              <a:t> </a:t>
            </a:r>
            <a:r>
              <a:rPr lang="vi-VN" b="0" i="0" dirty="0" err="1">
                <a:effectLst/>
                <a:latin typeface="Arial" panose="020B0604020202020204" pitchFamily="34" charset="0"/>
              </a:rPr>
              <a:t>tiếp</a:t>
            </a:r>
            <a:r>
              <a:rPr lang="vi-VN" b="0" i="0" dirty="0">
                <a:effectLst/>
                <a:latin typeface="Arial" panose="020B0604020202020204" pitchFamily="34" charset="0"/>
              </a:rPr>
              <a:t> </a:t>
            </a:r>
            <a:r>
              <a:rPr lang="vi-VN" b="0" i="0" dirty="0" err="1">
                <a:effectLst/>
                <a:latin typeface="Arial" panose="020B0604020202020204" pitchFamily="34" charset="0"/>
              </a:rPr>
              <a:t>cận</a:t>
            </a:r>
            <a:r>
              <a:rPr lang="vi-VN" b="0" i="0" dirty="0">
                <a:effectLst/>
                <a:latin typeface="Arial" panose="020B0604020202020204" pitchFamily="34" charset="0"/>
              </a:rPr>
              <a:t> </a:t>
            </a:r>
            <a:r>
              <a:rPr lang="vi-VN" b="0" i="0" dirty="0" err="1">
                <a:effectLst/>
                <a:latin typeface="Arial" panose="020B0604020202020204" pitchFamily="34" charset="0"/>
              </a:rPr>
              <a:t>dựa</a:t>
            </a:r>
            <a:r>
              <a:rPr lang="vi-VN" b="0" i="0" dirty="0">
                <a:effectLst/>
                <a:latin typeface="Arial" panose="020B0604020202020204" pitchFamily="34" charset="0"/>
              </a:rPr>
              <a:t> trên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tương </a:t>
            </a:r>
            <a:r>
              <a:rPr lang="vi-VN" b="0" i="0" dirty="0" err="1">
                <a:effectLst/>
                <a:latin typeface="Arial" panose="020B0604020202020204" pitchFamily="34" charset="0"/>
              </a:rPr>
              <a:t>tự</a:t>
            </a:r>
            <a:r>
              <a:rPr lang="vi-VN" b="0" i="0" dirty="0">
                <a:effectLst/>
                <a:latin typeface="Arial" panose="020B0604020202020204" pitchFamily="34" charset="0"/>
              </a:rPr>
              <a:t> </a:t>
            </a:r>
            <a:r>
              <a:rPr lang="vi-VN" b="0" i="0" dirty="0" err="1">
                <a:effectLst/>
                <a:latin typeface="Arial" panose="020B0604020202020204" pitchFamily="34" charset="0"/>
              </a:rPr>
              <a:t>chúngtôi</a:t>
            </a:r>
            <a:r>
              <a:rPr lang="vi-VN" b="0" i="0" dirty="0">
                <a:effectLst/>
                <a:latin typeface="Arial" panose="020B0604020202020204" pitchFamily="34" charset="0"/>
              </a:rPr>
              <a:t> </a:t>
            </a:r>
            <a:r>
              <a:rPr lang="vi-VN" b="0" i="0" dirty="0" err="1">
                <a:effectLst/>
                <a:latin typeface="Arial" panose="020B0604020202020204" pitchFamily="34" charset="0"/>
              </a:rPr>
              <a:t>khởi</a:t>
            </a:r>
            <a:r>
              <a:rPr lang="vi-VN" b="0" i="0" dirty="0">
                <a:effectLst/>
                <a:latin typeface="Arial" panose="020B0604020202020204" pitchFamily="34" charset="0"/>
              </a:rPr>
              <a:t> </a:t>
            </a:r>
            <a:r>
              <a:rPr lang="vi-VN" b="0" i="0" dirty="0" err="1">
                <a:effectLst/>
                <a:latin typeface="Arial" panose="020B0604020202020204" pitchFamily="34" charset="0"/>
              </a:rPr>
              <a:t>tạo</a:t>
            </a:r>
            <a:r>
              <a:rPr lang="vi-VN" b="0" i="0" dirty="0">
                <a:effectLst/>
                <a:latin typeface="Arial" panose="020B0604020202020204" pitchFamily="34" charset="0"/>
              </a:rPr>
              <a:t>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dữ</a:t>
            </a:r>
            <a:r>
              <a:rPr lang="vi-VN" b="0" i="0" dirty="0">
                <a:effectLst/>
                <a:latin typeface="Arial" panose="020B0604020202020204" pitchFamily="34" charset="0"/>
              </a:rPr>
              <a:t> </a:t>
            </a:r>
            <a:r>
              <a:rPr lang="vi-VN" b="0" i="0" dirty="0" err="1">
                <a:effectLst/>
                <a:latin typeface="Arial" panose="020B0604020202020204" pitchFamily="34" charset="0"/>
              </a:rPr>
              <a:t>liệu</a:t>
            </a:r>
            <a:r>
              <a:rPr lang="vi-VN" b="0" i="0" dirty="0">
                <a:effectLst/>
                <a:latin typeface="Arial" panose="020B0604020202020204" pitchFamily="34" charset="0"/>
              </a:rPr>
              <a:t> </a:t>
            </a:r>
            <a:r>
              <a:rPr lang="vi-VN" b="0" i="0" dirty="0" err="1">
                <a:effectLst/>
                <a:latin typeface="Arial" panose="020B0604020202020204" pitchFamily="34" charset="0"/>
              </a:rPr>
              <a:t>dựa</a:t>
            </a:r>
            <a:r>
              <a:rPr lang="vi-VN" b="0" i="0" dirty="0">
                <a:effectLst/>
                <a:latin typeface="Arial" panose="020B0604020202020204" pitchFamily="34" charset="0"/>
              </a:rPr>
              <a:t> trên 3 </a:t>
            </a:r>
            <a:r>
              <a:rPr lang="vi-VN" b="0" i="0" dirty="0" err="1">
                <a:effectLst/>
                <a:latin typeface="Arial" panose="020B0604020202020204" pitchFamily="34" charset="0"/>
              </a:rPr>
              <a:t>thành</a:t>
            </a:r>
            <a:r>
              <a:rPr lang="vi-VN" b="0" i="0" dirty="0">
                <a:effectLst/>
                <a:latin typeface="Arial" panose="020B0604020202020204" pitchFamily="34" charset="0"/>
              </a:rPr>
              <a:t> </a:t>
            </a:r>
            <a:r>
              <a:rPr lang="vi-VN" b="0" i="0" dirty="0" err="1">
                <a:effectLst/>
                <a:latin typeface="Arial" panose="020B0604020202020204" pitchFamily="34" charset="0"/>
              </a:rPr>
              <a:t>phần</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phim, </a:t>
            </a:r>
            <a:r>
              <a:rPr lang="vi-VN" b="0" i="0" dirty="0" err="1">
                <a:effectLst/>
                <a:latin typeface="Arial" panose="020B0604020202020204" pitchFamily="34" charset="0"/>
              </a:rPr>
              <a:t>đánh</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dữliệu</a:t>
            </a:r>
            <a:r>
              <a:rPr lang="vi-VN" b="0" i="0" dirty="0">
                <a:effectLst/>
                <a:latin typeface="Arial" panose="020B0604020202020204" pitchFamily="34" charset="0"/>
              </a:rPr>
              <a:t> sau khi </a:t>
            </a:r>
            <a:r>
              <a:rPr lang="vi-VN" b="0" i="0" dirty="0" err="1">
                <a:effectLst/>
                <a:latin typeface="Arial" panose="020B0604020202020204" pitchFamily="34" charset="0"/>
              </a:rPr>
              <a:t>tạo</a:t>
            </a:r>
            <a:r>
              <a:rPr lang="vi-VN" b="0" i="0" dirty="0">
                <a:effectLst/>
                <a:latin typeface="Arial" panose="020B0604020202020204" pitchFamily="34" charset="0"/>
              </a:rPr>
              <a:t> </a:t>
            </a:r>
            <a:r>
              <a:rPr lang="vi-VN" b="0" i="0" dirty="0" err="1">
                <a:effectLst/>
                <a:latin typeface="Arial" panose="020B0604020202020204" pitchFamily="34" charset="0"/>
              </a:rPr>
              <a:t>thành</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kích</a:t>
            </a:r>
            <a:r>
              <a:rPr lang="vi-VN" b="0" i="0" dirty="0">
                <a:effectLst/>
                <a:latin typeface="Arial" panose="020B0604020202020204" pitchFamily="34" charset="0"/>
              </a:rPr>
              <a:t> </a:t>
            </a:r>
            <a:r>
              <a:rPr lang="vi-VN" b="0" i="0" dirty="0" err="1">
                <a:effectLst/>
                <a:latin typeface="Arial" panose="020B0604020202020204" pitchFamily="34" charset="0"/>
              </a:rPr>
              <a:t>thước</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160x9742 (tương </a:t>
            </a:r>
            <a:r>
              <a:rPr lang="vi-VN" b="0" i="0" dirty="0" err="1">
                <a:effectLst/>
                <a:latin typeface="Arial" panose="020B0604020202020204" pitchFamily="34" charset="0"/>
              </a:rPr>
              <a:t>ứng</a:t>
            </a:r>
            <a:r>
              <a:rPr lang="vi-VN" b="0" i="0" dirty="0">
                <a:effectLst/>
                <a:latin typeface="Arial" panose="020B0604020202020204" pitchFamily="34" charset="0"/>
              </a:rPr>
              <a:t> </a:t>
            </a:r>
            <a:r>
              <a:rPr lang="vi-VN" b="0" i="0" dirty="0" err="1">
                <a:effectLst/>
                <a:latin typeface="Arial" panose="020B0604020202020204" pitchFamily="34" charset="0"/>
              </a:rPr>
              <a:t>với</a:t>
            </a:r>
            <a:r>
              <a:rPr lang="vi-VN" b="0" i="0" dirty="0">
                <a:effectLst/>
                <a:latin typeface="Arial" panose="020B0604020202020204" pitchFamily="34" charset="0"/>
              </a:rPr>
              <a:t> 160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và</a:t>
            </a:r>
            <a:r>
              <a:rPr lang="vi-VN" b="0" i="0" dirty="0">
                <a:effectLst/>
                <a:latin typeface="Arial" panose="020B0604020202020204" pitchFamily="34" charset="0"/>
              </a:rPr>
              <a:t> 9742 </a:t>
            </a:r>
            <a:r>
              <a:rPr lang="vi-VN" b="0" i="0" dirty="0" err="1">
                <a:effectLst/>
                <a:latin typeface="Arial" panose="020B0604020202020204" pitchFamily="34" charset="0"/>
              </a:rPr>
              <a:t>bộphim</a:t>
            </a:r>
            <a:r>
              <a:rPr lang="vi-VN" b="0" i="0" dirty="0">
                <a:effectLst/>
                <a:latin typeface="Arial" panose="020B0604020202020204" pitchFamily="34" charset="0"/>
              </a:rPr>
              <a:t>).Ma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tạo</a:t>
            </a:r>
            <a:r>
              <a:rPr lang="vi-VN" b="0" i="0" dirty="0">
                <a:effectLst/>
                <a:latin typeface="Arial" panose="020B0604020202020204" pitchFamily="34" charset="0"/>
              </a:rPr>
              <a:t> </a:t>
            </a:r>
            <a:r>
              <a:rPr lang="vi-VN" b="0" i="0" dirty="0" err="1">
                <a:effectLst/>
                <a:latin typeface="Arial" panose="020B0604020202020204" pitchFamily="34" charset="0"/>
              </a:rPr>
              <a:t>thành</a:t>
            </a:r>
            <a:r>
              <a:rPr lang="vi-VN" b="0" i="0" dirty="0">
                <a:effectLst/>
                <a:latin typeface="Arial" panose="020B0604020202020204" pitchFamily="34" charset="0"/>
              </a:rPr>
              <a:t> </a:t>
            </a:r>
            <a:r>
              <a:rPr lang="vi-VN" b="0" i="0" dirty="0" err="1">
                <a:effectLst/>
                <a:latin typeface="Arial" panose="020B0604020202020204" pitchFamily="34" charset="0"/>
              </a:rPr>
              <a:t>được</a:t>
            </a:r>
            <a:r>
              <a:rPr lang="vi-VN" b="0" i="0" dirty="0">
                <a:effectLst/>
                <a:latin typeface="Arial" panose="020B0604020202020204" pitchFamily="34" charset="0"/>
              </a:rPr>
              <a:t> </a:t>
            </a:r>
            <a:r>
              <a:rPr lang="vi-VN" b="0" i="0" dirty="0" err="1">
                <a:effectLst/>
                <a:latin typeface="Arial" panose="020B0604020202020204" pitchFamily="34" charset="0"/>
              </a:rPr>
              <a:t>kết</a:t>
            </a:r>
            <a:r>
              <a:rPr lang="vi-VN" b="0" i="0" dirty="0">
                <a:effectLst/>
                <a:latin typeface="Arial" panose="020B0604020202020204" pitchFamily="34" charset="0"/>
              </a:rPr>
              <a:t> </a:t>
            </a:r>
            <a:r>
              <a:rPr lang="vi-VN" b="0" i="0" dirty="0" err="1">
                <a:effectLst/>
                <a:latin typeface="Arial" panose="020B0604020202020204" pitchFamily="34" charset="0"/>
              </a:rPr>
              <a:t>hợp</a:t>
            </a:r>
            <a:r>
              <a:rPr lang="vi-VN" b="0" i="0" dirty="0">
                <a:effectLst/>
                <a:latin typeface="Arial" panose="020B0604020202020204" pitchFamily="34" charset="0"/>
              </a:rPr>
              <a:t> </a:t>
            </a:r>
            <a:r>
              <a:rPr lang="vi-VN" b="0" i="0" dirty="0" err="1">
                <a:effectLst/>
                <a:latin typeface="Arial" panose="020B0604020202020204" pitchFamily="34" charset="0"/>
              </a:rPr>
              <a:t>bởi</a:t>
            </a:r>
            <a:r>
              <a:rPr lang="vi-VN" b="0" i="0" dirty="0">
                <a:effectLst/>
                <a:latin typeface="Arial" panose="020B0604020202020204" pitchFamily="34" charset="0"/>
              </a:rPr>
              <a:t> 2 </a:t>
            </a:r>
            <a:r>
              <a:rPr lang="vi-VN" b="0" i="0" dirty="0" err="1">
                <a:effectLst/>
                <a:latin typeface="Arial" panose="020B0604020202020204" pitchFamily="34" charset="0"/>
              </a:rPr>
              <a:t>tập</a:t>
            </a:r>
            <a:r>
              <a:rPr lang="vi-VN" b="0" i="0" dirty="0">
                <a:effectLst/>
                <a:latin typeface="Arial" panose="020B0604020202020204" pitchFamily="34" charset="0"/>
              </a:rPr>
              <a:t> </a:t>
            </a:r>
            <a:r>
              <a:rPr lang="vi-VN" b="0" i="0" dirty="0" err="1">
                <a:effectLst/>
                <a:latin typeface="Arial" panose="020B0604020202020204" pitchFamily="34" charset="0"/>
              </a:rPr>
              <a:t>train</a:t>
            </a:r>
            <a:r>
              <a:rPr lang="vi-VN" b="0" i="0" dirty="0">
                <a:effectLst/>
                <a:latin typeface="Arial" panose="020B0604020202020204" pitchFamily="34" charset="0"/>
              </a:rPr>
              <a:t>, </a:t>
            </a:r>
            <a:r>
              <a:rPr lang="vi-VN" b="0" i="0" dirty="0" err="1">
                <a:effectLst/>
                <a:latin typeface="Arial" panose="020B0604020202020204" pitchFamily="34" charset="0"/>
              </a:rPr>
              <a:t>test</a:t>
            </a:r>
            <a:r>
              <a:rPr lang="vi-VN" b="0" i="0" dirty="0">
                <a:effectLst/>
                <a:latin typeface="Arial" panose="020B0604020202020204" pitchFamily="34" charset="0"/>
              </a:rPr>
              <a:t> (</a:t>
            </a:r>
            <a:r>
              <a:rPr lang="vi-VN" b="0" i="0" dirty="0" err="1">
                <a:effectLst/>
                <a:latin typeface="Arial" panose="020B0604020202020204" pitchFamily="34" charset="0"/>
              </a:rPr>
              <a:t>rating</a:t>
            </a:r>
            <a:r>
              <a:rPr lang="vi-VN" b="0" i="0" dirty="0">
                <a:effectLst/>
                <a:latin typeface="Arial" panose="020B0604020202020204" pitchFamily="34" charset="0"/>
              </a:rPr>
              <a:t> trong </a:t>
            </a:r>
            <a:r>
              <a:rPr lang="vi-VN" b="0" i="0" dirty="0" err="1">
                <a:effectLst/>
                <a:latin typeface="Arial" panose="020B0604020202020204" pitchFamily="34" charset="0"/>
              </a:rPr>
              <a:t>tập</a:t>
            </a:r>
            <a:r>
              <a:rPr lang="vi-VN" b="0" i="0" dirty="0">
                <a:effectLst/>
                <a:latin typeface="Arial" panose="020B0604020202020204" pitchFamily="34" charset="0"/>
              </a:rPr>
              <a:t> </a:t>
            </a:r>
            <a:r>
              <a:rPr lang="vi-VN" b="0" i="0" dirty="0" err="1">
                <a:effectLst/>
                <a:latin typeface="Arial" panose="020B0604020202020204" pitchFamily="34" charset="0"/>
              </a:rPr>
              <a:t>test</a:t>
            </a:r>
            <a:r>
              <a:rPr lang="vi-VN" b="0" i="0" dirty="0">
                <a:effectLst/>
                <a:latin typeface="Arial" panose="020B0604020202020204" pitchFamily="34" charset="0"/>
              </a:rPr>
              <a:t> </a:t>
            </a:r>
            <a:r>
              <a:rPr lang="vi-VN" b="0" i="0" dirty="0" err="1">
                <a:effectLst/>
                <a:latin typeface="Arial" panose="020B0604020202020204" pitchFamily="34" charset="0"/>
              </a:rPr>
              <a:t>đã</a:t>
            </a:r>
            <a:r>
              <a:rPr lang="vi-VN" b="0" i="0" dirty="0">
                <a:effectLst/>
                <a:latin typeface="Arial" panose="020B0604020202020204" pitchFamily="34" charset="0"/>
              </a:rPr>
              <a:t> </a:t>
            </a:r>
            <a:r>
              <a:rPr lang="vi-VN" b="0" i="0" dirty="0" err="1">
                <a:effectLst/>
                <a:latin typeface="Arial" panose="020B0604020202020204" pitchFamily="34" charset="0"/>
              </a:rPr>
              <a:t>được</a:t>
            </a:r>
            <a:r>
              <a:rPr lang="vi-VN" b="0" i="0" dirty="0">
                <a:effectLst/>
                <a:latin typeface="Arial" panose="020B0604020202020204" pitchFamily="34" charset="0"/>
              </a:rPr>
              <a:t> </a:t>
            </a:r>
            <a:r>
              <a:rPr lang="vi-VN" b="0" i="0" dirty="0" err="1">
                <a:effectLst/>
                <a:latin typeface="Arial" panose="020B0604020202020204" pitchFamily="34" charset="0"/>
              </a:rPr>
              <a:t>thaythế</a:t>
            </a:r>
            <a:r>
              <a:rPr lang="vi-VN" b="0" i="0" dirty="0">
                <a:effectLst/>
                <a:latin typeface="Arial" panose="020B0604020202020204" pitchFamily="34" charset="0"/>
              </a:rPr>
              <a:t> </a:t>
            </a:r>
            <a:r>
              <a:rPr lang="vi-VN" b="0" i="0" dirty="0" err="1">
                <a:effectLst/>
                <a:latin typeface="Arial" panose="020B0604020202020204" pitchFamily="34" charset="0"/>
              </a:rPr>
              <a:t>bởi</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rỗng</a:t>
            </a:r>
            <a:r>
              <a:rPr lang="vi-VN" b="0" i="0" dirty="0">
                <a:effectLst/>
                <a:latin typeface="Arial" panose="020B0604020202020204" pitchFamily="34" charset="0"/>
              </a:rPr>
              <a:t>).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này</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rất</a:t>
            </a:r>
            <a:r>
              <a:rPr lang="vi-VN" b="0" i="0" dirty="0">
                <a:effectLst/>
                <a:latin typeface="Arial" panose="020B0604020202020204" pitchFamily="34" charset="0"/>
              </a:rPr>
              <a:t> </a:t>
            </a:r>
            <a:r>
              <a:rPr lang="vi-VN" b="0" i="0" dirty="0" err="1">
                <a:effectLst/>
                <a:latin typeface="Arial" panose="020B0604020202020204" pitchFamily="34" charset="0"/>
              </a:rPr>
              <a:t>nhiều</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khuyết</a:t>
            </a:r>
            <a:r>
              <a:rPr lang="vi-VN" b="0" i="0" dirty="0">
                <a:effectLst/>
                <a:latin typeface="Arial" panose="020B0604020202020204" pitchFamily="34" charset="0"/>
              </a:rPr>
              <a:t>. </a:t>
            </a:r>
            <a:r>
              <a:rPr lang="vi-VN" b="0" i="0" dirty="0" err="1">
                <a:effectLst/>
                <a:latin typeface="Arial" panose="020B0604020202020204" pitchFamily="34" charset="0"/>
              </a:rPr>
              <a:t>Nhiệm</a:t>
            </a:r>
            <a:r>
              <a:rPr lang="vi-VN" b="0" i="0" dirty="0">
                <a:effectLst/>
                <a:latin typeface="Arial" panose="020B0604020202020204" pitchFamily="34" charset="0"/>
              </a:rPr>
              <a:t> </a:t>
            </a:r>
            <a:r>
              <a:rPr lang="vi-VN" b="0" i="0" dirty="0" err="1">
                <a:effectLst/>
                <a:latin typeface="Arial" panose="020B0604020202020204" pitchFamily="34" charset="0"/>
              </a:rPr>
              <a:t>vụ</a:t>
            </a:r>
            <a:r>
              <a:rPr lang="vi-VN" b="0" i="0" dirty="0">
                <a:effectLst/>
                <a:latin typeface="Arial" panose="020B0604020202020204" pitchFamily="34" charset="0"/>
              </a:rPr>
              <a:t>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a:t>
            </a:r>
            <a:r>
              <a:rPr lang="vi-VN" b="0" i="0" dirty="0" err="1">
                <a:effectLst/>
                <a:latin typeface="Arial" panose="020B0604020202020204" pitchFamily="34" charset="0"/>
              </a:rPr>
              <a:t>dựavào</a:t>
            </a:r>
            <a:r>
              <a:rPr lang="vi-VN" b="0" i="0" dirty="0">
                <a:effectLst/>
                <a:latin typeface="Arial" panose="020B0604020202020204" pitchFamily="34" charset="0"/>
              </a:rPr>
              <a:t> </a:t>
            </a:r>
            <a:r>
              <a:rPr lang="vi-VN" b="0" i="0" dirty="0" err="1">
                <a:effectLst/>
                <a:latin typeface="Arial" panose="020B0604020202020204" pitchFamily="34" charset="0"/>
              </a:rPr>
              <a:t>các</a:t>
            </a:r>
            <a:r>
              <a:rPr lang="vi-VN" b="0" i="0" dirty="0">
                <a:effectLst/>
                <a:latin typeface="Arial" panose="020B0604020202020204" pitchFamily="34" charset="0"/>
              </a:rPr>
              <a:t> ô </a:t>
            </a:r>
            <a:r>
              <a:rPr lang="vi-VN" b="0" i="0" dirty="0" err="1">
                <a:effectLst/>
                <a:latin typeface="Arial" panose="020B0604020202020204" pitchFamily="34" charset="0"/>
              </a:rPr>
              <a:t>có</a:t>
            </a:r>
            <a:r>
              <a:rPr lang="vi-VN" b="0" i="0" dirty="0">
                <a:effectLst/>
                <a:latin typeface="Arial" panose="020B0604020202020204" pitchFamily="34" charset="0"/>
              </a:rPr>
              <a:t> trong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dữ</a:t>
            </a:r>
            <a:r>
              <a:rPr lang="vi-VN" b="0" i="0" dirty="0">
                <a:effectLst/>
                <a:latin typeface="Arial" panose="020B0604020202020204" pitchFamily="34" charset="0"/>
              </a:rPr>
              <a:t> </a:t>
            </a:r>
            <a:r>
              <a:rPr lang="vi-VN" b="0" i="0" dirty="0" err="1">
                <a:effectLst/>
                <a:latin typeface="Arial" panose="020B0604020202020204" pitchFamily="34" charset="0"/>
              </a:rPr>
              <a:t>liệu</a:t>
            </a:r>
            <a:r>
              <a:rPr lang="vi-VN" b="0" i="0" dirty="0">
                <a:effectLst/>
                <a:latin typeface="Arial" panose="020B0604020202020204" pitchFamily="34" charset="0"/>
              </a:rPr>
              <a:t> </a:t>
            </a:r>
            <a:r>
              <a:rPr lang="vi-VN" b="0" i="0" dirty="0" err="1">
                <a:effectLst/>
                <a:latin typeface="Arial" panose="020B0604020202020204" pitchFamily="34" charset="0"/>
              </a:rPr>
              <a:t>từ</a:t>
            </a:r>
            <a:r>
              <a:rPr lang="vi-VN" b="0" i="0" dirty="0">
                <a:effectLst/>
                <a:latin typeface="Arial" panose="020B0604020202020204" pitchFamily="34" charset="0"/>
              </a:rPr>
              <a:t> </a:t>
            </a:r>
            <a:r>
              <a:rPr lang="vi-VN" b="0" i="0" dirty="0" err="1">
                <a:effectLst/>
                <a:latin typeface="Arial" panose="020B0604020202020204" pitchFamily="34" charset="0"/>
              </a:rPr>
              <a:t>quá</a:t>
            </a:r>
            <a:r>
              <a:rPr lang="vi-VN" b="0" i="0" dirty="0">
                <a:effectLst/>
                <a:latin typeface="Arial" panose="020B0604020202020204" pitchFamily="34" charset="0"/>
              </a:rPr>
              <a:t> </a:t>
            </a:r>
            <a:r>
              <a:rPr lang="vi-VN" b="0" i="0" dirty="0" err="1">
                <a:effectLst/>
                <a:latin typeface="Arial" panose="020B0604020202020204" pitchFamily="34" charset="0"/>
              </a:rPr>
              <a:t>khứ</a:t>
            </a:r>
            <a:r>
              <a:rPr lang="vi-VN" b="0" i="0" dirty="0">
                <a:effectLst/>
                <a:latin typeface="Arial" panose="020B0604020202020204" pitchFamily="34" charset="0"/>
              </a:rPr>
              <a:t>), thông qua mô </a:t>
            </a:r>
            <a:r>
              <a:rPr lang="vi-VN" b="0" i="0" dirty="0" err="1">
                <a:effectLst/>
                <a:latin typeface="Arial" panose="020B0604020202020204" pitchFamily="34" charset="0"/>
              </a:rPr>
              <a:t>hình</a:t>
            </a:r>
            <a:r>
              <a:rPr lang="vi-VN" b="0" i="0" dirty="0">
                <a:effectLst/>
                <a:latin typeface="Arial" panose="020B0604020202020204" pitchFamily="34" charset="0"/>
              </a:rPr>
              <a:t> </a:t>
            </a:r>
            <a:r>
              <a:rPr lang="vi-VN" b="0" i="0" dirty="0" err="1">
                <a:effectLst/>
                <a:latin typeface="Arial" panose="020B0604020202020204" pitchFamily="34" charset="0"/>
              </a:rPr>
              <a:t>đã</a:t>
            </a:r>
            <a:r>
              <a:rPr lang="vi-VN" b="0" i="0" dirty="0">
                <a:effectLst/>
                <a:latin typeface="Arial" panose="020B0604020202020204" pitchFamily="34" charset="0"/>
              </a:rPr>
              <a:t> </a:t>
            </a:r>
            <a:r>
              <a:rPr lang="vi-VN" b="0" i="0" dirty="0" err="1">
                <a:effectLst/>
                <a:latin typeface="Arial" panose="020B0604020202020204" pitchFamily="34" charset="0"/>
              </a:rPr>
              <a:t>được</a:t>
            </a:r>
            <a:r>
              <a:rPr lang="vi-VN" b="0" i="0" dirty="0">
                <a:effectLst/>
                <a:latin typeface="Arial" panose="020B0604020202020204" pitchFamily="34" charset="0"/>
              </a:rPr>
              <a:t> xây </a:t>
            </a:r>
            <a:r>
              <a:rPr lang="vi-VN" b="0" i="0" dirty="0" err="1">
                <a:effectLst/>
                <a:latin typeface="Arial" panose="020B0604020202020204" pitchFamily="34" charset="0"/>
              </a:rPr>
              <a:t>dựng</a:t>
            </a:r>
            <a:r>
              <a:rPr lang="vi-VN" b="0" i="0" dirty="0">
                <a:effectLst/>
                <a:latin typeface="Arial" panose="020B0604020202020204" pitchFamily="34" charset="0"/>
              </a:rPr>
              <a:t>, </a:t>
            </a:r>
            <a:r>
              <a:rPr lang="vi-VN" b="0" i="0" dirty="0" err="1">
                <a:effectLst/>
                <a:latin typeface="Arial" panose="020B0604020202020204" pitchFamily="34" charset="0"/>
              </a:rPr>
              <a:t>dựđoán</a:t>
            </a:r>
            <a:r>
              <a:rPr lang="vi-VN" b="0" i="0" dirty="0">
                <a:effectLst/>
                <a:latin typeface="Arial" panose="020B0604020202020204" pitchFamily="34" charset="0"/>
              </a:rPr>
              <a:t> </a:t>
            </a:r>
            <a:r>
              <a:rPr lang="vi-VN" b="0" i="0" dirty="0" err="1">
                <a:effectLst/>
                <a:latin typeface="Arial" panose="020B0604020202020204" pitchFamily="34" charset="0"/>
              </a:rPr>
              <a:t>các</a:t>
            </a:r>
            <a:r>
              <a:rPr lang="vi-VN" b="0" i="0" dirty="0">
                <a:effectLst/>
                <a:latin typeface="Arial" panose="020B0604020202020204" pitchFamily="34" charset="0"/>
              </a:rPr>
              <a:t> ô </a:t>
            </a:r>
            <a:r>
              <a:rPr lang="vi-VN" b="0" i="0" dirty="0" err="1">
                <a:effectLst/>
                <a:latin typeface="Arial" panose="020B0604020202020204" pitchFamily="34" charset="0"/>
              </a:rPr>
              <a:t>còn</a:t>
            </a:r>
            <a:r>
              <a:rPr lang="vi-VN" b="0" i="0" dirty="0">
                <a:effectLst/>
                <a:latin typeface="Arial" panose="020B0604020202020204" pitchFamily="34" charset="0"/>
              </a:rPr>
              <a:t> </a:t>
            </a:r>
            <a:r>
              <a:rPr lang="vi-VN" b="0" i="0" dirty="0" err="1">
                <a:effectLst/>
                <a:latin typeface="Arial" panose="020B0604020202020204" pitchFamily="34" charset="0"/>
              </a:rPr>
              <a:t>trống</a:t>
            </a:r>
            <a:r>
              <a:rPr lang="vi-VN" b="0" i="0" dirty="0">
                <a:effectLst/>
                <a:latin typeface="Arial" panose="020B0604020202020204" pitchFamily="34" charset="0"/>
              </a:rPr>
              <a:t>. </a:t>
            </a:r>
            <a:r>
              <a:rPr lang="vi-VN" b="0" i="0" dirty="0" err="1">
                <a:effectLst/>
                <a:latin typeface="Arial" panose="020B0604020202020204" pitchFamily="34" charset="0"/>
              </a:rPr>
              <a:t>Để</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thể</a:t>
            </a:r>
            <a:r>
              <a:rPr lang="vi-VN" b="0" i="0" dirty="0">
                <a:effectLst/>
                <a:latin typeface="Arial" panose="020B0604020202020204" pitchFamily="34" charset="0"/>
              </a:rPr>
              <a:t> </a:t>
            </a:r>
            <a:r>
              <a:rPr lang="vi-VN" b="0" i="0" dirty="0" err="1">
                <a:effectLst/>
                <a:latin typeface="Arial" panose="020B0604020202020204" pitchFamily="34" charset="0"/>
              </a:rPr>
              <a:t>sử</a:t>
            </a:r>
            <a:r>
              <a:rPr lang="vi-VN" b="0" i="0" dirty="0">
                <a:effectLst/>
                <a:latin typeface="Arial" panose="020B0604020202020204" pitchFamily="34" charset="0"/>
              </a:rPr>
              <a:t> </a:t>
            </a:r>
            <a:r>
              <a:rPr lang="vi-VN" b="0" i="0" dirty="0" err="1">
                <a:effectLst/>
                <a:latin typeface="Arial" panose="020B0604020202020204" pitchFamily="34" charset="0"/>
              </a:rPr>
              <a:t>dụng</a:t>
            </a:r>
            <a:r>
              <a:rPr lang="vi-VN" b="0" i="0" dirty="0">
                <a:effectLst/>
                <a:latin typeface="Arial" panose="020B0604020202020204" pitchFamily="34" charset="0"/>
              </a:rPr>
              <a:t> cho </a:t>
            </a:r>
            <a:r>
              <a:rPr lang="vi-VN" b="0" i="0" dirty="0" err="1">
                <a:effectLst/>
                <a:latin typeface="Arial" panose="020B0604020202020204" pitchFamily="34" charset="0"/>
              </a:rPr>
              <a:t>việc</a:t>
            </a:r>
            <a:r>
              <a:rPr lang="vi-VN" b="0" i="0" dirty="0">
                <a:effectLst/>
                <a:latin typeface="Arial" panose="020B0604020202020204" pitchFamily="34" charset="0"/>
              </a:rPr>
              <a:t> </a:t>
            </a:r>
            <a:r>
              <a:rPr lang="vi-VN" b="0" i="0" dirty="0" err="1">
                <a:effectLst/>
                <a:latin typeface="Arial" panose="020B0604020202020204" pitchFamily="34" charset="0"/>
              </a:rPr>
              <a:t>tính</a:t>
            </a:r>
            <a:r>
              <a:rPr lang="vi-VN" b="0" i="0" dirty="0">
                <a:effectLst/>
                <a:latin typeface="Arial" panose="020B0604020202020204" pitchFamily="34" charset="0"/>
              </a:rPr>
              <a:t> </a:t>
            </a:r>
            <a:r>
              <a:rPr lang="vi-VN" b="0" i="0" dirty="0" err="1">
                <a:effectLst/>
                <a:latin typeface="Arial" panose="020B0604020202020204" pitchFamily="34" charset="0"/>
              </a:rPr>
              <a:t>toán</a:t>
            </a:r>
            <a:r>
              <a:rPr lang="vi-VN" b="0" i="0" dirty="0">
                <a:effectLst/>
                <a:latin typeface="Arial" panose="020B0604020202020204" pitchFamily="34" charset="0"/>
              </a:rPr>
              <a:t> </a:t>
            </a:r>
            <a:r>
              <a:rPr lang="vi-VN" b="0" i="0" dirty="0" err="1">
                <a:effectLst/>
                <a:latin typeface="Arial" panose="020B0604020202020204" pitchFamily="34" charset="0"/>
              </a:rPr>
              <a:t>thì</a:t>
            </a:r>
            <a:r>
              <a:rPr lang="vi-VN" b="0" i="0" dirty="0">
                <a:effectLst/>
                <a:latin typeface="Arial" panose="020B0604020202020204" pitchFamily="34" charset="0"/>
              </a:rPr>
              <a:t>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phải</a:t>
            </a:r>
            <a:r>
              <a:rPr lang="vi-VN" b="0" i="0" dirty="0">
                <a:effectLst/>
                <a:latin typeface="Arial" panose="020B0604020202020204" pitchFamily="34" charset="0"/>
              </a:rPr>
              <a:t> </a:t>
            </a:r>
            <a:r>
              <a:rPr lang="vi-VN" b="0" i="0" dirty="0" err="1">
                <a:effectLst/>
                <a:latin typeface="Arial" panose="020B0604020202020204" pitchFamily="34" charset="0"/>
              </a:rPr>
              <a:t>được</a:t>
            </a:r>
            <a:r>
              <a:rPr lang="vi-VN" b="0" i="0" dirty="0">
                <a:effectLst/>
                <a:latin typeface="Arial" panose="020B0604020202020204" pitchFamily="34" charset="0"/>
              </a:rPr>
              <a:t> </a:t>
            </a:r>
            <a:r>
              <a:rPr lang="vi-VN" b="0" i="0" dirty="0" err="1">
                <a:effectLst/>
                <a:latin typeface="Arial" panose="020B0604020202020204" pitchFamily="34" charset="0"/>
              </a:rPr>
              <a:t>xử</a:t>
            </a:r>
            <a:r>
              <a:rPr lang="vi-VN" b="0" i="0" dirty="0">
                <a:effectLst/>
                <a:latin typeface="Arial" panose="020B0604020202020204" pitchFamily="34" charset="0"/>
              </a:rPr>
              <a:t> </a:t>
            </a:r>
            <a:r>
              <a:rPr lang="vi-VN" b="0" i="0" dirty="0" err="1">
                <a:effectLst/>
                <a:latin typeface="Arial" panose="020B0604020202020204" pitchFamily="34" charset="0"/>
              </a:rPr>
              <a:t>lý</a:t>
            </a:r>
            <a:r>
              <a:rPr lang="vi-VN" b="0" i="0" dirty="0">
                <a:effectLst/>
                <a:latin typeface="Arial" panose="020B0604020202020204" pitchFamily="34" charset="0"/>
              </a:rPr>
              <a:t> </a:t>
            </a:r>
            <a:r>
              <a:rPr lang="vi-VN" b="0" i="0" dirty="0" err="1">
                <a:effectLst/>
                <a:latin typeface="Arial" panose="020B0604020202020204" pitchFamily="34" charset="0"/>
              </a:rPr>
              <a:t>cácgiá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khuyết</a:t>
            </a:r>
            <a:r>
              <a:rPr lang="vi-VN" b="0" i="0" dirty="0">
                <a:effectLst/>
                <a:latin typeface="Arial" panose="020B0604020202020204" pitchFamily="34" charset="0"/>
              </a:rPr>
              <a:t>. 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này</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rất</a:t>
            </a:r>
            <a:r>
              <a:rPr lang="vi-VN" b="0" i="0" dirty="0">
                <a:effectLst/>
                <a:latin typeface="Arial" panose="020B0604020202020204" pitchFamily="34" charset="0"/>
              </a:rPr>
              <a:t> </a:t>
            </a:r>
            <a:r>
              <a:rPr lang="vi-VN" b="0" i="0" dirty="0" err="1">
                <a:effectLst/>
                <a:latin typeface="Arial" panose="020B0604020202020204" pitchFamily="34" charset="0"/>
              </a:rPr>
              <a:t>nhiều</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khuyết</a:t>
            </a:r>
            <a:r>
              <a:rPr lang="vi-VN" b="0" i="0" dirty="0">
                <a:effectLst/>
                <a:latin typeface="Arial" panose="020B0604020202020204" pitchFamily="34" charset="0"/>
              </a:rPr>
              <a:t>. </a:t>
            </a:r>
            <a:r>
              <a:rPr lang="vi-VN" b="0" i="0" dirty="0" err="1">
                <a:effectLst/>
                <a:latin typeface="Arial" panose="020B0604020202020204" pitchFamily="34" charset="0"/>
              </a:rPr>
              <a:t>Nhiệm</a:t>
            </a:r>
            <a:r>
              <a:rPr lang="vi-VN" b="0" i="0" dirty="0">
                <a:effectLst/>
                <a:latin typeface="Arial" panose="020B0604020202020204" pitchFamily="34" charset="0"/>
              </a:rPr>
              <a:t> </a:t>
            </a:r>
            <a:r>
              <a:rPr lang="vi-VN" b="0" i="0" dirty="0" err="1">
                <a:effectLst/>
                <a:latin typeface="Arial" panose="020B0604020202020204" pitchFamily="34" charset="0"/>
              </a:rPr>
              <a:t>vụ</a:t>
            </a:r>
            <a:r>
              <a:rPr lang="vi-VN" b="0" i="0" dirty="0">
                <a:effectLst/>
                <a:latin typeface="Arial" panose="020B0604020202020204" pitchFamily="34" charset="0"/>
              </a:rPr>
              <a:t>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hệ</a:t>
            </a:r>
            <a:r>
              <a:rPr lang="vi-VN" b="0" i="0" dirty="0">
                <a:effectLst/>
                <a:latin typeface="Arial" panose="020B0604020202020204" pitchFamily="34" charset="0"/>
              </a:rPr>
              <a:t> </a:t>
            </a:r>
            <a:r>
              <a:rPr lang="vi-VN" b="0" i="0" dirty="0" err="1">
                <a:effectLst/>
                <a:latin typeface="Arial" panose="020B0604020202020204" pitchFamily="34" charset="0"/>
              </a:rPr>
              <a:t>thống</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a:t>
            </a:r>
            <a:r>
              <a:rPr lang="vi-VN" b="0" i="0" dirty="0" err="1">
                <a:effectLst/>
                <a:latin typeface="Arial" panose="020B0604020202020204" pitchFamily="34" charset="0"/>
              </a:rPr>
              <a:t>dựavào</a:t>
            </a:r>
            <a:r>
              <a:rPr lang="vi-VN" b="0" i="0" dirty="0">
                <a:effectLst/>
                <a:latin typeface="Arial" panose="020B0604020202020204" pitchFamily="34" charset="0"/>
              </a:rPr>
              <a:t> </a:t>
            </a:r>
            <a:r>
              <a:rPr lang="vi-VN" b="0" i="0" dirty="0" err="1">
                <a:effectLst/>
                <a:latin typeface="Arial" panose="020B0604020202020204" pitchFamily="34" charset="0"/>
              </a:rPr>
              <a:t>các</a:t>
            </a:r>
            <a:r>
              <a:rPr lang="vi-VN" b="0" i="0" dirty="0">
                <a:effectLst/>
                <a:latin typeface="Arial" panose="020B0604020202020204" pitchFamily="34" charset="0"/>
              </a:rPr>
              <a:t> ô </a:t>
            </a:r>
            <a:r>
              <a:rPr lang="vi-VN" b="0" i="0" dirty="0" err="1">
                <a:effectLst/>
                <a:latin typeface="Arial" panose="020B0604020202020204" pitchFamily="34" charset="0"/>
              </a:rPr>
              <a:t>có</a:t>
            </a:r>
            <a:r>
              <a:rPr lang="vi-VN" b="0" i="0" dirty="0">
                <a:effectLst/>
                <a:latin typeface="Arial" panose="020B0604020202020204" pitchFamily="34" charset="0"/>
              </a:rPr>
              <a:t> trong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dữ</a:t>
            </a:r>
            <a:r>
              <a:rPr lang="vi-VN" b="0" i="0" dirty="0">
                <a:effectLst/>
                <a:latin typeface="Arial" panose="020B0604020202020204" pitchFamily="34" charset="0"/>
              </a:rPr>
              <a:t> </a:t>
            </a:r>
            <a:r>
              <a:rPr lang="vi-VN" b="0" i="0" dirty="0" err="1">
                <a:effectLst/>
                <a:latin typeface="Arial" panose="020B0604020202020204" pitchFamily="34" charset="0"/>
              </a:rPr>
              <a:t>liệu</a:t>
            </a:r>
            <a:r>
              <a:rPr lang="vi-VN" b="0" i="0" dirty="0">
                <a:effectLst/>
                <a:latin typeface="Arial" panose="020B0604020202020204" pitchFamily="34" charset="0"/>
              </a:rPr>
              <a:t> </a:t>
            </a:r>
            <a:r>
              <a:rPr lang="vi-VN" b="0" i="0" dirty="0" err="1">
                <a:effectLst/>
                <a:latin typeface="Arial" panose="020B0604020202020204" pitchFamily="34" charset="0"/>
              </a:rPr>
              <a:t>từ</a:t>
            </a:r>
            <a:r>
              <a:rPr lang="vi-VN" b="0" i="0" dirty="0">
                <a:effectLst/>
                <a:latin typeface="Arial" panose="020B0604020202020204" pitchFamily="34" charset="0"/>
              </a:rPr>
              <a:t> </a:t>
            </a:r>
            <a:r>
              <a:rPr lang="vi-VN" b="0" i="0" dirty="0" err="1">
                <a:effectLst/>
                <a:latin typeface="Arial" panose="020B0604020202020204" pitchFamily="34" charset="0"/>
              </a:rPr>
              <a:t>quá</a:t>
            </a:r>
            <a:r>
              <a:rPr lang="vi-VN" b="0" i="0" dirty="0">
                <a:effectLst/>
                <a:latin typeface="Arial" panose="020B0604020202020204" pitchFamily="34" charset="0"/>
              </a:rPr>
              <a:t> </a:t>
            </a:r>
            <a:r>
              <a:rPr lang="vi-VN" b="0" i="0" dirty="0" err="1">
                <a:effectLst/>
                <a:latin typeface="Arial" panose="020B0604020202020204" pitchFamily="34" charset="0"/>
              </a:rPr>
              <a:t>khứ</a:t>
            </a:r>
            <a:r>
              <a:rPr lang="vi-VN" b="0" i="0" dirty="0">
                <a:effectLst/>
                <a:latin typeface="Arial" panose="020B0604020202020204" pitchFamily="34" charset="0"/>
              </a:rPr>
              <a:t>), thông qua mô </a:t>
            </a:r>
            <a:r>
              <a:rPr lang="vi-VN" b="0" i="0" dirty="0" err="1">
                <a:effectLst/>
                <a:latin typeface="Arial" panose="020B0604020202020204" pitchFamily="34" charset="0"/>
              </a:rPr>
              <a:t>hình</a:t>
            </a:r>
            <a:r>
              <a:rPr lang="vi-VN" b="0" i="0" dirty="0">
                <a:effectLst/>
                <a:latin typeface="Arial" panose="020B0604020202020204" pitchFamily="34" charset="0"/>
              </a:rPr>
              <a:t> </a:t>
            </a:r>
            <a:r>
              <a:rPr lang="vi-VN" b="0" i="0" dirty="0" err="1">
                <a:effectLst/>
                <a:latin typeface="Arial" panose="020B0604020202020204" pitchFamily="34" charset="0"/>
              </a:rPr>
              <a:t>đã</a:t>
            </a:r>
            <a:r>
              <a:rPr lang="vi-VN" b="0" i="0" dirty="0">
                <a:effectLst/>
                <a:latin typeface="Arial" panose="020B0604020202020204" pitchFamily="34" charset="0"/>
              </a:rPr>
              <a:t> </a:t>
            </a:r>
            <a:r>
              <a:rPr lang="vi-VN" b="0" i="0" dirty="0" err="1">
                <a:effectLst/>
                <a:latin typeface="Arial" panose="020B0604020202020204" pitchFamily="34" charset="0"/>
              </a:rPr>
              <a:t>được</a:t>
            </a:r>
            <a:r>
              <a:rPr lang="vi-VN" b="0" i="0" dirty="0">
                <a:effectLst/>
                <a:latin typeface="Arial" panose="020B0604020202020204" pitchFamily="34" charset="0"/>
              </a:rPr>
              <a:t> xây </a:t>
            </a:r>
            <a:r>
              <a:rPr lang="vi-VN" b="0" i="0" dirty="0" err="1">
                <a:effectLst/>
                <a:latin typeface="Arial" panose="020B0604020202020204" pitchFamily="34" charset="0"/>
              </a:rPr>
              <a:t>dựng</a:t>
            </a:r>
            <a:r>
              <a:rPr lang="vi-VN" b="0" i="0" dirty="0">
                <a:effectLst/>
                <a:latin typeface="Arial" panose="020B0604020202020204" pitchFamily="34" charset="0"/>
              </a:rPr>
              <a:t>, </a:t>
            </a:r>
            <a:r>
              <a:rPr lang="vi-VN" b="0" i="0" dirty="0" err="1">
                <a:effectLst/>
                <a:latin typeface="Arial" panose="020B0604020202020204" pitchFamily="34" charset="0"/>
              </a:rPr>
              <a:t>dựđoán</a:t>
            </a:r>
            <a:r>
              <a:rPr lang="vi-VN" b="0" i="0" dirty="0">
                <a:effectLst/>
                <a:latin typeface="Arial" panose="020B0604020202020204" pitchFamily="34" charset="0"/>
              </a:rPr>
              <a:t> </a:t>
            </a:r>
            <a:r>
              <a:rPr lang="vi-VN" b="0" i="0" dirty="0" err="1">
                <a:effectLst/>
                <a:latin typeface="Arial" panose="020B0604020202020204" pitchFamily="34" charset="0"/>
              </a:rPr>
              <a:t>các</a:t>
            </a:r>
            <a:r>
              <a:rPr lang="vi-VN" b="0" i="0" dirty="0">
                <a:effectLst/>
                <a:latin typeface="Arial" panose="020B0604020202020204" pitchFamily="34" charset="0"/>
              </a:rPr>
              <a:t> ô </a:t>
            </a:r>
            <a:r>
              <a:rPr lang="vi-VN" b="0" i="0" dirty="0" err="1">
                <a:effectLst/>
                <a:latin typeface="Arial" panose="020B0604020202020204" pitchFamily="34" charset="0"/>
              </a:rPr>
              <a:t>còn</a:t>
            </a:r>
            <a:r>
              <a:rPr lang="vi-VN" b="0" i="0" dirty="0">
                <a:effectLst/>
                <a:latin typeface="Arial" panose="020B0604020202020204" pitchFamily="34" charset="0"/>
              </a:rPr>
              <a:t> </a:t>
            </a:r>
            <a:r>
              <a:rPr lang="vi-VN" b="0" i="0" dirty="0" err="1">
                <a:effectLst/>
                <a:latin typeface="Arial" panose="020B0604020202020204" pitchFamily="34" charset="0"/>
              </a:rPr>
              <a:t>trống</a:t>
            </a:r>
            <a:r>
              <a:rPr lang="vi-VN" b="0" i="0" dirty="0">
                <a:effectLst/>
                <a:latin typeface="Arial" panose="020B0604020202020204" pitchFamily="34" charset="0"/>
              </a:rPr>
              <a:t>. </a:t>
            </a:r>
            <a:r>
              <a:rPr lang="vi-VN" b="0" i="0" dirty="0" err="1">
                <a:effectLst/>
                <a:latin typeface="Arial" panose="020B0604020202020204" pitchFamily="34" charset="0"/>
              </a:rPr>
              <a:t>Để</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thể</a:t>
            </a:r>
            <a:r>
              <a:rPr lang="vi-VN" b="0" i="0" dirty="0">
                <a:effectLst/>
                <a:latin typeface="Arial" panose="020B0604020202020204" pitchFamily="34" charset="0"/>
              </a:rPr>
              <a:t> </a:t>
            </a:r>
            <a:r>
              <a:rPr lang="vi-VN" b="0" i="0" dirty="0" err="1">
                <a:effectLst/>
                <a:latin typeface="Arial" panose="020B0604020202020204" pitchFamily="34" charset="0"/>
              </a:rPr>
              <a:t>sử</a:t>
            </a:r>
            <a:r>
              <a:rPr lang="vi-VN" b="0" i="0" dirty="0">
                <a:effectLst/>
                <a:latin typeface="Arial" panose="020B0604020202020204" pitchFamily="34" charset="0"/>
              </a:rPr>
              <a:t> </a:t>
            </a:r>
            <a:r>
              <a:rPr lang="vi-VN" b="0" i="0" dirty="0" err="1">
                <a:effectLst/>
                <a:latin typeface="Arial" panose="020B0604020202020204" pitchFamily="34" charset="0"/>
              </a:rPr>
              <a:t>dụng</a:t>
            </a:r>
            <a:r>
              <a:rPr lang="vi-VN" b="0" i="0" dirty="0">
                <a:effectLst/>
                <a:latin typeface="Arial" panose="020B0604020202020204" pitchFamily="34" charset="0"/>
              </a:rPr>
              <a:t> cho </a:t>
            </a:r>
            <a:r>
              <a:rPr lang="vi-VN" b="0" i="0" dirty="0" err="1">
                <a:effectLst/>
                <a:latin typeface="Arial" panose="020B0604020202020204" pitchFamily="34" charset="0"/>
              </a:rPr>
              <a:t>việc</a:t>
            </a:r>
            <a:r>
              <a:rPr lang="vi-VN" b="0" i="0" dirty="0">
                <a:effectLst/>
                <a:latin typeface="Arial" panose="020B0604020202020204" pitchFamily="34" charset="0"/>
              </a:rPr>
              <a:t> </a:t>
            </a:r>
            <a:r>
              <a:rPr lang="vi-VN" b="0" i="0" dirty="0" err="1">
                <a:effectLst/>
                <a:latin typeface="Arial" panose="020B0604020202020204" pitchFamily="34" charset="0"/>
              </a:rPr>
              <a:t>tính</a:t>
            </a:r>
            <a:r>
              <a:rPr lang="vi-VN" b="0" i="0" dirty="0">
                <a:effectLst/>
                <a:latin typeface="Arial" panose="020B0604020202020204" pitchFamily="34" charset="0"/>
              </a:rPr>
              <a:t> </a:t>
            </a:r>
            <a:r>
              <a:rPr lang="vi-VN" b="0" i="0" dirty="0" err="1">
                <a:effectLst/>
                <a:latin typeface="Arial" panose="020B0604020202020204" pitchFamily="34" charset="0"/>
              </a:rPr>
              <a:t>toán</a:t>
            </a:r>
            <a:r>
              <a:rPr lang="vi-VN" b="0" i="0" dirty="0">
                <a:effectLst/>
                <a:latin typeface="Arial" panose="020B0604020202020204" pitchFamily="34" charset="0"/>
              </a:rPr>
              <a:t> </a:t>
            </a:r>
            <a:r>
              <a:rPr lang="vi-VN" b="0" i="0" dirty="0" err="1">
                <a:effectLst/>
                <a:latin typeface="Arial" panose="020B0604020202020204" pitchFamily="34" charset="0"/>
              </a:rPr>
              <a:t>thì</a:t>
            </a:r>
            <a:r>
              <a:rPr lang="vi-VN" b="0" i="0" dirty="0">
                <a:effectLst/>
                <a:latin typeface="Arial" panose="020B0604020202020204" pitchFamily="34" charset="0"/>
              </a:rPr>
              <a:t>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phải</a:t>
            </a:r>
            <a:r>
              <a:rPr lang="vi-VN" b="0" i="0" dirty="0">
                <a:effectLst/>
                <a:latin typeface="Arial" panose="020B0604020202020204" pitchFamily="34" charset="0"/>
              </a:rPr>
              <a:t> </a:t>
            </a:r>
            <a:r>
              <a:rPr lang="vi-VN" b="0" i="0" dirty="0" err="1">
                <a:effectLst/>
                <a:latin typeface="Arial" panose="020B0604020202020204" pitchFamily="34" charset="0"/>
              </a:rPr>
              <a:t>được</a:t>
            </a:r>
            <a:r>
              <a:rPr lang="vi-VN" b="0" i="0" dirty="0">
                <a:effectLst/>
                <a:latin typeface="Arial" panose="020B0604020202020204" pitchFamily="34" charset="0"/>
              </a:rPr>
              <a:t> </a:t>
            </a:r>
            <a:r>
              <a:rPr lang="vi-VN" b="0" i="0" dirty="0" err="1">
                <a:effectLst/>
                <a:latin typeface="Arial" panose="020B0604020202020204" pitchFamily="34" charset="0"/>
              </a:rPr>
              <a:t>xử</a:t>
            </a:r>
            <a:r>
              <a:rPr lang="vi-VN" b="0" i="0" dirty="0">
                <a:effectLst/>
                <a:latin typeface="Arial" panose="020B0604020202020204" pitchFamily="34" charset="0"/>
              </a:rPr>
              <a:t> </a:t>
            </a:r>
            <a:r>
              <a:rPr lang="vi-VN" b="0" i="0" dirty="0" err="1">
                <a:effectLst/>
                <a:latin typeface="Arial" panose="020B0604020202020204" pitchFamily="34" charset="0"/>
              </a:rPr>
              <a:t>lý</a:t>
            </a:r>
            <a:r>
              <a:rPr lang="vi-VN" b="0" i="0" dirty="0">
                <a:effectLst/>
                <a:latin typeface="Arial" panose="020B0604020202020204" pitchFamily="34" charset="0"/>
              </a:rPr>
              <a:t> </a:t>
            </a:r>
            <a:r>
              <a:rPr lang="vi-VN" b="0" i="0" dirty="0" err="1">
                <a:effectLst/>
                <a:latin typeface="Arial" panose="020B0604020202020204" pitchFamily="34" charset="0"/>
              </a:rPr>
              <a:t>cácgiá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khuyết</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rất</a:t>
            </a:r>
            <a:r>
              <a:rPr lang="vi-VN" b="0" i="0" dirty="0">
                <a:effectLst/>
                <a:latin typeface="Arial" panose="020B0604020202020204" pitchFamily="34" charset="0"/>
              </a:rPr>
              <a:t> </a:t>
            </a:r>
            <a:r>
              <a:rPr lang="vi-VN" b="0" i="0" dirty="0" err="1">
                <a:effectLst/>
                <a:latin typeface="Arial" panose="020B0604020202020204" pitchFamily="34" charset="0"/>
              </a:rPr>
              <a:t>nhiều</a:t>
            </a:r>
            <a:r>
              <a:rPr lang="vi-VN" b="0" i="0" dirty="0">
                <a:effectLst/>
                <a:latin typeface="Arial" panose="020B0604020202020204" pitchFamily="34" charset="0"/>
              </a:rPr>
              <a:t> </a:t>
            </a:r>
            <a:r>
              <a:rPr lang="vi-VN" b="0" i="0" dirty="0" err="1">
                <a:effectLst/>
                <a:latin typeface="Arial" panose="020B0604020202020204" pitchFamily="34" charset="0"/>
              </a:rPr>
              <a:t>hướng</a:t>
            </a:r>
            <a:r>
              <a:rPr lang="vi-VN" b="0" i="0" dirty="0">
                <a:effectLst/>
                <a:latin typeface="Arial" panose="020B0604020202020204" pitchFamily="34" charset="0"/>
              </a:rPr>
              <a:t> </a:t>
            </a:r>
            <a:r>
              <a:rPr lang="vi-VN" b="0" i="0" dirty="0" err="1">
                <a:effectLst/>
                <a:latin typeface="Arial" panose="020B0604020202020204" pitchFamily="34" charset="0"/>
              </a:rPr>
              <a:t>xử</a:t>
            </a:r>
            <a:r>
              <a:rPr lang="vi-VN" b="0" i="0" dirty="0">
                <a:effectLst/>
                <a:latin typeface="Arial" panose="020B0604020202020204" pitchFamily="34" charset="0"/>
              </a:rPr>
              <a:t> </a:t>
            </a:r>
            <a:r>
              <a:rPr lang="vi-VN" b="0" i="0" dirty="0" err="1">
                <a:effectLst/>
                <a:latin typeface="Arial" panose="020B0604020202020204" pitchFamily="34" charset="0"/>
              </a:rPr>
              <a:t>lý</a:t>
            </a:r>
            <a:r>
              <a:rPr lang="vi-VN" b="0" i="0" dirty="0">
                <a:effectLst/>
                <a:latin typeface="Arial" panose="020B0604020202020204" pitchFamily="34" charset="0"/>
              </a:rPr>
              <a:t>, </a:t>
            </a:r>
            <a:r>
              <a:rPr lang="vi-VN" b="0" i="0" dirty="0" err="1">
                <a:effectLst/>
                <a:latin typeface="Arial" panose="020B0604020202020204" pitchFamily="34" charset="0"/>
              </a:rPr>
              <a:t>chẳng</a:t>
            </a:r>
            <a:r>
              <a:rPr lang="vi-VN" b="0" i="0" dirty="0">
                <a:effectLst/>
                <a:latin typeface="Arial" panose="020B0604020202020204" pitchFamily="34" charset="0"/>
              </a:rPr>
              <a:t> </a:t>
            </a:r>
            <a:r>
              <a:rPr lang="vi-VN" b="0" i="0" dirty="0" err="1">
                <a:effectLst/>
                <a:latin typeface="Arial" panose="020B0604020202020204" pitchFamily="34" charset="0"/>
              </a:rPr>
              <a:t>hạn</a:t>
            </a:r>
            <a:r>
              <a:rPr lang="vi-VN" b="0" i="0" dirty="0">
                <a:effectLst/>
                <a:latin typeface="Arial" panose="020B0604020202020204" pitchFamily="34" charset="0"/>
              </a:rPr>
              <a:t> như thay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khuyết</a:t>
            </a:r>
            <a:r>
              <a:rPr lang="vi-VN" b="0" i="0" dirty="0">
                <a:effectLst/>
                <a:latin typeface="Arial" panose="020B0604020202020204" pitchFamily="34" charset="0"/>
              </a:rPr>
              <a:t> </a:t>
            </a:r>
            <a:r>
              <a:rPr lang="vi-VN" b="0" i="0" dirty="0" err="1">
                <a:effectLst/>
                <a:latin typeface="Arial" panose="020B0604020202020204" pitchFamily="34" charset="0"/>
              </a:rPr>
              <a:t>bằng</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0, </a:t>
            </a:r>
            <a:r>
              <a:rPr lang="vi-VN" b="0" i="0" dirty="0" err="1">
                <a:effectLst/>
                <a:latin typeface="Arial" panose="020B0604020202020204" pitchFamily="34" charset="0"/>
              </a:rPr>
              <a:t>giátrị</a:t>
            </a:r>
            <a:r>
              <a:rPr lang="vi-VN" b="0" i="0" dirty="0">
                <a:effectLst/>
                <a:latin typeface="Arial" panose="020B0604020202020204" pitchFamily="34" charset="0"/>
              </a:rPr>
              <a:t> trung </a:t>
            </a:r>
            <a:r>
              <a:rPr lang="vi-VN" b="0" i="0" dirty="0" err="1">
                <a:effectLst/>
                <a:latin typeface="Arial" panose="020B0604020202020204" pitchFamily="34" charset="0"/>
              </a:rPr>
              <a:t>bình</a:t>
            </a:r>
            <a:r>
              <a:rPr lang="vi-VN" b="0" i="0" dirty="0">
                <a:effectLst/>
                <a:latin typeface="Arial" panose="020B0604020202020204" pitchFamily="34" charset="0"/>
              </a:rPr>
              <a:t> </a:t>
            </a:r>
            <a:r>
              <a:rPr lang="vi-VN" b="0" i="0" dirty="0" err="1">
                <a:effectLst/>
                <a:latin typeface="Arial" panose="020B0604020202020204" pitchFamily="34" charset="0"/>
              </a:rPr>
              <a:t>toàn</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a:t>
            </a:r>
            <a:r>
              <a:rPr lang="vi-VN" b="0" i="0" dirty="0" err="1">
                <a:effectLst/>
                <a:latin typeface="Arial" panose="020B0604020202020204" pitchFamily="34" charset="0"/>
              </a:rPr>
              <a:t>đánh</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trung </a:t>
            </a:r>
            <a:r>
              <a:rPr lang="vi-VN" b="0" i="0" dirty="0" err="1">
                <a:effectLst/>
                <a:latin typeface="Arial" panose="020B0604020202020204" pitchFamily="34" charset="0"/>
              </a:rPr>
              <a:t>bình</a:t>
            </a:r>
            <a:r>
              <a:rPr lang="vi-VN" b="0" i="0" dirty="0">
                <a:effectLst/>
                <a:latin typeface="Arial" panose="020B0604020202020204" pitchFamily="34" charset="0"/>
              </a:rPr>
              <a:t> </a:t>
            </a:r>
            <a:r>
              <a:rPr lang="vi-VN" b="0" i="0" dirty="0" err="1">
                <a:effectLst/>
                <a:latin typeface="Arial" panose="020B0604020202020204" pitchFamily="34" charset="0"/>
              </a:rPr>
              <a:t>ngưỡng</a:t>
            </a:r>
            <a:r>
              <a:rPr lang="vi-VN" b="0" i="0" dirty="0">
                <a:effectLst/>
                <a:latin typeface="Arial" panose="020B0604020202020204" pitchFamily="34" charset="0"/>
              </a:rPr>
              <a:t> 2.5 hay </a:t>
            </a:r>
            <a:r>
              <a:rPr lang="vi-VN" b="0" i="0" dirty="0" err="1">
                <a:effectLst/>
                <a:latin typeface="Arial" panose="020B0604020202020204" pitchFamily="34" charset="0"/>
              </a:rPr>
              <a:t>một</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ngẫu</a:t>
            </a:r>
            <a:r>
              <a:rPr lang="vi-VN" b="0" i="0" dirty="0">
                <a:effectLst/>
                <a:latin typeface="Arial" panose="020B0604020202020204" pitchFamily="34" charset="0"/>
              </a:rPr>
              <a:t> nhiên </a:t>
            </a:r>
            <a:r>
              <a:rPr lang="vi-VN" b="0" i="0" dirty="0" err="1">
                <a:effectLst/>
                <a:latin typeface="Arial" panose="020B0604020202020204" pitchFamily="34" charset="0"/>
              </a:rPr>
              <a:t>từ</a:t>
            </a:r>
            <a:r>
              <a:rPr lang="vi-VN" b="0" i="0" dirty="0">
                <a:effectLst/>
                <a:latin typeface="Arial" panose="020B0604020202020204" pitchFamily="34" charset="0"/>
              </a:rPr>
              <a:t> 0 </a:t>
            </a:r>
            <a:r>
              <a:rPr lang="vi-VN" b="0" i="0" dirty="0" err="1">
                <a:effectLst/>
                <a:latin typeface="Arial" panose="020B0604020202020204" pitchFamily="34" charset="0"/>
              </a:rPr>
              <a:t>đến</a:t>
            </a:r>
            <a:r>
              <a:rPr lang="vi-VN" b="0" i="0" dirty="0">
                <a:effectLst/>
                <a:latin typeface="Arial" panose="020B0604020202020204" pitchFamily="34" charset="0"/>
              </a:rPr>
              <a:t> 5. </a:t>
            </a:r>
            <a:endParaRPr lang="vi-VN"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vi-VN" dirty="0"/>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722256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578758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b="0" i="0" dirty="0" err="1">
                <a:effectLst/>
                <a:latin typeface="Arial" panose="020B0604020202020204" pitchFamily="34" charset="0"/>
              </a:rPr>
              <a:t>Mục</a:t>
            </a:r>
            <a:r>
              <a:rPr lang="vi-VN" b="0" i="0" dirty="0">
                <a:effectLst/>
                <a:latin typeface="Arial" panose="020B0604020202020204" pitchFamily="34" charset="0"/>
              </a:rPr>
              <a:t> </a:t>
            </a:r>
            <a:r>
              <a:rPr lang="vi-VN" b="0" i="0" dirty="0" err="1">
                <a:effectLst/>
                <a:latin typeface="Arial" panose="020B0604020202020204" pitchFamily="34" charset="0"/>
              </a:rPr>
              <a:t>đích</a:t>
            </a:r>
            <a:r>
              <a:rPr lang="vi-VN" b="0" i="0" dirty="0">
                <a:effectLst/>
                <a:latin typeface="Arial" panose="020B0604020202020204" pitchFamily="34" charset="0"/>
              </a:rPr>
              <a:t>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quá</a:t>
            </a:r>
            <a:r>
              <a:rPr lang="vi-VN" b="0" i="0" dirty="0">
                <a:effectLst/>
                <a:latin typeface="Arial" panose="020B0604020202020204" pitchFamily="34" charset="0"/>
              </a:rPr>
              <a:t> </a:t>
            </a:r>
            <a:r>
              <a:rPr lang="vi-VN" b="0" i="0" dirty="0" err="1">
                <a:effectLst/>
                <a:latin typeface="Arial" panose="020B0604020202020204" pitchFamily="34" charset="0"/>
              </a:rPr>
              <a:t>cách</a:t>
            </a:r>
            <a:r>
              <a:rPr lang="vi-VN" b="0" i="0" dirty="0">
                <a:effectLst/>
                <a:latin typeface="Arial" panose="020B0604020202020204" pitchFamily="34" charset="0"/>
              </a:rPr>
              <a:t> </a:t>
            </a:r>
            <a:r>
              <a:rPr lang="vi-VN" b="0" i="0" dirty="0" err="1">
                <a:effectLst/>
                <a:latin typeface="Arial" panose="020B0604020202020204" pitchFamily="34" charset="0"/>
              </a:rPr>
              <a:t>xử</a:t>
            </a:r>
            <a:r>
              <a:rPr lang="vi-VN" b="0" i="0" dirty="0">
                <a:effectLst/>
                <a:latin typeface="Arial" panose="020B0604020202020204" pitchFamily="34" charset="0"/>
              </a:rPr>
              <a:t> </a:t>
            </a:r>
            <a:r>
              <a:rPr lang="vi-VN" b="0" i="0" dirty="0" err="1">
                <a:effectLst/>
                <a:latin typeface="Arial" panose="020B0604020202020204" pitchFamily="34" charset="0"/>
              </a:rPr>
              <a:t>lý</a:t>
            </a:r>
            <a:r>
              <a:rPr lang="vi-VN" b="0" i="0" dirty="0">
                <a:effectLst/>
                <a:latin typeface="Arial" panose="020B0604020202020204" pitchFamily="34" charset="0"/>
              </a:rPr>
              <a:t> </a:t>
            </a:r>
            <a:r>
              <a:rPr lang="vi-VN" b="0" i="0" dirty="0" err="1">
                <a:effectLst/>
                <a:latin typeface="Arial" panose="020B0604020202020204" pitchFamily="34" charset="0"/>
              </a:rPr>
              <a:t>này</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phân </a:t>
            </a:r>
            <a:r>
              <a:rPr lang="vi-VN" b="0" i="0" dirty="0" err="1">
                <a:effectLst/>
                <a:latin typeface="Arial" panose="020B0604020202020204" pitchFamily="34" charset="0"/>
              </a:rPr>
              <a:t>loại</a:t>
            </a:r>
            <a:r>
              <a:rPr lang="vi-VN" b="0" i="0" dirty="0">
                <a:effectLst/>
                <a:latin typeface="Arial" panose="020B0604020202020204" pitchFamily="34" charset="0"/>
              </a:rPr>
              <a:t> </a:t>
            </a:r>
            <a:r>
              <a:rPr lang="vi-VN" b="0" i="0" dirty="0" err="1">
                <a:effectLst/>
                <a:latin typeface="Arial" panose="020B0604020202020204" pitchFamily="34" charset="0"/>
              </a:rPr>
              <a:t>đánh</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thành</a:t>
            </a:r>
            <a:r>
              <a:rPr lang="vi-VN" b="0" i="0" dirty="0">
                <a:effectLst/>
                <a:latin typeface="Arial" panose="020B0604020202020204" pitchFamily="34" charset="0"/>
              </a:rPr>
              <a:t> 2 </a:t>
            </a:r>
            <a:r>
              <a:rPr lang="vi-VN" b="0" i="0" dirty="0" err="1">
                <a:effectLst/>
                <a:latin typeface="Arial" panose="020B0604020202020204" pitchFamily="34" charset="0"/>
              </a:rPr>
              <a:t>loại</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trịâm</a:t>
            </a:r>
            <a:r>
              <a:rPr lang="vi-VN" b="0" i="0" dirty="0">
                <a:effectLst/>
                <a:latin typeface="Arial" panose="020B0604020202020204" pitchFamily="34" charset="0"/>
              </a:rPr>
              <a:t> </a:t>
            </a:r>
            <a:r>
              <a:rPr lang="vi-VN" b="0" i="0" dirty="0" err="1">
                <a:effectLst/>
                <a:latin typeface="Arial" panose="020B0604020202020204" pitchFamily="34" charset="0"/>
              </a:rPr>
              <a:t>và</a:t>
            </a:r>
            <a:r>
              <a:rPr lang="vi-VN" b="0" i="0" dirty="0">
                <a:effectLst/>
                <a:latin typeface="Arial" panose="020B0604020202020204" pitchFamily="34" charset="0"/>
              </a:rPr>
              <a:t> dương (</a:t>
            </a:r>
            <a:r>
              <a:rPr lang="vi-VN" b="0" i="0" dirty="0" err="1">
                <a:effectLst/>
                <a:latin typeface="Arial" panose="020B0604020202020204" pitchFamily="34" charset="0"/>
              </a:rPr>
              <a:t>để</a:t>
            </a:r>
            <a:r>
              <a:rPr lang="vi-VN" b="0" i="0" dirty="0">
                <a:effectLst/>
                <a:latin typeface="Arial" panose="020B0604020202020204" pitchFamily="34" charset="0"/>
              </a:rPr>
              <a:t> phân </a:t>
            </a:r>
            <a:r>
              <a:rPr lang="vi-VN" b="0" i="0" dirty="0" err="1">
                <a:effectLst/>
                <a:latin typeface="Arial" panose="020B0604020202020204" pitchFamily="34" charset="0"/>
              </a:rPr>
              <a:t>nhóm</a:t>
            </a:r>
            <a:r>
              <a:rPr lang="vi-VN" b="0" i="0" dirty="0">
                <a:effectLst/>
                <a:latin typeface="Arial" panose="020B0604020202020204" pitchFamily="34" charset="0"/>
              </a:rPr>
              <a:t> </a:t>
            </a:r>
            <a:r>
              <a:rPr lang="vi-VN" b="0" i="0" dirty="0" err="1">
                <a:effectLst/>
                <a:latin typeface="Arial" panose="020B0604020202020204" pitchFamily="34" charset="0"/>
              </a:rPr>
              <a:t>thích</a:t>
            </a:r>
            <a:r>
              <a:rPr lang="vi-VN" b="0" i="0" dirty="0">
                <a:effectLst/>
                <a:latin typeface="Arial" panose="020B0604020202020204" pitchFamily="34" charset="0"/>
              </a:rPr>
              <a:t> </a:t>
            </a:r>
            <a:r>
              <a:rPr lang="vi-VN" b="0" i="0" dirty="0" err="1">
                <a:effectLst/>
                <a:latin typeface="Arial" panose="020B0604020202020204" pitchFamily="34" charset="0"/>
              </a:rPr>
              <a:t>và</a:t>
            </a:r>
            <a:r>
              <a:rPr lang="vi-VN" b="0" i="0" dirty="0">
                <a:effectLst/>
                <a:latin typeface="Arial" panose="020B0604020202020204" pitchFamily="34" charset="0"/>
              </a:rPr>
              <a:t> không </a:t>
            </a:r>
            <a:r>
              <a:rPr lang="vi-VN" b="0" i="0" dirty="0" err="1">
                <a:effectLst/>
                <a:latin typeface="Arial" panose="020B0604020202020204" pitchFamily="34" charset="0"/>
              </a:rPr>
              <a:t>thích</a:t>
            </a:r>
            <a:r>
              <a:rPr lang="vi-VN" b="0" i="0" dirty="0">
                <a:effectLst/>
                <a:latin typeface="Arial" panose="020B0604020202020204" pitchFamily="34" charset="0"/>
              </a:rPr>
              <a:t> </a:t>
            </a:r>
            <a:r>
              <a:rPr lang="vi-VN" b="0" i="0" dirty="0" err="1">
                <a:effectLst/>
                <a:latin typeface="Arial" panose="020B0604020202020204" pitchFamily="34" charset="0"/>
              </a:rPr>
              <a:t>đối</a:t>
            </a:r>
            <a:r>
              <a:rPr lang="vi-VN" b="0" i="0" dirty="0">
                <a:effectLst/>
                <a:latin typeface="Arial" panose="020B0604020202020204" pitchFamily="34" charset="0"/>
              </a:rPr>
              <a:t>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mỗi</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a:t>
            </a:r>
            <a:endParaRPr dirty="0"/>
          </a:p>
        </p:txBody>
      </p:sp>
    </p:spTree>
    <p:extLst>
      <p:ext uri="{BB962C8B-B14F-4D97-AF65-F5344CB8AC3E}">
        <p14:creationId xmlns:p14="http://schemas.microsoft.com/office/powerpoint/2010/main" val="2570855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b="0" i="0" dirty="0" err="1">
                <a:effectLst/>
                <a:latin typeface="Arial" panose="020B0604020202020204" pitchFamily="34" charset="0"/>
              </a:rPr>
              <a:t>Bước</a:t>
            </a:r>
            <a:r>
              <a:rPr lang="vi-VN" b="0" i="0" dirty="0">
                <a:effectLst/>
                <a:latin typeface="Arial" panose="020B0604020202020204" pitchFamily="34" charset="0"/>
              </a:rPr>
              <a:t> </a:t>
            </a:r>
            <a:r>
              <a:rPr lang="vi-VN" b="0" i="0" dirty="0" err="1">
                <a:effectLst/>
                <a:latin typeface="Arial" panose="020B0604020202020204" pitchFamily="34" charset="0"/>
              </a:rPr>
              <a:t>tiếp</a:t>
            </a:r>
            <a:r>
              <a:rPr lang="vi-VN" b="0" i="0" dirty="0">
                <a:effectLst/>
                <a:latin typeface="Arial" panose="020B0604020202020204" pitchFamily="34" charset="0"/>
              </a:rPr>
              <a:t> </a:t>
            </a:r>
            <a:r>
              <a:rPr lang="vi-VN" b="0" i="0" dirty="0" err="1">
                <a:effectLst/>
                <a:latin typeface="Arial" panose="020B0604020202020204" pitchFamily="34" charset="0"/>
              </a:rPr>
              <a:t>đến</a:t>
            </a:r>
            <a:r>
              <a:rPr lang="vi-VN" b="0" i="0" dirty="0">
                <a:effectLst/>
                <a:latin typeface="Arial" panose="020B0604020202020204" pitchFamily="34" charset="0"/>
              </a:rPr>
              <a:t> </a:t>
            </a:r>
            <a:r>
              <a:rPr lang="vi-VN" b="0" i="0" dirty="0" err="1">
                <a:effectLst/>
                <a:latin typeface="Arial" panose="020B0604020202020204" pitchFamily="34" charset="0"/>
              </a:rPr>
              <a:t>chúngtôi</a:t>
            </a:r>
            <a:r>
              <a:rPr lang="vi-VN" b="0" i="0" dirty="0">
                <a:effectLst/>
                <a:latin typeface="Arial" panose="020B0604020202020204" pitchFamily="34" charset="0"/>
              </a:rPr>
              <a:t> </a:t>
            </a:r>
            <a:r>
              <a:rPr lang="vi-VN" b="0" i="0" dirty="0" err="1">
                <a:effectLst/>
                <a:latin typeface="Arial" panose="020B0604020202020204" pitchFamily="34" charset="0"/>
              </a:rPr>
              <a:t>tính</a:t>
            </a:r>
            <a:r>
              <a:rPr lang="vi-VN" b="0" i="0" dirty="0">
                <a:effectLst/>
                <a:latin typeface="Arial" panose="020B0604020202020204" pitchFamily="34" charset="0"/>
              </a:rPr>
              <a:t>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cosine_similarity</a:t>
            </a:r>
            <a:r>
              <a:rPr lang="vi-VN" b="0" i="0" dirty="0">
                <a:effectLst/>
                <a:latin typeface="Arial" panose="020B0604020202020204" pitchFamily="34" charset="0"/>
              </a:rPr>
              <a:t> </a:t>
            </a:r>
            <a:r>
              <a:rPr lang="vi-VN" b="0" i="0" dirty="0" err="1">
                <a:effectLst/>
                <a:latin typeface="Arial" panose="020B0604020202020204" pitchFamily="34" charset="0"/>
              </a:rPr>
              <a:t>dựa</a:t>
            </a:r>
            <a:r>
              <a:rPr lang="vi-VN" b="0" i="0" dirty="0">
                <a:effectLst/>
                <a:latin typeface="Arial" panose="020B0604020202020204" pitchFamily="34" charset="0"/>
              </a:rPr>
              <a:t> </a:t>
            </a:r>
            <a:r>
              <a:rPr lang="vi-VN" b="0" i="0" dirty="0" err="1">
                <a:effectLst/>
                <a:latin typeface="Arial" panose="020B0604020202020204" pitchFamily="34" charset="0"/>
              </a:rPr>
              <a:t>vào</a:t>
            </a:r>
            <a:r>
              <a:rPr lang="vi-VN" b="0" i="0" dirty="0">
                <a:effectLst/>
                <a:latin typeface="Arial" panose="020B0604020202020204" pitchFamily="34" charset="0"/>
              </a:rPr>
              <a:t> ma </a:t>
            </a:r>
            <a:r>
              <a:rPr lang="vi-VN" b="0" i="0" dirty="0" err="1">
                <a:effectLst/>
                <a:latin typeface="Arial" panose="020B0604020202020204" pitchFamily="34" charset="0"/>
              </a:rPr>
              <a:t>trận</a:t>
            </a:r>
            <a:r>
              <a:rPr lang="vi-VN" b="0" i="0" dirty="0">
                <a:effectLst/>
                <a:latin typeface="Arial" panose="020B0604020202020204" pitchFamily="34" charset="0"/>
              </a:rPr>
              <a:t> </a:t>
            </a:r>
            <a:r>
              <a:rPr lang="vi-VN" b="0" i="0" dirty="0" err="1">
                <a:effectLst/>
                <a:latin typeface="Arial" panose="020B0604020202020204" pitchFamily="34" charset="0"/>
              </a:rPr>
              <a:t>đã</a:t>
            </a:r>
            <a:r>
              <a:rPr lang="vi-VN" b="0" i="0" dirty="0">
                <a:effectLst/>
                <a:latin typeface="Arial" panose="020B0604020202020204" pitchFamily="34" charset="0"/>
              </a:rPr>
              <a:t> </a:t>
            </a:r>
            <a:r>
              <a:rPr lang="vi-VN" b="0" i="0" dirty="0" err="1">
                <a:effectLst/>
                <a:latin typeface="Arial" panose="020B0604020202020204" pitchFamily="34" charset="0"/>
              </a:rPr>
              <a:t>chuẩn</a:t>
            </a:r>
            <a:r>
              <a:rPr lang="vi-VN" b="0" i="0" dirty="0">
                <a:effectLst/>
                <a:latin typeface="Arial" panose="020B0604020202020204" pitchFamily="34" charset="0"/>
              </a:rPr>
              <a:t> </a:t>
            </a:r>
            <a:r>
              <a:rPr lang="vi-VN" b="0" i="0" dirty="0" err="1">
                <a:effectLst/>
                <a:latin typeface="Arial" panose="020B0604020202020204" pitchFamily="34" charset="0"/>
              </a:rPr>
              <a:t>hóa</a:t>
            </a:r>
            <a:r>
              <a:rPr lang="vi-VN" b="0" i="0" dirty="0">
                <a:effectLst/>
                <a:latin typeface="Arial" panose="020B0604020202020204" pitchFamily="34" charset="0"/>
              </a:rPr>
              <a:t> </a:t>
            </a:r>
            <a:r>
              <a:rPr lang="vi-VN" b="0" i="0" dirty="0" err="1">
                <a:effectLst/>
                <a:latin typeface="Arial" panose="020B0604020202020204" pitchFamily="34" charset="0"/>
              </a:rPr>
              <a:t>phía</a:t>
            </a:r>
            <a:r>
              <a:rPr lang="vi-VN" b="0" i="0" dirty="0">
                <a:effectLst/>
                <a:latin typeface="Arial" panose="020B0604020202020204" pitchFamily="34" charset="0"/>
              </a:rPr>
              <a:t> trên. </a:t>
            </a:r>
            <a:r>
              <a:rPr lang="vi-VN" b="0" i="0" dirty="0" err="1">
                <a:effectLst/>
                <a:latin typeface="Arial" panose="020B0604020202020204" pitchFamily="34" charset="0"/>
              </a:rPr>
              <a:t>Chúng</a:t>
            </a:r>
            <a:r>
              <a:rPr lang="vi-VN" b="0" i="0" dirty="0">
                <a:effectLst/>
                <a:latin typeface="Arial" panose="020B0604020202020204" pitchFamily="34" charset="0"/>
              </a:rPr>
              <a:t> tôi </a:t>
            </a:r>
            <a:r>
              <a:rPr lang="vi-VN" b="0" i="0" dirty="0" err="1">
                <a:effectLst/>
                <a:latin typeface="Arial" panose="020B0604020202020204" pitchFamily="34" charset="0"/>
              </a:rPr>
              <a:t>được</a:t>
            </a:r>
            <a:r>
              <a:rPr lang="vi-VN" b="0" i="0" dirty="0">
                <a:effectLst/>
                <a:latin typeface="Arial" panose="020B0604020202020204" pitchFamily="34" charset="0"/>
              </a:rPr>
              <a:t> </a:t>
            </a:r>
            <a:r>
              <a:rPr lang="vi-VN" b="0" i="0" dirty="0" err="1">
                <a:effectLst/>
                <a:latin typeface="Arial" panose="020B0604020202020204" pitchFamily="34" charset="0"/>
              </a:rPr>
              <a:t>matrận</a:t>
            </a:r>
            <a:r>
              <a:rPr lang="vi-VN" b="0" i="0" dirty="0">
                <a:effectLst/>
                <a:latin typeface="Arial" panose="020B0604020202020204" pitchFamily="34" charset="0"/>
              </a:rPr>
              <a:t> </a:t>
            </a:r>
            <a:r>
              <a:rPr lang="vi-VN" b="0" i="0" dirty="0" err="1">
                <a:effectLst/>
                <a:latin typeface="Arial" panose="020B0604020202020204" pitchFamily="34" charset="0"/>
              </a:rPr>
              <a:t>thể</a:t>
            </a:r>
            <a:r>
              <a:rPr lang="vi-VN" b="0" i="0" dirty="0">
                <a:effectLst/>
                <a:latin typeface="Arial" panose="020B0604020202020204" pitchFamily="34" charset="0"/>
              </a:rPr>
              <a:t> </a:t>
            </a:r>
            <a:r>
              <a:rPr lang="vi-VN" b="0" i="0" dirty="0" err="1">
                <a:effectLst/>
                <a:latin typeface="Arial" panose="020B0604020202020204" pitchFamily="34" charset="0"/>
              </a:rPr>
              <a:t>hiện</a:t>
            </a:r>
            <a:r>
              <a:rPr lang="vi-VN" b="0" i="0" dirty="0">
                <a:effectLst/>
                <a:latin typeface="Arial" panose="020B0604020202020204" pitchFamily="34" charset="0"/>
              </a:rPr>
              <a:t> </a:t>
            </a:r>
            <a:r>
              <a:rPr lang="vi-VN" b="0" i="0" dirty="0" err="1">
                <a:effectLst/>
                <a:latin typeface="Arial" panose="020B0604020202020204" pitchFamily="34" charset="0"/>
              </a:rPr>
              <a:t>sự</a:t>
            </a:r>
            <a:r>
              <a:rPr lang="vi-VN" b="0" i="0" dirty="0">
                <a:effectLst/>
                <a:latin typeface="Arial" panose="020B0604020202020204" pitchFamily="34" charset="0"/>
              </a:rPr>
              <a:t> tương </a:t>
            </a:r>
            <a:r>
              <a:rPr lang="vi-VN" b="0" i="0" dirty="0" err="1">
                <a:effectLst/>
                <a:latin typeface="Arial" panose="020B0604020202020204" pitchFamily="34" charset="0"/>
              </a:rPr>
              <a:t>đồng</a:t>
            </a:r>
            <a:r>
              <a:rPr lang="vi-VN" b="0" i="0" dirty="0">
                <a:effectLst/>
                <a:latin typeface="Arial" panose="020B0604020202020204" pitchFamily="34" charset="0"/>
              </a:rPr>
              <a:t> </a:t>
            </a:r>
            <a:r>
              <a:rPr lang="vi-VN" b="0" i="0" dirty="0" err="1">
                <a:effectLst/>
                <a:latin typeface="Arial" panose="020B0604020202020204" pitchFamily="34" charset="0"/>
              </a:rPr>
              <a:t>giữa</a:t>
            </a:r>
            <a:r>
              <a:rPr lang="vi-VN" b="0" i="0" dirty="0">
                <a:effectLst/>
                <a:latin typeface="Arial" panose="020B0604020202020204" pitchFamily="34" charset="0"/>
              </a:rPr>
              <a:t> </a:t>
            </a:r>
            <a:r>
              <a:rPr lang="vi-VN" b="0" i="0" dirty="0" err="1">
                <a:effectLst/>
                <a:latin typeface="Arial" panose="020B0604020202020204" pitchFamily="34" charset="0"/>
              </a:rPr>
              <a:t>các</a:t>
            </a:r>
            <a:r>
              <a:rPr lang="vi-VN" b="0" i="0" dirty="0">
                <a:effectLst/>
                <a:latin typeface="Arial" panose="020B0604020202020204" pitchFamily="34" charset="0"/>
              </a:rPr>
              <a:t>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kích</a:t>
            </a:r>
            <a:r>
              <a:rPr lang="vi-VN" b="0" i="0" dirty="0">
                <a:effectLst/>
                <a:latin typeface="Arial" panose="020B0604020202020204" pitchFamily="34" charset="0"/>
              </a:rPr>
              <a:t> </a:t>
            </a:r>
            <a:r>
              <a:rPr lang="vi-VN" b="0" i="0" dirty="0" err="1">
                <a:effectLst/>
                <a:latin typeface="Arial" panose="020B0604020202020204" pitchFamily="34" charset="0"/>
              </a:rPr>
              <a:t>thước</a:t>
            </a:r>
            <a:r>
              <a:rPr lang="vi-VN" b="0" i="0" dirty="0">
                <a:effectLst/>
                <a:latin typeface="Arial" panose="020B0604020202020204" pitchFamily="34" charset="0"/>
              </a:rPr>
              <a:t> 160x160). </a:t>
            </a:r>
            <a:r>
              <a:rPr lang="vi-VN" b="0" i="0" dirty="0" err="1">
                <a:effectLst/>
                <a:latin typeface="Arial" panose="020B0604020202020204" pitchFamily="34" charset="0"/>
              </a:rPr>
              <a:t>Kết</a:t>
            </a:r>
            <a:r>
              <a:rPr lang="vi-VN" b="0" i="0" dirty="0">
                <a:effectLst/>
                <a:latin typeface="Arial" panose="020B0604020202020204" pitchFamily="34" charset="0"/>
              </a:rPr>
              <a:t> </a:t>
            </a:r>
            <a:r>
              <a:rPr lang="vi-VN" b="0" i="0" dirty="0" err="1">
                <a:effectLst/>
                <a:latin typeface="Arial" panose="020B0604020202020204" pitchFamily="34" charset="0"/>
              </a:rPr>
              <a:t>quả</a:t>
            </a:r>
            <a:r>
              <a:rPr lang="vi-VN" b="0" i="0" dirty="0">
                <a:effectLst/>
                <a:latin typeface="Arial" panose="020B0604020202020204" pitchFamily="34" charset="0"/>
              </a:rPr>
              <a:t> </a:t>
            </a:r>
            <a:r>
              <a:rPr lang="vi-VN" b="0" i="0" dirty="0" err="1">
                <a:effectLst/>
                <a:latin typeface="Arial" panose="020B0604020202020204" pitchFamily="34" charset="0"/>
              </a:rPr>
              <a:t>của</a:t>
            </a:r>
            <a:r>
              <a:rPr lang="vi-VN" b="0" i="0" dirty="0">
                <a:effectLst/>
                <a:latin typeface="Arial" panose="020B0604020202020204" pitchFamily="34" charset="0"/>
              </a:rPr>
              <a:t> ma </a:t>
            </a:r>
            <a:r>
              <a:rPr lang="vi-VN" b="0" i="0" dirty="0" err="1">
                <a:effectLst/>
                <a:latin typeface="Arial" panose="020B0604020202020204" pitchFamily="34" charset="0"/>
              </a:rPr>
              <a:t>trậnconsine_similarity</a:t>
            </a:r>
            <a:r>
              <a:rPr lang="vi-VN" b="0" i="0" dirty="0">
                <a:effectLst/>
                <a:latin typeface="Arial" panose="020B0604020202020204" pitchFamily="34" charset="0"/>
              </a:rPr>
              <a:t> </a:t>
            </a:r>
            <a:r>
              <a:rPr lang="vi-VN" b="0" i="0" dirty="0" err="1">
                <a:effectLst/>
                <a:latin typeface="Arial" panose="020B0604020202020204" pitchFamily="34" charset="0"/>
              </a:rPr>
              <a:t>là</a:t>
            </a:r>
            <a:r>
              <a:rPr lang="vi-VN" b="0" i="0" dirty="0">
                <a:effectLst/>
                <a:latin typeface="Arial" panose="020B0604020202020204" pitchFamily="34" charset="0"/>
              </a:rPr>
              <a:t> </a:t>
            </a:r>
            <a:r>
              <a:rPr lang="vi-VN" b="0" i="0" dirty="0" err="1">
                <a:effectLst/>
                <a:latin typeface="Arial" panose="020B0604020202020204" pitchFamily="34" charset="0"/>
              </a:rPr>
              <a:t>một</a:t>
            </a:r>
            <a:r>
              <a:rPr lang="vi-VN" b="0" i="0" dirty="0">
                <a:effectLst/>
                <a:latin typeface="Arial" panose="020B0604020202020204" pitchFamily="34" charset="0"/>
              </a:rPr>
              <a:t> </a:t>
            </a:r>
            <a:r>
              <a:rPr lang="vi-VN" b="0" i="0" dirty="0" err="1">
                <a:effectLst/>
                <a:latin typeface="Arial" panose="020B0604020202020204" pitchFamily="34" charset="0"/>
              </a:rPr>
              <a:t>số</a:t>
            </a:r>
            <a:r>
              <a:rPr lang="vi-VN" b="0" i="0" dirty="0">
                <a:effectLst/>
                <a:latin typeface="Arial" panose="020B0604020202020204" pitchFamily="34" charset="0"/>
              </a:rPr>
              <a:t> </a:t>
            </a:r>
            <a:r>
              <a:rPr lang="vi-VN" b="0" i="0" dirty="0" err="1">
                <a:effectLst/>
                <a:latin typeface="Arial" panose="020B0604020202020204" pitchFamily="34" charset="0"/>
              </a:rPr>
              <a:t>từ</a:t>
            </a:r>
            <a:r>
              <a:rPr lang="vi-VN" b="0" i="0" dirty="0">
                <a:effectLst/>
                <a:latin typeface="Arial" panose="020B0604020202020204" pitchFamily="34" charset="0"/>
              </a:rPr>
              <a:t> -1 </a:t>
            </a:r>
            <a:r>
              <a:rPr lang="vi-VN" b="0" i="0" dirty="0" err="1">
                <a:effectLst/>
                <a:latin typeface="Arial" panose="020B0604020202020204" pitchFamily="34" charset="0"/>
              </a:rPr>
              <a:t>đến</a:t>
            </a:r>
            <a:r>
              <a:rPr lang="vi-VN" b="0" i="0" dirty="0">
                <a:effectLst/>
                <a:latin typeface="Arial" panose="020B0604020202020204" pitchFamily="34" charset="0"/>
              </a:rPr>
              <a:t> 1,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càng</a:t>
            </a:r>
            <a:r>
              <a:rPr lang="vi-VN" b="0" i="0" dirty="0">
                <a:effectLst/>
                <a:latin typeface="Arial" panose="020B0604020202020204" pitchFamily="34" charset="0"/>
              </a:rPr>
              <a:t> </a:t>
            </a:r>
            <a:r>
              <a:rPr lang="vi-VN" b="0" i="0" dirty="0" err="1">
                <a:effectLst/>
                <a:latin typeface="Arial" panose="020B0604020202020204" pitchFamily="34" charset="0"/>
              </a:rPr>
              <a:t>lớn</a:t>
            </a:r>
            <a:r>
              <a:rPr lang="vi-VN" b="0" i="0" dirty="0">
                <a:effectLst/>
                <a:latin typeface="Arial" panose="020B0604020202020204" pitchFamily="34" charset="0"/>
              </a:rPr>
              <a:t> </a:t>
            </a:r>
            <a:r>
              <a:rPr lang="vi-VN" b="0" i="0" dirty="0" err="1">
                <a:effectLst/>
                <a:latin typeface="Arial" panose="020B0604020202020204" pitchFamily="34" charset="0"/>
              </a:rPr>
              <a:t>thì</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tương </a:t>
            </a:r>
            <a:r>
              <a:rPr lang="vi-VN" b="0" i="0" dirty="0" err="1">
                <a:effectLst/>
                <a:latin typeface="Arial" panose="020B0604020202020204" pitchFamily="34" charset="0"/>
              </a:rPr>
              <a:t>đồng</a:t>
            </a:r>
            <a:r>
              <a:rPr lang="vi-VN" b="0" i="0" dirty="0">
                <a:effectLst/>
                <a:latin typeface="Arial" panose="020B0604020202020204" pitchFamily="34" charset="0"/>
              </a:rPr>
              <a:t> </a:t>
            </a:r>
            <a:r>
              <a:rPr lang="vi-VN" b="0" i="0" dirty="0" err="1">
                <a:effectLst/>
                <a:latin typeface="Arial" panose="020B0604020202020204" pitchFamily="34" charset="0"/>
              </a:rPr>
              <a:t>càng</a:t>
            </a:r>
            <a:r>
              <a:rPr lang="vi-VN" b="0" i="0" dirty="0">
                <a:effectLst/>
                <a:latin typeface="Arial" panose="020B0604020202020204" pitchFamily="34" charset="0"/>
              </a:rPr>
              <a:t> cao, </a:t>
            </a:r>
            <a:r>
              <a:rPr lang="vi-VN" b="0" i="0" dirty="0" err="1">
                <a:effectLst/>
                <a:latin typeface="Arial" panose="020B0604020202020204" pitchFamily="34" charset="0"/>
              </a:rPr>
              <a:t>càng</a:t>
            </a:r>
            <a:r>
              <a:rPr lang="vi-VN" b="0" i="0" dirty="0">
                <a:effectLst/>
                <a:latin typeface="Arial" panose="020B0604020202020204" pitchFamily="34" charset="0"/>
              </a:rPr>
              <a:t> </a:t>
            </a:r>
            <a:r>
              <a:rPr lang="vi-VN" b="0" i="0" dirty="0" err="1">
                <a:effectLst/>
                <a:latin typeface="Arial" panose="020B0604020202020204" pitchFamily="34" charset="0"/>
              </a:rPr>
              <a:t>nhỏthì</a:t>
            </a:r>
            <a:r>
              <a:rPr lang="vi-VN" b="0" i="0" dirty="0">
                <a:effectLst/>
                <a:latin typeface="Arial" panose="020B0604020202020204" pitchFamily="34" charset="0"/>
              </a:rPr>
              <a:t> </a:t>
            </a:r>
            <a:r>
              <a:rPr lang="vi-VN" b="0" i="0" dirty="0" err="1">
                <a:effectLst/>
                <a:latin typeface="Arial" panose="020B0604020202020204" pitchFamily="34" charset="0"/>
              </a:rPr>
              <a:t>càng</a:t>
            </a:r>
            <a:r>
              <a:rPr lang="vi-VN" b="0" i="0" dirty="0">
                <a:effectLst/>
                <a:latin typeface="Arial" panose="020B0604020202020204" pitchFamily="34" charset="0"/>
              </a:rPr>
              <a:t> </a:t>
            </a:r>
            <a:r>
              <a:rPr lang="vi-VN" b="0" i="0" dirty="0" err="1">
                <a:effectLst/>
                <a:latin typeface="Arial" panose="020B0604020202020204" pitchFamily="34" charset="0"/>
              </a:rPr>
              <a:t>đối</a:t>
            </a:r>
            <a:r>
              <a:rPr lang="vi-VN" b="0" i="0" dirty="0">
                <a:effectLst/>
                <a:latin typeface="Arial" panose="020B0604020202020204" pitchFamily="34" charset="0"/>
              </a:rPr>
              <a:t> </a:t>
            </a:r>
            <a:r>
              <a:rPr lang="vi-VN" b="0" i="0" dirty="0" err="1">
                <a:effectLst/>
                <a:latin typeface="Arial" panose="020B0604020202020204" pitchFamily="34" charset="0"/>
              </a:rPr>
              <a:t>lập</a:t>
            </a:r>
            <a:r>
              <a:rPr lang="vi-VN" b="0" i="0" dirty="0">
                <a:effectLst/>
                <a:latin typeface="Arial" panose="020B0604020202020204" pitchFamily="34" charset="0"/>
              </a:rPr>
              <a:t>.</a:t>
            </a:r>
            <a:endParaRPr dirty="0"/>
          </a:p>
        </p:txBody>
      </p:sp>
    </p:spTree>
    <p:extLst>
      <p:ext uri="{BB962C8B-B14F-4D97-AF65-F5344CB8AC3E}">
        <p14:creationId xmlns:p14="http://schemas.microsoft.com/office/powerpoint/2010/main" val="37963017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b="0" i="0" dirty="0" err="1">
                <a:effectLst/>
                <a:latin typeface="Arial" panose="020B0604020202020204" pitchFamily="34" charset="0"/>
              </a:rPr>
              <a:t>Tiếp</a:t>
            </a:r>
            <a:r>
              <a:rPr lang="vi-VN" b="0" i="0" dirty="0">
                <a:effectLst/>
                <a:latin typeface="Arial" panose="020B0604020202020204" pitchFamily="34" charset="0"/>
              </a:rPr>
              <a:t> theo </a:t>
            </a:r>
            <a:r>
              <a:rPr lang="vi-VN" b="0" i="0" dirty="0" err="1">
                <a:effectLst/>
                <a:latin typeface="Arial" panose="020B0604020202020204" pitchFamily="34" charset="0"/>
              </a:rPr>
              <a:t>chúng</a:t>
            </a:r>
            <a:r>
              <a:rPr lang="vi-VN" b="0" i="0" dirty="0">
                <a:effectLst/>
                <a:latin typeface="Arial" panose="020B0604020202020204" pitchFamily="34" charset="0"/>
              </a:rPr>
              <a:t> tôi </a:t>
            </a:r>
            <a:r>
              <a:rPr lang="vi-VN" b="0" i="0" dirty="0" err="1">
                <a:effectLst/>
                <a:latin typeface="Arial" panose="020B0604020202020204" pitchFamily="34" charset="0"/>
              </a:rPr>
              <a:t>sẽ</a:t>
            </a:r>
            <a:r>
              <a:rPr lang="vi-VN" b="0" i="0" dirty="0">
                <a:effectLst/>
                <a:latin typeface="Arial" panose="020B0604020202020204" pitchFamily="34" charset="0"/>
              </a:rPr>
              <a:t> </a:t>
            </a:r>
            <a:r>
              <a:rPr lang="vi-VN" b="0" i="0" dirty="0" err="1">
                <a:effectLst/>
                <a:latin typeface="Arial" panose="020B0604020202020204" pitchFamily="34" charset="0"/>
              </a:rPr>
              <a:t>dự</a:t>
            </a:r>
            <a:r>
              <a:rPr lang="vi-VN" b="0" i="0" dirty="0">
                <a:effectLst/>
                <a:latin typeface="Arial" panose="020B0604020202020204" pitchFamily="34" charset="0"/>
              </a:rPr>
              <a:t> </a:t>
            </a:r>
            <a:r>
              <a:rPr lang="vi-VN" b="0" i="0" dirty="0" err="1">
                <a:effectLst/>
                <a:latin typeface="Arial" panose="020B0604020202020204" pitchFamily="34" charset="0"/>
              </a:rPr>
              <a:t>đoán</a:t>
            </a:r>
            <a:r>
              <a:rPr lang="vi-VN" b="0" i="0" dirty="0">
                <a:effectLst/>
                <a:latin typeface="Arial" panose="020B0604020202020204" pitchFamily="34" charset="0"/>
              </a:rPr>
              <a:t> </a:t>
            </a:r>
            <a:r>
              <a:rPr lang="vi-VN" b="0" i="0" dirty="0" err="1">
                <a:effectLst/>
                <a:latin typeface="Arial" panose="020B0604020202020204" pitchFamily="34" charset="0"/>
              </a:rPr>
              <a:t>đánh</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một</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dựa</a:t>
            </a:r>
            <a:r>
              <a:rPr lang="vi-VN" b="0" i="0" dirty="0">
                <a:effectLst/>
                <a:latin typeface="Arial" panose="020B0604020202020204" pitchFamily="34" charset="0"/>
              </a:rPr>
              <a:t> trên 2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gần</a:t>
            </a:r>
            <a:r>
              <a:rPr lang="vi-VN" b="0" i="0" dirty="0">
                <a:effectLst/>
                <a:latin typeface="Arial" panose="020B0604020202020204" pitchFamily="34" charset="0"/>
              </a:rPr>
              <a:t> </a:t>
            </a:r>
            <a:r>
              <a:rPr lang="vi-VN" b="0" i="0" dirty="0" err="1">
                <a:effectLst/>
                <a:latin typeface="Arial" panose="020B0604020202020204" pitchFamily="34" charset="0"/>
              </a:rPr>
              <a:t>nhất,tương</a:t>
            </a:r>
            <a:r>
              <a:rPr lang="vi-VN" b="0" i="0" dirty="0">
                <a:effectLst/>
                <a:latin typeface="Arial" panose="020B0604020202020204" pitchFamily="34" charset="0"/>
              </a:rPr>
              <a:t> </a:t>
            </a:r>
            <a:r>
              <a:rPr lang="vi-VN" b="0" i="0" dirty="0" err="1">
                <a:effectLst/>
                <a:latin typeface="Arial" panose="020B0604020202020204" pitchFamily="34" charset="0"/>
              </a:rPr>
              <a:t>tự</a:t>
            </a:r>
            <a:r>
              <a:rPr lang="vi-VN" b="0" i="0" dirty="0">
                <a:effectLst/>
                <a:latin typeface="Arial" panose="020B0604020202020204" pitchFamily="34" charset="0"/>
              </a:rPr>
              <a:t> như phương </a:t>
            </a:r>
            <a:r>
              <a:rPr lang="vi-VN" b="0" i="0" dirty="0" err="1">
                <a:effectLst/>
                <a:latin typeface="Arial" panose="020B0604020202020204" pitchFamily="34" charset="0"/>
              </a:rPr>
              <a:t>phápK-nearest</a:t>
            </a:r>
            <a:r>
              <a:rPr lang="vi-VN" b="0" i="0" dirty="0">
                <a:effectLst/>
                <a:latin typeface="Arial" panose="020B0604020202020204" pitchFamily="34" charset="0"/>
              </a:rPr>
              <a:t> </a:t>
            </a:r>
            <a:r>
              <a:rPr lang="vi-VN" b="0" i="0" dirty="0" err="1">
                <a:effectLst/>
                <a:latin typeface="Arial" panose="020B0604020202020204" pitchFamily="34" charset="0"/>
              </a:rPr>
              <a:t>neighbors</a:t>
            </a:r>
            <a:r>
              <a:rPr lang="vi-VN" b="0" i="0" dirty="0">
                <a:effectLst/>
                <a:latin typeface="Arial" panose="020B0604020202020204" pitchFamily="34" charset="0"/>
              </a:rPr>
              <a:t> (KNN). </a:t>
            </a:r>
            <a:r>
              <a:rPr lang="vi-VN" b="0" i="0" dirty="0" err="1">
                <a:effectLst/>
                <a:latin typeface="Arial" panose="020B0604020202020204" pitchFamily="34" charset="0"/>
              </a:rPr>
              <a:t>Đầu</a:t>
            </a:r>
            <a:r>
              <a:rPr lang="vi-VN" b="0" i="0" dirty="0">
                <a:effectLst/>
                <a:latin typeface="Arial" panose="020B0604020202020204" pitchFamily="34" charset="0"/>
              </a:rPr>
              <a:t> tiên </a:t>
            </a:r>
            <a:r>
              <a:rPr lang="vi-VN" b="0" i="0" dirty="0" err="1">
                <a:effectLst/>
                <a:latin typeface="Arial" panose="020B0604020202020204" pitchFamily="34" charset="0"/>
              </a:rPr>
              <a:t>chúng</a:t>
            </a:r>
            <a:r>
              <a:rPr lang="vi-VN" b="0" i="0" dirty="0">
                <a:effectLst/>
                <a:latin typeface="Arial" panose="020B0604020202020204" pitchFamily="34" charset="0"/>
              </a:rPr>
              <a:t> tôi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dùngcác</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đã</a:t>
            </a:r>
            <a:r>
              <a:rPr lang="vi-VN" b="0" i="0" dirty="0">
                <a:effectLst/>
                <a:latin typeface="Arial" panose="020B0604020202020204" pitchFamily="34" charset="0"/>
              </a:rPr>
              <a:t> </a:t>
            </a:r>
            <a:r>
              <a:rPr lang="vi-VN" b="0" i="0" dirty="0" err="1">
                <a:effectLst/>
                <a:latin typeface="Arial" panose="020B0604020202020204" pitchFamily="34" charset="0"/>
              </a:rPr>
              <a:t>đánh</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cho </a:t>
            </a:r>
            <a:r>
              <a:rPr lang="vi-VN" b="0" i="0" dirty="0" err="1">
                <a:effectLst/>
                <a:latin typeface="Arial" panose="020B0604020202020204" pitchFamily="34" charset="0"/>
              </a:rPr>
              <a:t>bộ</a:t>
            </a:r>
            <a:r>
              <a:rPr lang="vi-VN" b="0" i="0" dirty="0">
                <a:effectLst/>
                <a:latin typeface="Arial" panose="020B0604020202020204" pitchFamily="34" charset="0"/>
              </a:rPr>
              <a:t> phim </a:t>
            </a:r>
            <a:r>
              <a:rPr lang="vi-VN" b="0" i="0" dirty="0" err="1">
                <a:effectLst/>
                <a:latin typeface="Arial" panose="020B0604020202020204" pitchFamily="34" charset="0"/>
              </a:rPr>
              <a:t>đó</a:t>
            </a:r>
            <a:r>
              <a:rPr lang="vi-VN" b="0" i="0" dirty="0">
                <a:effectLst/>
                <a:latin typeface="Arial" panose="020B0604020202020204" pitchFamily="34" charset="0"/>
              </a:rPr>
              <a:t>. Sau </a:t>
            </a:r>
            <a:r>
              <a:rPr lang="vi-VN" b="0" i="0" dirty="0" err="1">
                <a:effectLst/>
                <a:latin typeface="Arial" panose="020B0604020202020204" pitchFamily="34" charset="0"/>
              </a:rPr>
              <a:t>đó</a:t>
            </a:r>
            <a:r>
              <a:rPr lang="vi-VN" b="0" i="0" dirty="0">
                <a:effectLst/>
                <a:latin typeface="Arial" panose="020B0604020202020204" pitchFamily="34" charset="0"/>
              </a:rPr>
              <a:t>, </a:t>
            </a:r>
            <a:r>
              <a:rPr lang="vi-VN" b="0" i="0" dirty="0" err="1">
                <a:effectLst/>
                <a:latin typeface="Arial" panose="020B0604020202020204" pitchFamily="34" charset="0"/>
              </a:rPr>
              <a:t>tính</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tương </a:t>
            </a:r>
            <a:r>
              <a:rPr lang="vi-VN" b="0" i="0" dirty="0" err="1">
                <a:effectLst/>
                <a:latin typeface="Arial" panose="020B0604020202020204" pitchFamily="34" charset="0"/>
              </a:rPr>
              <a:t>đồng</a:t>
            </a:r>
            <a:r>
              <a:rPr lang="vi-VN" b="0" i="0" dirty="0">
                <a:effectLst/>
                <a:latin typeface="Arial" panose="020B0604020202020204" pitchFamily="34" charset="0"/>
              </a:rPr>
              <a:t> </a:t>
            </a:r>
            <a:r>
              <a:rPr lang="vi-VN" b="0" i="0" dirty="0" err="1">
                <a:effectLst/>
                <a:latin typeface="Arial" panose="020B0604020202020204" pitchFamily="34" charset="0"/>
              </a:rPr>
              <a:t>của</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cầnxét</a:t>
            </a:r>
            <a:r>
              <a:rPr lang="vi-VN" b="0" i="0" dirty="0">
                <a:effectLst/>
                <a:latin typeface="Arial" panose="020B0604020202020204" pitchFamily="34" charset="0"/>
              </a:rPr>
              <a:t>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tất</a:t>
            </a:r>
            <a:r>
              <a:rPr lang="vi-VN" b="0" i="0" dirty="0">
                <a:effectLst/>
                <a:latin typeface="Arial" panose="020B0604020202020204" pitchFamily="34" charset="0"/>
              </a:rPr>
              <a:t> </a:t>
            </a:r>
            <a:r>
              <a:rPr lang="vi-VN" b="0" i="0" dirty="0" err="1">
                <a:effectLst/>
                <a:latin typeface="Arial" panose="020B0604020202020204" pitchFamily="34" charset="0"/>
              </a:rPr>
              <a:t>cả</a:t>
            </a:r>
            <a:r>
              <a:rPr lang="vi-VN" b="0" i="0" dirty="0">
                <a:effectLst/>
                <a:latin typeface="Arial" panose="020B0604020202020204" pitchFamily="34" charset="0"/>
              </a:rPr>
              <a:t> </a:t>
            </a:r>
            <a:r>
              <a:rPr lang="vi-VN" b="0" i="0" dirty="0" err="1">
                <a:effectLst/>
                <a:latin typeface="Arial" panose="020B0604020202020204" pitchFamily="34" charset="0"/>
              </a:rPr>
              <a:t>các</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vừa</a:t>
            </a:r>
            <a:r>
              <a:rPr lang="vi-VN" b="0" i="0" dirty="0">
                <a:effectLst/>
                <a:latin typeface="Arial" panose="020B0604020202020204" pitchFamily="34" charset="0"/>
              </a:rPr>
              <a:t> </a:t>
            </a:r>
            <a:r>
              <a:rPr lang="vi-VN" b="0" i="0" dirty="0" err="1">
                <a:effectLst/>
                <a:latin typeface="Arial" panose="020B0604020202020204" pitchFamily="34" charset="0"/>
              </a:rPr>
              <a:t>xác</a:t>
            </a:r>
            <a:r>
              <a:rPr lang="vi-VN" b="0" i="0" dirty="0">
                <a:effectLst/>
                <a:latin typeface="Arial" panose="020B0604020202020204" pitchFamily="34" charset="0"/>
              </a:rPr>
              <a:t> </a:t>
            </a:r>
            <a:r>
              <a:rPr lang="vi-VN" b="0" i="0" dirty="0" err="1">
                <a:effectLst/>
                <a:latin typeface="Arial" panose="020B0604020202020204" pitchFamily="34" charset="0"/>
              </a:rPr>
              <a:t>định</a:t>
            </a:r>
            <a:r>
              <a:rPr lang="vi-VN" b="0" i="0" dirty="0">
                <a:effectLst/>
                <a:latin typeface="Arial" panose="020B0604020202020204" pitchFamily="34" charset="0"/>
              </a:rPr>
              <a:t> </a:t>
            </a:r>
            <a:r>
              <a:rPr lang="vi-VN" b="0" i="0" dirty="0" err="1">
                <a:effectLst/>
                <a:latin typeface="Arial" panose="020B0604020202020204" pitchFamily="34" charset="0"/>
              </a:rPr>
              <a:t>rồi</a:t>
            </a:r>
            <a:r>
              <a:rPr lang="vi-VN" b="0" i="0" dirty="0">
                <a:effectLst/>
                <a:latin typeface="Arial" panose="020B0604020202020204" pitchFamily="34" charset="0"/>
              </a:rPr>
              <a:t> </a:t>
            </a:r>
            <a:r>
              <a:rPr lang="vi-VN" b="0" i="0" dirty="0" err="1">
                <a:effectLst/>
                <a:latin typeface="Arial" panose="020B0604020202020204" pitchFamily="34" charset="0"/>
              </a:rPr>
              <a:t>chọn</a:t>
            </a:r>
            <a:r>
              <a:rPr lang="vi-VN" b="0" i="0" dirty="0">
                <a:effectLst/>
                <a:latin typeface="Arial" panose="020B0604020202020204" pitchFamily="34" charset="0"/>
              </a:rPr>
              <a:t> ra </a:t>
            </a:r>
            <a:r>
              <a:rPr lang="vi-VN" b="0" i="0" dirty="0" err="1">
                <a:effectLst/>
                <a:latin typeface="Arial" panose="020B0604020202020204" pitchFamily="34" charset="0"/>
              </a:rPr>
              <a:t>top</a:t>
            </a:r>
            <a:r>
              <a:rPr lang="vi-VN" b="0" i="0" dirty="0">
                <a:effectLst/>
                <a:latin typeface="Arial" panose="020B0604020202020204" pitchFamily="34" charset="0"/>
              </a:rPr>
              <a:t> 2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a:t>
            </a:r>
            <a:r>
              <a:rPr lang="vi-VN" b="0" i="0" dirty="0" err="1">
                <a:effectLst/>
                <a:latin typeface="Arial" panose="020B0604020202020204" pitchFamily="34" charset="0"/>
              </a:rPr>
              <a:t>có</a:t>
            </a:r>
            <a:r>
              <a:rPr lang="vi-VN" b="0" i="0" dirty="0">
                <a:effectLst/>
                <a:latin typeface="Arial" panose="020B0604020202020204" pitchFamily="34" charset="0"/>
              </a:rPr>
              <a:t> </a:t>
            </a:r>
            <a:r>
              <a:rPr lang="vi-VN" b="0" i="0" dirty="0" err="1">
                <a:effectLst/>
                <a:latin typeface="Arial" panose="020B0604020202020204" pitchFamily="34" charset="0"/>
              </a:rPr>
              <a:t>độ</a:t>
            </a:r>
            <a:r>
              <a:rPr lang="vi-VN" b="0" i="0" dirty="0">
                <a:effectLst/>
                <a:latin typeface="Arial" panose="020B0604020202020204" pitchFamily="34" charset="0"/>
              </a:rPr>
              <a:t> tương </a:t>
            </a:r>
            <a:r>
              <a:rPr lang="vi-VN" b="0" i="0" dirty="0" err="1">
                <a:effectLst/>
                <a:latin typeface="Arial" panose="020B0604020202020204" pitchFamily="34" charset="0"/>
              </a:rPr>
              <a:t>đồng</a:t>
            </a:r>
            <a:r>
              <a:rPr lang="vi-VN" b="0" i="0" dirty="0">
                <a:effectLst/>
                <a:latin typeface="Arial" panose="020B0604020202020204" pitchFamily="34" charset="0"/>
              </a:rPr>
              <a:t> </a:t>
            </a:r>
            <a:r>
              <a:rPr lang="vi-VN" b="0" i="0" dirty="0" err="1">
                <a:effectLst/>
                <a:latin typeface="Arial" panose="020B0604020202020204" pitchFamily="34" charset="0"/>
              </a:rPr>
              <a:t>caonhất</a:t>
            </a:r>
            <a:r>
              <a:rPr lang="vi-VN" b="0" i="0" dirty="0">
                <a:effectLst/>
                <a:latin typeface="Arial" panose="020B0604020202020204" pitchFamily="34" charset="0"/>
              </a:rPr>
              <a:t>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người</a:t>
            </a:r>
            <a:r>
              <a:rPr lang="vi-VN" b="0" i="0" dirty="0">
                <a:effectLst/>
                <a:latin typeface="Arial" panose="020B0604020202020204" pitchFamily="34" charset="0"/>
              </a:rPr>
              <a:t> </a:t>
            </a:r>
            <a:r>
              <a:rPr lang="vi-VN" b="0" i="0" dirty="0" err="1">
                <a:effectLst/>
                <a:latin typeface="Arial" panose="020B0604020202020204" pitchFamily="34" charset="0"/>
              </a:rPr>
              <a:t>dùng</a:t>
            </a:r>
            <a:r>
              <a:rPr lang="vi-VN" b="0" i="0" dirty="0">
                <a:effectLst/>
                <a:latin typeface="Arial" panose="020B0604020202020204" pitchFamily="34" charset="0"/>
              </a:rPr>
              <a:t> đang </a:t>
            </a:r>
            <a:r>
              <a:rPr lang="vi-VN" b="0" i="0" dirty="0" err="1">
                <a:effectLst/>
                <a:latin typeface="Arial" panose="020B0604020202020204" pitchFamily="34" charset="0"/>
              </a:rPr>
              <a:t>xét</a:t>
            </a:r>
            <a:r>
              <a:rPr lang="vi-VN" b="0" i="0" dirty="0">
                <a:effectLst/>
                <a:latin typeface="Arial" panose="020B0604020202020204" pitchFamily="34" charset="0"/>
              </a:rPr>
              <a:t>. </a:t>
            </a:r>
            <a:r>
              <a:rPr lang="vi-VN" b="0" i="0" dirty="0" err="1">
                <a:effectLst/>
                <a:latin typeface="Arial" panose="020B0604020202020204" pitchFamily="34" charset="0"/>
              </a:rPr>
              <a:t>Cuối</a:t>
            </a:r>
            <a:r>
              <a:rPr lang="vi-VN" b="0" i="0" dirty="0">
                <a:effectLst/>
                <a:latin typeface="Arial" panose="020B0604020202020204" pitchFamily="34" charset="0"/>
              </a:rPr>
              <a:t> </a:t>
            </a:r>
            <a:r>
              <a:rPr lang="vi-VN" b="0" i="0" dirty="0" err="1">
                <a:effectLst/>
                <a:latin typeface="Arial" panose="020B0604020202020204" pitchFamily="34" charset="0"/>
              </a:rPr>
              <a:t>cùng</a:t>
            </a:r>
            <a:r>
              <a:rPr lang="vi-VN" b="0" i="0" dirty="0">
                <a:effectLst/>
                <a:latin typeface="Arial" panose="020B0604020202020204" pitchFamily="34" charset="0"/>
              </a:rPr>
              <a:t> </a:t>
            </a:r>
            <a:r>
              <a:rPr lang="vi-VN" b="0" i="0" dirty="0" err="1">
                <a:effectLst/>
                <a:latin typeface="Arial" panose="020B0604020202020204" pitchFamily="34" charset="0"/>
              </a:rPr>
              <a:t>chúng</a:t>
            </a:r>
            <a:r>
              <a:rPr lang="vi-VN" b="0" i="0" dirty="0">
                <a:effectLst/>
                <a:latin typeface="Arial" panose="020B0604020202020204" pitchFamily="34" charset="0"/>
              </a:rPr>
              <a:t> tôi </a:t>
            </a:r>
            <a:r>
              <a:rPr lang="vi-VN" b="0" i="0" dirty="0" err="1">
                <a:effectLst/>
                <a:latin typeface="Arial" panose="020B0604020202020204" pitchFamily="34" charset="0"/>
              </a:rPr>
              <a:t>chuẩn</a:t>
            </a:r>
            <a:r>
              <a:rPr lang="vi-VN" b="0" i="0" dirty="0">
                <a:effectLst/>
                <a:latin typeface="Arial" panose="020B0604020202020204" pitchFamily="34" charset="0"/>
              </a:rPr>
              <a:t> </a:t>
            </a:r>
            <a:r>
              <a:rPr lang="vi-VN" b="0" i="0" dirty="0" err="1">
                <a:effectLst/>
                <a:latin typeface="Arial" panose="020B0604020202020204" pitchFamily="34" charset="0"/>
              </a:rPr>
              <a:t>hóa</a:t>
            </a:r>
            <a:r>
              <a:rPr lang="vi-VN" b="0" i="0" dirty="0">
                <a:effectLst/>
                <a:latin typeface="Arial" panose="020B0604020202020204" pitchFamily="34" charset="0"/>
              </a:rPr>
              <a:t> </a:t>
            </a:r>
            <a:r>
              <a:rPr lang="vi-VN" b="0" i="0" dirty="0" err="1">
                <a:effectLst/>
                <a:latin typeface="Arial" panose="020B0604020202020204" pitchFamily="34" charset="0"/>
              </a:rPr>
              <a:t>đánh</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theo công </a:t>
            </a:r>
            <a:r>
              <a:rPr lang="vi-VN" b="0" i="0" dirty="0" err="1">
                <a:effectLst/>
                <a:latin typeface="Arial" panose="020B0604020202020204" pitchFamily="34" charset="0"/>
              </a:rPr>
              <a:t>thức</a:t>
            </a:r>
            <a:r>
              <a:rPr lang="vi-VN" b="0" i="0" dirty="0">
                <a:effectLst/>
                <a:latin typeface="Arial" panose="020B0604020202020204" pitchFamily="34" charset="0"/>
              </a:rPr>
              <a:t>. </a:t>
            </a:r>
            <a:r>
              <a:rPr lang="vi-VN" b="0" i="0" dirty="0" err="1">
                <a:effectLst/>
                <a:latin typeface="Arial" panose="020B0604020202020204" pitchFamily="34" charset="0"/>
              </a:rPr>
              <a:t>Thựchiện</a:t>
            </a:r>
            <a:r>
              <a:rPr lang="vi-VN" b="0" i="0" dirty="0">
                <a:effectLst/>
                <a:latin typeface="Arial" panose="020B0604020202020204" pitchFamily="34" charset="0"/>
              </a:rPr>
              <a:t> </a:t>
            </a:r>
            <a:r>
              <a:rPr lang="vi-VN" b="0" i="0" dirty="0" err="1">
                <a:effectLst/>
                <a:latin typeface="Arial" panose="020B0604020202020204" pitchFamily="34" charset="0"/>
              </a:rPr>
              <a:t>dự</a:t>
            </a:r>
            <a:r>
              <a:rPr lang="vi-VN" b="0" i="0" dirty="0">
                <a:effectLst/>
                <a:latin typeface="Arial" panose="020B0604020202020204" pitchFamily="34" charset="0"/>
              </a:rPr>
              <a:t> </a:t>
            </a:r>
            <a:r>
              <a:rPr lang="vi-VN" b="0" i="0" dirty="0" err="1">
                <a:effectLst/>
                <a:latin typeface="Arial" panose="020B0604020202020204" pitchFamily="34" charset="0"/>
              </a:rPr>
              <a:t>đoán</a:t>
            </a:r>
            <a:r>
              <a:rPr lang="vi-VN" b="0" i="0" dirty="0">
                <a:effectLst/>
                <a:latin typeface="Arial" panose="020B0604020202020204" pitchFamily="34" charset="0"/>
              </a:rPr>
              <a:t> </a:t>
            </a:r>
            <a:r>
              <a:rPr lang="vi-VN" b="0" i="0" dirty="0" err="1">
                <a:effectLst/>
                <a:latin typeface="Arial" panose="020B0604020202020204" pitchFamily="34" charset="0"/>
              </a:rPr>
              <a:t>với</a:t>
            </a:r>
            <a:r>
              <a:rPr lang="vi-VN" b="0" i="0" dirty="0">
                <a:effectLst/>
                <a:latin typeface="Arial" panose="020B0604020202020204" pitchFamily="34" charset="0"/>
              </a:rPr>
              <a:t> </a:t>
            </a:r>
            <a:r>
              <a:rPr lang="vi-VN" b="0" i="0" dirty="0" err="1">
                <a:effectLst/>
                <a:latin typeface="Arial" panose="020B0604020202020204" pitchFamily="34" charset="0"/>
              </a:rPr>
              <a:t>tất</a:t>
            </a:r>
            <a:r>
              <a:rPr lang="vi-VN" b="0" i="0" dirty="0">
                <a:effectLst/>
                <a:latin typeface="Arial" panose="020B0604020202020204" pitchFamily="34" charset="0"/>
              </a:rPr>
              <a:t> </a:t>
            </a:r>
            <a:r>
              <a:rPr lang="vi-VN" b="0" i="0" dirty="0" err="1">
                <a:effectLst/>
                <a:latin typeface="Arial" panose="020B0604020202020204" pitchFamily="34" charset="0"/>
              </a:rPr>
              <a:t>cả</a:t>
            </a:r>
            <a:r>
              <a:rPr lang="vi-VN" b="0" i="0" dirty="0">
                <a:effectLst/>
                <a:latin typeface="Arial" panose="020B0604020202020204" pitchFamily="34" charset="0"/>
              </a:rPr>
              <a:t> </a:t>
            </a:r>
            <a:r>
              <a:rPr lang="vi-VN" b="0" i="0" dirty="0" err="1">
                <a:effectLst/>
                <a:latin typeface="Arial" panose="020B0604020202020204" pitchFamily="34" charset="0"/>
              </a:rPr>
              <a:t>các</a:t>
            </a:r>
            <a:r>
              <a:rPr lang="vi-VN" b="0" i="0" dirty="0">
                <a:effectLst/>
                <a:latin typeface="Arial" panose="020B0604020202020204" pitchFamily="34" charset="0"/>
              </a:rPr>
              <a:t> </a:t>
            </a:r>
            <a:r>
              <a:rPr lang="vi-VN" b="0" i="0" dirty="0" err="1">
                <a:effectLst/>
                <a:latin typeface="Arial" panose="020B0604020202020204" pitchFamily="34" charset="0"/>
              </a:rPr>
              <a:t>giá</a:t>
            </a:r>
            <a:r>
              <a:rPr lang="vi-VN" b="0" i="0" dirty="0">
                <a:effectLst/>
                <a:latin typeface="Arial" panose="020B0604020202020204" pitchFamily="34" charset="0"/>
              </a:rPr>
              <a:t> </a:t>
            </a:r>
            <a:r>
              <a:rPr lang="vi-VN" b="0" i="0" dirty="0" err="1">
                <a:effectLst/>
                <a:latin typeface="Arial" panose="020B0604020202020204" pitchFamily="34" charset="0"/>
              </a:rPr>
              <a:t>trị</a:t>
            </a:r>
            <a:r>
              <a:rPr lang="vi-VN" b="0" i="0" dirty="0">
                <a:effectLst/>
                <a:latin typeface="Arial" panose="020B0604020202020204" pitchFamily="34" charset="0"/>
              </a:rPr>
              <a:t> </a:t>
            </a:r>
            <a:r>
              <a:rPr lang="vi-VN" b="0" i="0" dirty="0" err="1">
                <a:effectLst/>
                <a:latin typeface="Arial" panose="020B0604020202020204" pitchFamily="34" charset="0"/>
              </a:rPr>
              <a:t>khuyết</a:t>
            </a:r>
            <a:r>
              <a:rPr lang="vi-VN" b="0" i="0" dirty="0">
                <a:effectLst/>
                <a:latin typeface="Arial" panose="020B0604020202020204" pitchFamily="34" charset="0"/>
              </a:rPr>
              <a:t>. Sau khi </a:t>
            </a:r>
            <a:r>
              <a:rPr lang="vi-VN" b="0" i="0" dirty="0" err="1">
                <a:effectLst/>
                <a:latin typeface="Arial" panose="020B0604020202020204" pitchFamily="34" charset="0"/>
              </a:rPr>
              <a:t>dự</a:t>
            </a:r>
            <a:r>
              <a:rPr lang="vi-VN" b="0" i="0" dirty="0">
                <a:effectLst/>
                <a:latin typeface="Arial" panose="020B0604020202020204" pitchFamily="34" charset="0"/>
              </a:rPr>
              <a:t> </a:t>
            </a:r>
            <a:r>
              <a:rPr lang="vi-VN" b="0" i="0" dirty="0" err="1">
                <a:effectLst/>
                <a:latin typeface="Arial" panose="020B0604020202020204" pitchFamily="34" charset="0"/>
              </a:rPr>
              <a:t>đoán</a:t>
            </a:r>
            <a:r>
              <a:rPr lang="vi-VN" b="0" i="0" dirty="0">
                <a:effectLst/>
                <a:latin typeface="Arial" panose="020B0604020202020204" pitchFamily="34" charset="0"/>
              </a:rPr>
              <a:t> xong, </a:t>
            </a:r>
            <a:r>
              <a:rPr lang="vi-VN" b="0" i="0" dirty="0" err="1">
                <a:effectLst/>
                <a:latin typeface="Arial" panose="020B0604020202020204" pitchFamily="34" charset="0"/>
              </a:rPr>
              <a:t>chúng</a:t>
            </a:r>
            <a:r>
              <a:rPr lang="vi-VN" b="0" i="0" dirty="0">
                <a:effectLst/>
                <a:latin typeface="Arial" panose="020B0604020202020204" pitchFamily="34" charset="0"/>
              </a:rPr>
              <a:t> tôi </a:t>
            </a:r>
            <a:r>
              <a:rPr lang="vi-VN" b="0" i="0" dirty="0" err="1">
                <a:effectLst/>
                <a:latin typeface="Arial" panose="020B0604020202020204" pitchFamily="34" charset="0"/>
              </a:rPr>
              <a:t>chuẩn</a:t>
            </a:r>
            <a:r>
              <a:rPr lang="vi-VN" b="0" i="0" dirty="0">
                <a:effectLst/>
                <a:latin typeface="Arial" panose="020B0604020202020204" pitchFamily="34" charset="0"/>
              </a:rPr>
              <a:t> </a:t>
            </a:r>
            <a:r>
              <a:rPr lang="vi-VN" b="0" i="0" dirty="0" err="1">
                <a:effectLst/>
                <a:latin typeface="Arial" panose="020B0604020202020204" pitchFamily="34" charset="0"/>
              </a:rPr>
              <a:t>hóa</a:t>
            </a:r>
            <a:r>
              <a:rPr lang="vi-VN" b="0" i="0" dirty="0">
                <a:effectLst/>
                <a:latin typeface="Arial" panose="020B0604020202020204" pitchFamily="34" charset="0"/>
              </a:rPr>
              <a:t> </a:t>
            </a:r>
            <a:r>
              <a:rPr lang="vi-VN" b="0" i="0" dirty="0" err="1">
                <a:effectLst/>
                <a:latin typeface="Arial" panose="020B0604020202020204" pitchFamily="34" charset="0"/>
              </a:rPr>
              <a:t>về</a:t>
            </a:r>
            <a:r>
              <a:rPr lang="vi-VN" b="0" i="0" dirty="0">
                <a:effectLst/>
                <a:latin typeface="Arial" panose="020B0604020202020204" pitchFamily="34" charset="0"/>
              </a:rPr>
              <a:t> </a:t>
            </a:r>
            <a:r>
              <a:rPr lang="vi-VN" b="0" i="0" dirty="0" err="1">
                <a:effectLst/>
                <a:latin typeface="Arial" panose="020B0604020202020204" pitchFamily="34" charset="0"/>
              </a:rPr>
              <a:t>thangđo</a:t>
            </a:r>
            <a:r>
              <a:rPr lang="vi-VN" b="0" i="0" dirty="0">
                <a:effectLst/>
                <a:latin typeface="Arial" panose="020B0604020202020204" pitchFamily="34" charset="0"/>
              </a:rPr>
              <a:t> </a:t>
            </a:r>
            <a:r>
              <a:rPr lang="vi-VN" b="0" i="0" dirty="0" err="1">
                <a:effectLst/>
                <a:latin typeface="Arial" panose="020B0604020202020204" pitchFamily="34" charset="0"/>
              </a:rPr>
              <a:t>từ</a:t>
            </a:r>
            <a:r>
              <a:rPr lang="vi-VN" b="0" i="0" dirty="0">
                <a:effectLst/>
                <a:latin typeface="Arial" panose="020B0604020202020204" pitchFamily="34" charset="0"/>
              </a:rPr>
              <a:t> 0 </a:t>
            </a:r>
            <a:r>
              <a:rPr lang="vi-VN" b="0" i="0" dirty="0" err="1">
                <a:effectLst/>
                <a:latin typeface="Arial" panose="020B0604020202020204" pitchFamily="34" charset="0"/>
              </a:rPr>
              <a:t>đến</a:t>
            </a:r>
            <a:r>
              <a:rPr lang="vi-VN" b="0" i="0" dirty="0">
                <a:effectLst/>
                <a:latin typeface="Arial" panose="020B0604020202020204" pitchFamily="34" charset="0"/>
              </a:rPr>
              <a:t> 5 như ban </a:t>
            </a:r>
            <a:r>
              <a:rPr lang="vi-VN" b="0" i="0" dirty="0" err="1">
                <a:effectLst/>
                <a:latin typeface="Arial" panose="020B0604020202020204" pitchFamily="34" charset="0"/>
              </a:rPr>
              <a:t>đầu</a:t>
            </a:r>
            <a:r>
              <a:rPr lang="vi-VN" b="0" i="0" dirty="0">
                <a:effectLst/>
                <a:latin typeface="Arial" panose="020B0604020202020204" pitchFamily="34" charset="0"/>
              </a:rPr>
              <a:t>.</a:t>
            </a:r>
            <a:endParaRPr dirty="0"/>
          </a:p>
        </p:txBody>
      </p:sp>
    </p:spTree>
    <p:extLst>
      <p:ext uri="{BB962C8B-B14F-4D97-AF65-F5344CB8AC3E}">
        <p14:creationId xmlns:p14="http://schemas.microsoft.com/office/powerpoint/2010/main" val="7065325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e633d29434_0_1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e633d29434_0_16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147109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945940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0" name="Google Shape;103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5" name="Google Shape;109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5" name="Google Shape;176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a:t>
            </a:r>
            <a:r>
              <a:rPr lang="en-US" sz="1100" dirty="0">
                <a:solidFill>
                  <a:schemeClr val="tx1">
                    <a:lumMod val="65000"/>
                    <a:lumOff val="35000"/>
                  </a:schemeClr>
                </a:solidFill>
              </a:rPr>
              <a:t>fill nan = </a:t>
            </a:r>
            <a:r>
              <a:rPr lang="en-US" sz="1100" dirty="0" err="1">
                <a:solidFill>
                  <a:schemeClr val="tx1">
                    <a:lumMod val="65000"/>
                    <a:lumOff val="35000"/>
                  </a:schemeClr>
                </a:solidFill>
              </a:rPr>
              <a:t>avg_all_prediction</a:t>
            </a:r>
            <a:r>
              <a:rPr lang="en-US" sz="1100" dirty="0"/>
              <a:t>)</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585468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3" name="Google Shape;115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7" name="Google Shape;118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3" name="Google Shape;119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9" name="Google Shape;119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0"/>
          <p:cNvSpPr txBox="1">
            <a:spLocks noGrp="1"/>
          </p:cNvSpPr>
          <p:nvPr>
            <p:ph type="title"/>
          </p:nvPr>
        </p:nvSpPr>
        <p:spPr>
          <a:xfrm>
            <a:off x="1780650" y="1329750"/>
            <a:ext cx="5582700" cy="2370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10" name="Google Shape;10;p20"/>
          <p:cNvSpPr txBox="1">
            <a:spLocks noGrp="1"/>
          </p:cNvSpPr>
          <p:nvPr>
            <p:ph type="subTitle" idx="1"/>
          </p:nvPr>
        </p:nvSpPr>
        <p:spPr>
          <a:xfrm>
            <a:off x="2322000" y="3717725"/>
            <a:ext cx="4500000" cy="442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1pPr>
            <a:lvl2pPr lvl="1"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2pPr>
            <a:lvl3pPr lvl="2"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3pPr>
            <a:lvl4pPr lvl="3"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4pPr>
            <a:lvl5pPr lvl="4"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5pPr>
            <a:lvl6pPr lvl="5"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6pPr>
            <a:lvl7pPr lvl="6"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7pPr>
            <a:lvl8pPr lvl="7"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8pPr>
            <a:lvl9pPr lvl="8" algn="l">
              <a:lnSpc>
                <a:spcPct val="100000"/>
              </a:lnSpc>
              <a:spcBef>
                <a:spcPts val="0"/>
              </a:spcBef>
              <a:spcAft>
                <a:spcPts val="0"/>
              </a:spcAft>
              <a:buClr>
                <a:schemeClr val="dk1"/>
              </a:buClr>
              <a:buSzPts val="1400"/>
              <a:buFont typeface="Arial"/>
              <a:buNone/>
              <a:defRPr>
                <a:solidFill>
                  <a:schemeClr val="dk1"/>
                </a:solidFill>
                <a:latin typeface="Arial"/>
                <a:ea typeface="Arial"/>
                <a:cs typeface="Arial"/>
                <a:sym typeface="Arial"/>
              </a:defRPr>
            </a:lvl9pPr>
          </a:lstStyle>
          <a:p>
            <a:endParaRPr/>
          </a:p>
        </p:txBody>
      </p:sp>
      <p:grpSp>
        <p:nvGrpSpPr>
          <p:cNvPr id="11" name="Google Shape;11;p20"/>
          <p:cNvGrpSpPr/>
          <p:nvPr/>
        </p:nvGrpSpPr>
        <p:grpSpPr>
          <a:xfrm>
            <a:off x="1804588" y="680830"/>
            <a:ext cx="918671" cy="667251"/>
            <a:chOff x="5211663" y="1358969"/>
            <a:chExt cx="483893" cy="351481"/>
          </a:xfrm>
        </p:grpSpPr>
        <p:sp>
          <p:nvSpPr>
            <p:cNvPr id="12" name="Google Shape;12;p20"/>
            <p:cNvSpPr/>
            <p:nvPr/>
          </p:nvSpPr>
          <p:spPr>
            <a:xfrm>
              <a:off x="5519159" y="1395927"/>
              <a:ext cx="71050" cy="66812"/>
            </a:xfrm>
            <a:custGeom>
              <a:avLst/>
              <a:gdLst/>
              <a:ahLst/>
              <a:cxnLst/>
              <a:rect l="l" t="t" r="r" b="b"/>
              <a:pathLst>
                <a:path w="1040" h="978" extrusionOk="0">
                  <a:moveTo>
                    <a:pt x="914" y="1"/>
                  </a:moveTo>
                  <a:cubicBezTo>
                    <a:pt x="801" y="1"/>
                    <a:pt x="571" y="36"/>
                    <a:pt x="67" y="176"/>
                  </a:cubicBezTo>
                  <a:cubicBezTo>
                    <a:pt x="0" y="198"/>
                    <a:pt x="16" y="324"/>
                    <a:pt x="95" y="324"/>
                  </a:cubicBezTo>
                  <a:cubicBezTo>
                    <a:pt x="102" y="324"/>
                    <a:pt x="109" y="323"/>
                    <a:pt x="116" y="322"/>
                  </a:cubicBezTo>
                  <a:cubicBezTo>
                    <a:pt x="359" y="249"/>
                    <a:pt x="626" y="200"/>
                    <a:pt x="869" y="152"/>
                  </a:cubicBezTo>
                  <a:lnTo>
                    <a:pt x="869" y="152"/>
                  </a:lnTo>
                  <a:cubicBezTo>
                    <a:pt x="796" y="322"/>
                    <a:pt x="626" y="662"/>
                    <a:pt x="505" y="880"/>
                  </a:cubicBezTo>
                  <a:cubicBezTo>
                    <a:pt x="480" y="905"/>
                    <a:pt x="480" y="953"/>
                    <a:pt x="529" y="977"/>
                  </a:cubicBezTo>
                  <a:lnTo>
                    <a:pt x="553" y="977"/>
                  </a:lnTo>
                  <a:cubicBezTo>
                    <a:pt x="577" y="977"/>
                    <a:pt x="602" y="977"/>
                    <a:pt x="602" y="953"/>
                  </a:cubicBezTo>
                  <a:cubicBezTo>
                    <a:pt x="650" y="880"/>
                    <a:pt x="990" y="249"/>
                    <a:pt x="1039" y="127"/>
                  </a:cubicBezTo>
                  <a:cubicBezTo>
                    <a:pt x="1039" y="103"/>
                    <a:pt x="1039" y="79"/>
                    <a:pt x="1039" y="30"/>
                  </a:cubicBezTo>
                  <a:cubicBezTo>
                    <a:pt x="1018" y="20"/>
                    <a:pt x="998" y="1"/>
                    <a:pt x="914"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0"/>
            <p:cNvSpPr/>
            <p:nvPr/>
          </p:nvSpPr>
          <p:spPr>
            <a:xfrm>
              <a:off x="5211663" y="1358969"/>
              <a:ext cx="483893" cy="351481"/>
            </a:xfrm>
            <a:custGeom>
              <a:avLst/>
              <a:gdLst/>
              <a:ahLst/>
              <a:cxnLst/>
              <a:rect l="l" t="t" r="r" b="b"/>
              <a:pathLst>
                <a:path w="7083" h="5145" extrusionOk="0">
                  <a:moveTo>
                    <a:pt x="3768" y="0"/>
                  </a:moveTo>
                  <a:cubicBezTo>
                    <a:pt x="3734" y="0"/>
                    <a:pt x="3701" y="4"/>
                    <a:pt x="3670" y="12"/>
                  </a:cubicBezTo>
                  <a:cubicBezTo>
                    <a:pt x="3014" y="207"/>
                    <a:pt x="3232" y="1713"/>
                    <a:pt x="3232" y="1713"/>
                  </a:cubicBezTo>
                  <a:cubicBezTo>
                    <a:pt x="3232" y="1713"/>
                    <a:pt x="1357" y="535"/>
                    <a:pt x="891" y="535"/>
                  </a:cubicBezTo>
                  <a:cubicBezTo>
                    <a:pt x="865" y="535"/>
                    <a:pt x="844" y="539"/>
                    <a:pt x="827" y="547"/>
                  </a:cubicBezTo>
                  <a:cubicBezTo>
                    <a:pt x="366" y="814"/>
                    <a:pt x="1483" y="1664"/>
                    <a:pt x="1483" y="1664"/>
                  </a:cubicBezTo>
                  <a:cubicBezTo>
                    <a:pt x="1483" y="1664"/>
                    <a:pt x="832" y="1473"/>
                    <a:pt x="445" y="1473"/>
                  </a:cubicBezTo>
                  <a:cubicBezTo>
                    <a:pt x="263" y="1473"/>
                    <a:pt x="140" y="1516"/>
                    <a:pt x="171" y="1640"/>
                  </a:cubicBezTo>
                  <a:cubicBezTo>
                    <a:pt x="269" y="2029"/>
                    <a:pt x="1022" y="2490"/>
                    <a:pt x="1022" y="2490"/>
                  </a:cubicBezTo>
                  <a:cubicBezTo>
                    <a:pt x="730" y="2490"/>
                    <a:pt x="439" y="2539"/>
                    <a:pt x="147" y="2587"/>
                  </a:cubicBezTo>
                  <a:cubicBezTo>
                    <a:pt x="1" y="2650"/>
                    <a:pt x="594" y="3616"/>
                    <a:pt x="1664" y="3616"/>
                  </a:cubicBezTo>
                  <a:cubicBezTo>
                    <a:pt x="1835" y="3616"/>
                    <a:pt x="2018" y="3592"/>
                    <a:pt x="2212" y="3535"/>
                  </a:cubicBezTo>
                  <a:lnTo>
                    <a:pt x="2212" y="3535"/>
                  </a:lnTo>
                  <a:lnTo>
                    <a:pt x="1095" y="4506"/>
                  </a:lnTo>
                  <a:cubicBezTo>
                    <a:pt x="1095" y="4506"/>
                    <a:pt x="2102" y="5144"/>
                    <a:pt x="3258" y="5144"/>
                  </a:cubicBezTo>
                  <a:cubicBezTo>
                    <a:pt x="3697" y="5144"/>
                    <a:pt x="4158" y="5052"/>
                    <a:pt x="4593" y="4798"/>
                  </a:cubicBezTo>
                  <a:cubicBezTo>
                    <a:pt x="7083" y="3365"/>
                    <a:pt x="4779" y="0"/>
                    <a:pt x="37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0"/>
            <p:cNvSpPr/>
            <p:nvPr/>
          </p:nvSpPr>
          <p:spPr>
            <a:xfrm>
              <a:off x="5467307" y="1398045"/>
              <a:ext cx="48164" cy="44746"/>
            </a:xfrm>
            <a:custGeom>
              <a:avLst/>
              <a:gdLst/>
              <a:ahLst/>
              <a:cxnLst/>
              <a:rect l="l" t="t" r="r" b="b"/>
              <a:pathLst>
                <a:path w="705" h="655" extrusionOk="0">
                  <a:moveTo>
                    <a:pt x="443" y="1"/>
                  </a:moveTo>
                  <a:cubicBezTo>
                    <a:pt x="395" y="1"/>
                    <a:pt x="349" y="49"/>
                    <a:pt x="365" y="96"/>
                  </a:cubicBezTo>
                  <a:cubicBezTo>
                    <a:pt x="413" y="218"/>
                    <a:pt x="462" y="363"/>
                    <a:pt x="486" y="485"/>
                  </a:cubicBezTo>
                  <a:cubicBezTo>
                    <a:pt x="365" y="388"/>
                    <a:pt x="243" y="291"/>
                    <a:pt x="122" y="169"/>
                  </a:cubicBezTo>
                  <a:cubicBezTo>
                    <a:pt x="110" y="157"/>
                    <a:pt x="92" y="151"/>
                    <a:pt x="73" y="151"/>
                  </a:cubicBezTo>
                  <a:cubicBezTo>
                    <a:pt x="55" y="151"/>
                    <a:pt x="37" y="157"/>
                    <a:pt x="25" y="169"/>
                  </a:cubicBezTo>
                  <a:cubicBezTo>
                    <a:pt x="0" y="218"/>
                    <a:pt x="0" y="266"/>
                    <a:pt x="25" y="291"/>
                  </a:cubicBezTo>
                  <a:cubicBezTo>
                    <a:pt x="340" y="606"/>
                    <a:pt x="462" y="655"/>
                    <a:pt x="535" y="655"/>
                  </a:cubicBezTo>
                  <a:lnTo>
                    <a:pt x="559" y="655"/>
                  </a:lnTo>
                  <a:cubicBezTo>
                    <a:pt x="608" y="631"/>
                    <a:pt x="705" y="582"/>
                    <a:pt x="511" y="48"/>
                  </a:cubicBezTo>
                  <a:cubicBezTo>
                    <a:pt x="494" y="14"/>
                    <a:pt x="468" y="1"/>
                    <a:pt x="443"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0"/>
            <p:cNvSpPr/>
            <p:nvPr/>
          </p:nvSpPr>
          <p:spPr>
            <a:xfrm>
              <a:off x="5309630" y="1479885"/>
              <a:ext cx="102954" cy="109167"/>
            </a:xfrm>
            <a:custGeom>
              <a:avLst/>
              <a:gdLst/>
              <a:ahLst/>
              <a:cxnLst/>
              <a:rect l="l" t="t" r="r" b="b"/>
              <a:pathLst>
                <a:path w="1507" h="1598" extrusionOk="0">
                  <a:moveTo>
                    <a:pt x="479" y="1"/>
                  </a:moveTo>
                  <a:cubicBezTo>
                    <a:pt x="444" y="1"/>
                    <a:pt x="427" y="9"/>
                    <a:pt x="414" y="16"/>
                  </a:cubicBezTo>
                  <a:cubicBezTo>
                    <a:pt x="389" y="40"/>
                    <a:pt x="389" y="64"/>
                    <a:pt x="389" y="113"/>
                  </a:cubicBezTo>
                  <a:cubicBezTo>
                    <a:pt x="389" y="210"/>
                    <a:pt x="535" y="380"/>
                    <a:pt x="657" y="477"/>
                  </a:cubicBezTo>
                  <a:cubicBezTo>
                    <a:pt x="1" y="526"/>
                    <a:pt x="1" y="599"/>
                    <a:pt x="1" y="672"/>
                  </a:cubicBezTo>
                  <a:cubicBezTo>
                    <a:pt x="1" y="744"/>
                    <a:pt x="74" y="793"/>
                    <a:pt x="98" y="817"/>
                  </a:cubicBezTo>
                  <a:cubicBezTo>
                    <a:pt x="219" y="890"/>
                    <a:pt x="316" y="963"/>
                    <a:pt x="438" y="1012"/>
                  </a:cubicBezTo>
                  <a:cubicBezTo>
                    <a:pt x="316" y="1036"/>
                    <a:pt x="195" y="1085"/>
                    <a:pt x="98" y="1157"/>
                  </a:cubicBezTo>
                  <a:cubicBezTo>
                    <a:pt x="49" y="1182"/>
                    <a:pt x="49" y="1255"/>
                    <a:pt x="74" y="1303"/>
                  </a:cubicBezTo>
                  <a:cubicBezTo>
                    <a:pt x="185" y="1481"/>
                    <a:pt x="397" y="1598"/>
                    <a:pt x="619" y="1598"/>
                  </a:cubicBezTo>
                  <a:cubicBezTo>
                    <a:pt x="639" y="1598"/>
                    <a:pt x="660" y="1597"/>
                    <a:pt x="681" y="1595"/>
                  </a:cubicBezTo>
                  <a:cubicBezTo>
                    <a:pt x="778" y="1595"/>
                    <a:pt x="875" y="1570"/>
                    <a:pt x="948" y="1546"/>
                  </a:cubicBezTo>
                  <a:cubicBezTo>
                    <a:pt x="997" y="1546"/>
                    <a:pt x="1021" y="1498"/>
                    <a:pt x="997" y="1473"/>
                  </a:cubicBezTo>
                  <a:cubicBezTo>
                    <a:pt x="997" y="1438"/>
                    <a:pt x="971" y="1415"/>
                    <a:pt x="938" y="1415"/>
                  </a:cubicBezTo>
                  <a:cubicBezTo>
                    <a:pt x="925" y="1415"/>
                    <a:pt x="912" y="1418"/>
                    <a:pt x="899" y="1425"/>
                  </a:cubicBezTo>
                  <a:cubicBezTo>
                    <a:pt x="829" y="1446"/>
                    <a:pt x="756" y="1457"/>
                    <a:pt x="683" y="1457"/>
                  </a:cubicBezTo>
                  <a:cubicBezTo>
                    <a:pt x="507" y="1457"/>
                    <a:pt x="333" y="1392"/>
                    <a:pt x="195" y="1255"/>
                  </a:cubicBezTo>
                  <a:cubicBezTo>
                    <a:pt x="365" y="1157"/>
                    <a:pt x="535" y="1109"/>
                    <a:pt x="705" y="1085"/>
                  </a:cubicBezTo>
                  <a:lnTo>
                    <a:pt x="729" y="1085"/>
                  </a:lnTo>
                  <a:cubicBezTo>
                    <a:pt x="754" y="1060"/>
                    <a:pt x="778" y="1036"/>
                    <a:pt x="778" y="1012"/>
                  </a:cubicBezTo>
                  <a:cubicBezTo>
                    <a:pt x="778" y="987"/>
                    <a:pt x="754" y="963"/>
                    <a:pt x="729" y="939"/>
                  </a:cubicBezTo>
                  <a:lnTo>
                    <a:pt x="705" y="939"/>
                  </a:lnTo>
                  <a:cubicBezTo>
                    <a:pt x="511" y="890"/>
                    <a:pt x="341" y="793"/>
                    <a:pt x="171" y="696"/>
                  </a:cubicBezTo>
                  <a:cubicBezTo>
                    <a:pt x="389" y="647"/>
                    <a:pt x="608" y="623"/>
                    <a:pt x="827" y="623"/>
                  </a:cubicBezTo>
                  <a:cubicBezTo>
                    <a:pt x="851" y="623"/>
                    <a:pt x="875" y="599"/>
                    <a:pt x="899" y="574"/>
                  </a:cubicBezTo>
                  <a:cubicBezTo>
                    <a:pt x="899" y="550"/>
                    <a:pt x="899" y="526"/>
                    <a:pt x="875" y="502"/>
                  </a:cubicBezTo>
                  <a:cubicBezTo>
                    <a:pt x="754" y="404"/>
                    <a:pt x="657" y="283"/>
                    <a:pt x="559" y="161"/>
                  </a:cubicBezTo>
                  <a:lnTo>
                    <a:pt x="559" y="161"/>
                  </a:lnTo>
                  <a:cubicBezTo>
                    <a:pt x="851" y="259"/>
                    <a:pt x="1118" y="380"/>
                    <a:pt x="1385" y="526"/>
                  </a:cubicBezTo>
                  <a:cubicBezTo>
                    <a:pt x="1434" y="526"/>
                    <a:pt x="1482" y="526"/>
                    <a:pt x="1482" y="477"/>
                  </a:cubicBezTo>
                  <a:cubicBezTo>
                    <a:pt x="1507" y="429"/>
                    <a:pt x="1482" y="404"/>
                    <a:pt x="1458" y="380"/>
                  </a:cubicBezTo>
                  <a:cubicBezTo>
                    <a:pt x="803" y="61"/>
                    <a:pt x="574" y="1"/>
                    <a:pt x="479"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0"/>
            <p:cNvSpPr/>
            <p:nvPr/>
          </p:nvSpPr>
          <p:spPr>
            <a:xfrm>
              <a:off x="5442439" y="1508440"/>
              <a:ext cx="151050" cy="201598"/>
            </a:xfrm>
            <a:custGeom>
              <a:avLst/>
              <a:gdLst/>
              <a:ahLst/>
              <a:cxnLst/>
              <a:rect l="l" t="t" r="r" b="b"/>
              <a:pathLst>
                <a:path w="2211" h="2951" extrusionOk="0">
                  <a:moveTo>
                    <a:pt x="2131" y="1"/>
                  </a:moveTo>
                  <a:cubicBezTo>
                    <a:pt x="2118" y="1"/>
                    <a:pt x="2103" y="4"/>
                    <a:pt x="2089" y="11"/>
                  </a:cubicBezTo>
                  <a:cubicBezTo>
                    <a:pt x="2089" y="11"/>
                    <a:pt x="0" y="982"/>
                    <a:pt x="49" y="2877"/>
                  </a:cubicBezTo>
                  <a:cubicBezTo>
                    <a:pt x="49" y="2901"/>
                    <a:pt x="73" y="2950"/>
                    <a:pt x="121" y="2950"/>
                  </a:cubicBezTo>
                  <a:cubicBezTo>
                    <a:pt x="170" y="2950"/>
                    <a:pt x="194" y="2901"/>
                    <a:pt x="194" y="2877"/>
                  </a:cubicBezTo>
                  <a:cubicBezTo>
                    <a:pt x="170" y="1080"/>
                    <a:pt x="2138" y="132"/>
                    <a:pt x="2162" y="132"/>
                  </a:cubicBezTo>
                  <a:cubicBezTo>
                    <a:pt x="2186" y="108"/>
                    <a:pt x="2211" y="84"/>
                    <a:pt x="2186" y="35"/>
                  </a:cubicBezTo>
                  <a:cubicBezTo>
                    <a:pt x="2186" y="18"/>
                    <a:pt x="2162" y="1"/>
                    <a:pt x="2131"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 name="Google Shape;17;p20"/>
          <p:cNvGrpSpPr/>
          <p:nvPr/>
        </p:nvGrpSpPr>
        <p:grpSpPr>
          <a:xfrm>
            <a:off x="288687" y="2161953"/>
            <a:ext cx="1217483" cy="962421"/>
            <a:chOff x="855987" y="2204128"/>
            <a:chExt cx="1217483" cy="962421"/>
          </a:xfrm>
        </p:grpSpPr>
        <p:grpSp>
          <p:nvGrpSpPr>
            <p:cNvPr id="18" name="Google Shape;18;p20"/>
            <p:cNvGrpSpPr/>
            <p:nvPr/>
          </p:nvGrpSpPr>
          <p:grpSpPr>
            <a:xfrm>
              <a:off x="855987" y="2204128"/>
              <a:ext cx="1146638" cy="962421"/>
              <a:chOff x="958238" y="2157575"/>
              <a:chExt cx="1115190" cy="936025"/>
            </a:xfrm>
          </p:grpSpPr>
          <p:sp>
            <p:nvSpPr>
              <p:cNvPr id="19" name="Google Shape;19;p20"/>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0"/>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0"/>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20"/>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0"/>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20"/>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20"/>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 name="Google Shape;26;p20"/>
          <p:cNvGrpSpPr/>
          <p:nvPr/>
        </p:nvGrpSpPr>
        <p:grpSpPr>
          <a:xfrm>
            <a:off x="3899728" y="427073"/>
            <a:ext cx="1651683" cy="719972"/>
            <a:chOff x="3965010" y="571479"/>
            <a:chExt cx="1651683" cy="719972"/>
          </a:xfrm>
        </p:grpSpPr>
        <p:grpSp>
          <p:nvGrpSpPr>
            <p:cNvPr id="27" name="Google Shape;27;p20"/>
            <p:cNvGrpSpPr/>
            <p:nvPr/>
          </p:nvGrpSpPr>
          <p:grpSpPr>
            <a:xfrm>
              <a:off x="3965010" y="571479"/>
              <a:ext cx="1446820" cy="719972"/>
              <a:chOff x="3953250" y="571500"/>
              <a:chExt cx="1383325" cy="766825"/>
            </a:xfrm>
          </p:grpSpPr>
          <p:grpSp>
            <p:nvGrpSpPr>
              <p:cNvPr id="28" name="Google Shape;28;p20"/>
              <p:cNvGrpSpPr/>
              <p:nvPr/>
            </p:nvGrpSpPr>
            <p:grpSpPr>
              <a:xfrm>
                <a:off x="3953250" y="571500"/>
                <a:ext cx="1383165" cy="669650"/>
                <a:chOff x="897088" y="2374675"/>
                <a:chExt cx="1383165" cy="669650"/>
              </a:xfrm>
            </p:grpSpPr>
            <p:sp>
              <p:nvSpPr>
                <p:cNvPr id="29" name="Google Shape;29;p20"/>
                <p:cNvSpPr/>
                <p:nvPr/>
              </p:nvSpPr>
              <p:spPr>
                <a:xfrm>
                  <a:off x="1135613" y="2416700"/>
                  <a:ext cx="622500" cy="62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20"/>
                <p:cNvSpPr/>
                <p:nvPr/>
              </p:nvSpPr>
              <p:spPr>
                <a:xfrm>
                  <a:off x="1479050" y="23746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0"/>
                <p:cNvSpPr/>
                <p:nvPr/>
              </p:nvSpPr>
              <p:spPr>
                <a:xfrm>
                  <a:off x="897088" y="2689700"/>
                  <a:ext cx="492600" cy="354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0"/>
                <p:cNvSpPr/>
                <p:nvPr/>
              </p:nvSpPr>
              <p:spPr>
                <a:xfrm>
                  <a:off x="1657753" y="2551725"/>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 name="Google Shape;33;p20"/>
              <p:cNvSpPr/>
              <p:nvPr/>
            </p:nvSpPr>
            <p:spPr>
              <a:xfrm>
                <a:off x="3972775" y="907225"/>
                <a:ext cx="1363800" cy="431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 name="Google Shape;34;p20"/>
            <p:cNvSpPr/>
            <p:nvPr/>
          </p:nvSpPr>
          <p:spPr>
            <a:xfrm>
              <a:off x="4006544" y="571481"/>
              <a:ext cx="1610148" cy="660750"/>
            </a:xfrm>
            <a:custGeom>
              <a:avLst/>
              <a:gdLst/>
              <a:ahLst/>
              <a:cxnLst/>
              <a:rect l="l" t="t" r="r" b="b"/>
              <a:pathLst>
                <a:path w="3864" h="1872" extrusionOk="0">
                  <a:moveTo>
                    <a:pt x="1847" y="365"/>
                  </a:moveTo>
                  <a:cubicBezTo>
                    <a:pt x="1920" y="487"/>
                    <a:pt x="1920" y="633"/>
                    <a:pt x="1871" y="754"/>
                  </a:cubicBezTo>
                  <a:lnTo>
                    <a:pt x="1847" y="754"/>
                  </a:lnTo>
                  <a:cubicBezTo>
                    <a:pt x="1847" y="754"/>
                    <a:pt x="1823" y="754"/>
                    <a:pt x="1798" y="705"/>
                  </a:cubicBezTo>
                  <a:cubicBezTo>
                    <a:pt x="1774" y="608"/>
                    <a:pt x="1774" y="487"/>
                    <a:pt x="1847" y="390"/>
                  </a:cubicBezTo>
                  <a:lnTo>
                    <a:pt x="1847" y="365"/>
                  </a:lnTo>
                  <a:close/>
                  <a:moveTo>
                    <a:pt x="2891" y="584"/>
                  </a:moveTo>
                  <a:lnTo>
                    <a:pt x="2891" y="608"/>
                  </a:lnTo>
                  <a:cubicBezTo>
                    <a:pt x="2940" y="754"/>
                    <a:pt x="2940" y="900"/>
                    <a:pt x="2867" y="948"/>
                  </a:cubicBezTo>
                  <a:cubicBezTo>
                    <a:pt x="2831" y="960"/>
                    <a:pt x="2806" y="967"/>
                    <a:pt x="2791" y="967"/>
                  </a:cubicBezTo>
                  <a:cubicBezTo>
                    <a:pt x="2776" y="967"/>
                    <a:pt x="2770" y="960"/>
                    <a:pt x="2770" y="948"/>
                  </a:cubicBezTo>
                  <a:cubicBezTo>
                    <a:pt x="2770" y="803"/>
                    <a:pt x="2794" y="681"/>
                    <a:pt x="2891" y="584"/>
                  </a:cubicBezTo>
                  <a:close/>
                  <a:moveTo>
                    <a:pt x="754" y="1021"/>
                  </a:moveTo>
                  <a:cubicBezTo>
                    <a:pt x="851" y="1021"/>
                    <a:pt x="924" y="1070"/>
                    <a:pt x="972" y="1143"/>
                  </a:cubicBezTo>
                  <a:cubicBezTo>
                    <a:pt x="997" y="1216"/>
                    <a:pt x="972" y="1288"/>
                    <a:pt x="899" y="1337"/>
                  </a:cubicBezTo>
                  <a:cubicBezTo>
                    <a:pt x="887" y="1349"/>
                    <a:pt x="875" y="1355"/>
                    <a:pt x="863" y="1355"/>
                  </a:cubicBezTo>
                  <a:cubicBezTo>
                    <a:pt x="851" y="1355"/>
                    <a:pt x="839" y="1349"/>
                    <a:pt x="827" y="1337"/>
                  </a:cubicBezTo>
                  <a:cubicBezTo>
                    <a:pt x="754" y="1240"/>
                    <a:pt x="754" y="1143"/>
                    <a:pt x="754" y="1045"/>
                  </a:cubicBezTo>
                  <a:lnTo>
                    <a:pt x="754" y="1021"/>
                  </a:lnTo>
                  <a:close/>
                  <a:moveTo>
                    <a:pt x="2357" y="74"/>
                  </a:moveTo>
                  <a:cubicBezTo>
                    <a:pt x="2600" y="122"/>
                    <a:pt x="2794" y="268"/>
                    <a:pt x="2867" y="487"/>
                  </a:cubicBezTo>
                  <a:cubicBezTo>
                    <a:pt x="2746" y="608"/>
                    <a:pt x="2673" y="778"/>
                    <a:pt x="2697" y="973"/>
                  </a:cubicBezTo>
                  <a:cubicBezTo>
                    <a:pt x="2725" y="1015"/>
                    <a:pt x="2745" y="1041"/>
                    <a:pt x="2786" y="1041"/>
                  </a:cubicBezTo>
                  <a:cubicBezTo>
                    <a:pt x="2815" y="1041"/>
                    <a:pt x="2855" y="1027"/>
                    <a:pt x="2916" y="997"/>
                  </a:cubicBezTo>
                  <a:cubicBezTo>
                    <a:pt x="3061" y="924"/>
                    <a:pt x="3037" y="681"/>
                    <a:pt x="2964" y="487"/>
                  </a:cubicBezTo>
                  <a:cubicBezTo>
                    <a:pt x="2989" y="462"/>
                    <a:pt x="3013" y="462"/>
                    <a:pt x="3061" y="462"/>
                  </a:cubicBezTo>
                  <a:cubicBezTo>
                    <a:pt x="3329" y="535"/>
                    <a:pt x="3572" y="730"/>
                    <a:pt x="3693" y="997"/>
                  </a:cubicBezTo>
                  <a:cubicBezTo>
                    <a:pt x="3766" y="1143"/>
                    <a:pt x="3766" y="1337"/>
                    <a:pt x="3644" y="1483"/>
                  </a:cubicBezTo>
                  <a:cubicBezTo>
                    <a:pt x="3474" y="1677"/>
                    <a:pt x="2819" y="1799"/>
                    <a:pt x="1774" y="1799"/>
                  </a:cubicBezTo>
                  <a:cubicBezTo>
                    <a:pt x="1118" y="1799"/>
                    <a:pt x="535" y="1750"/>
                    <a:pt x="535" y="1750"/>
                  </a:cubicBezTo>
                  <a:cubicBezTo>
                    <a:pt x="316" y="1726"/>
                    <a:pt x="195" y="1653"/>
                    <a:pt x="146" y="1507"/>
                  </a:cubicBezTo>
                  <a:cubicBezTo>
                    <a:pt x="98" y="1386"/>
                    <a:pt x="219" y="1216"/>
                    <a:pt x="438" y="1118"/>
                  </a:cubicBezTo>
                  <a:cubicBezTo>
                    <a:pt x="511" y="1070"/>
                    <a:pt x="584" y="1045"/>
                    <a:pt x="681" y="1045"/>
                  </a:cubicBezTo>
                  <a:cubicBezTo>
                    <a:pt x="657" y="1167"/>
                    <a:pt x="705" y="1288"/>
                    <a:pt x="778" y="1410"/>
                  </a:cubicBezTo>
                  <a:cubicBezTo>
                    <a:pt x="808" y="1440"/>
                    <a:pt x="857" y="1461"/>
                    <a:pt x="901" y="1461"/>
                  </a:cubicBezTo>
                  <a:cubicBezTo>
                    <a:pt x="928" y="1461"/>
                    <a:pt x="954" y="1453"/>
                    <a:pt x="972" y="1434"/>
                  </a:cubicBezTo>
                  <a:cubicBezTo>
                    <a:pt x="1070" y="1361"/>
                    <a:pt x="1118" y="1240"/>
                    <a:pt x="1094" y="1118"/>
                  </a:cubicBezTo>
                  <a:cubicBezTo>
                    <a:pt x="1045" y="1021"/>
                    <a:pt x="924" y="924"/>
                    <a:pt x="802" y="924"/>
                  </a:cubicBezTo>
                  <a:cubicBezTo>
                    <a:pt x="851" y="681"/>
                    <a:pt x="1021" y="462"/>
                    <a:pt x="1264" y="365"/>
                  </a:cubicBezTo>
                  <a:cubicBezTo>
                    <a:pt x="1395" y="278"/>
                    <a:pt x="1517" y="234"/>
                    <a:pt x="1621" y="234"/>
                  </a:cubicBezTo>
                  <a:cubicBezTo>
                    <a:pt x="1689" y="234"/>
                    <a:pt x="1750" y="254"/>
                    <a:pt x="1798" y="292"/>
                  </a:cubicBezTo>
                  <a:cubicBezTo>
                    <a:pt x="1701" y="414"/>
                    <a:pt x="1677" y="584"/>
                    <a:pt x="1750" y="730"/>
                  </a:cubicBezTo>
                  <a:cubicBezTo>
                    <a:pt x="1750" y="778"/>
                    <a:pt x="1798" y="827"/>
                    <a:pt x="1871" y="827"/>
                  </a:cubicBezTo>
                  <a:cubicBezTo>
                    <a:pt x="1895" y="827"/>
                    <a:pt x="1920" y="803"/>
                    <a:pt x="1944" y="778"/>
                  </a:cubicBezTo>
                  <a:cubicBezTo>
                    <a:pt x="2041" y="633"/>
                    <a:pt x="2017" y="438"/>
                    <a:pt x="1920" y="292"/>
                  </a:cubicBezTo>
                  <a:cubicBezTo>
                    <a:pt x="1993" y="220"/>
                    <a:pt x="2090" y="147"/>
                    <a:pt x="2187" y="122"/>
                  </a:cubicBezTo>
                  <a:cubicBezTo>
                    <a:pt x="2236" y="98"/>
                    <a:pt x="2308" y="98"/>
                    <a:pt x="2357" y="74"/>
                  </a:cubicBezTo>
                  <a:close/>
                  <a:moveTo>
                    <a:pt x="2333" y="1"/>
                  </a:moveTo>
                  <a:cubicBezTo>
                    <a:pt x="2260" y="1"/>
                    <a:pt x="2211" y="25"/>
                    <a:pt x="2138" y="50"/>
                  </a:cubicBezTo>
                  <a:cubicBezTo>
                    <a:pt x="2017" y="74"/>
                    <a:pt x="1920" y="147"/>
                    <a:pt x="1823" y="244"/>
                  </a:cubicBezTo>
                  <a:cubicBezTo>
                    <a:pt x="1756" y="188"/>
                    <a:pt x="1674" y="158"/>
                    <a:pt x="1579" y="158"/>
                  </a:cubicBezTo>
                  <a:cubicBezTo>
                    <a:pt x="1466" y="158"/>
                    <a:pt x="1336" y="200"/>
                    <a:pt x="1191" y="292"/>
                  </a:cubicBezTo>
                  <a:cubicBezTo>
                    <a:pt x="924" y="414"/>
                    <a:pt x="754" y="657"/>
                    <a:pt x="681" y="948"/>
                  </a:cubicBezTo>
                  <a:cubicBezTo>
                    <a:pt x="584" y="948"/>
                    <a:pt x="487" y="973"/>
                    <a:pt x="414" y="1021"/>
                  </a:cubicBezTo>
                  <a:cubicBezTo>
                    <a:pt x="146" y="1167"/>
                    <a:pt x="1" y="1361"/>
                    <a:pt x="49" y="1531"/>
                  </a:cubicBezTo>
                  <a:cubicBezTo>
                    <a:pt x="74" y="1701"/>
                    <a:pt x="268" y="1823"/>
                    <a:pt x="511" y="1847"/>
                  </a:cubicBezTo>
                  <a:cubicBezTo>
                    <a:pt x="511" y="1847"/>
                    <a:pt x="1118" y="1871"/>
                    <a:pt x="1774" y="1871"/>
                  </a:cubicBezTo>
                  <a:cubicBezTo>
                    <a:pt x="2867" y="1871"/>
                    <a:pt x="3523" y="1774"/>
                    <a:pt x="3717" y="1556"/>
                  </a:cubicBezTo>
                  <a:cubicBezTo>
                    <a:pt x="3839" y="1386"/>
                    <a:pt x="3863" y="1167"/>
                    <a:pt x="3766" y="973"/>
                  </a:cubicBezTo>
                  <a:cubicBezTo>
                    <a:pt x="3620" y="681"/>
                    <a:pt x="3353" y="438"/>
                    <a:pt x="3037" y="365"/>
                  </a:cubicBezTo>
                  <a:cubicBezTo>
                    <a:pt x="2989" y="365"/>
                    <a:pt x="2940" y="390"/>
                    <a:pt x="2916" y="414"/>
                  </a:cubicBezTo>
                  <a:cubicBezTo>
                    <a:pt x="2819" y="171"/>
                    <a:pt x="2600" y="25"/>
                    <a:pt x="23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5" name="Google Shape;35;p20"/>
          <p:cNvGrpSpPr/>
          <p:nvPr/>
        </p:nvGrpSpPr>
        <p:grpSpPr>
          <a:xfrm>
            <a:off x="7251412" y="3717734"/>
            <a:ext cx="1015806" cy="1444636"/>
            <a:chOff x="-1047799" y="3300294"/>
            <a:chExt cx="413467" cy="588040"/>
          </a:xfrm>
        </p:grpSpPr>
        <p:sp>
          <p:nvSpPr>
            <p:cNvPr id="36" name="Google Shape;36;p20"/>
            <p:cNvSpPr/>
            <p:nvPr/>
          </p:nvSpPr>
          <p:spPr>
            <a:xfrm>
              <a:off x="-994003" y="3750695"/>
              <a:ext cx="138774" cy="63785"/>
            </a:xfrm>
            <a:custGeom>
              <a:avLst/>
              <a:gdLst/>
              <a:ahLst/>
              <a:cxnLst/>
              <a:rect l="l" t="t" r="r" b="b"/>
              <a:pathLst>
                <a:path w="1847" h="849" extrusionOk="0">
                  <a:moveTo>
                    <a:pt x="728" y="0"/>
                  </a:moveTo>
                  <a:cubicBezTo>
                    <a:pt x="502" y="0"/>
                    <a:pt x="254" y="68"/>
                    <a:pt x="1" y="252"/>
                  </a:cubicBezTo>
                  <a:cubicBezTo>
                    <a:pt x="1" y="252"/>
                    <a:pt x="350" y="848"/>
                    <a:pt x="1002" y="848"/>
                  </a:cubicBezTo>
                  <a:cubicBezTo>
                    <a:pt x="1243" y="848"/>
                    <a:pt x="1526" y="767"/>
                    <a:pt x="1847" y="544"/>
                  </a:cubicBezTo>
                  <a:cubicBezTo>
                    <a:pt x="1847" y="544"/>
                    <a:pt x="1369" y="0"/>
                    <a:pt x="72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0"/>
            <p:cNvSpPr/>
            <p:nvPr/>
          </p:nvSpPr>
          <p:spPr>
            <a:xfrm>
              <a:off x="-950199" y="3777592"/>
              <a:ext cx="98652" cy="17656"/>
            </a:xfrm>
            <a:custGeom>
              <a:avLst/>
              <a:gdLst/>
              <a:ahLst/>
              <a:cxnLst/>
              <a:rect l="l" t="t" r="r" b="b"/>
              <a:pathLst>
                <a:path w="1313" h="235" extrusionOk="0">
                  <a:moveTo>
                    <a:pt x="500" y="0"/>
                  </a:moveTo>
                  <a:cubicBezTo>
                    <a:pt x="349" y="0"/>
                    <a:pt x="197" y="14"/>
                    <a:pt x="49" y="40"/>
                  </a:cubicBezTo>
                  <a:cubicBezTo>
                    <a:pt x="25" y="40"/>
                    <a:pt x="1" y="64"/>
                    <a:pt x="25" y="89"/>
                  </a:cubicBezTo>
                  <a:cubicBezTo>
                    <a:pt x="25" y="113"/>
                    <a:pt x="49" y="113"/>
                    <a:pt x="73" y="113"/>
                  </a:cubicBezTo>
                  <a:cubicBezTo>
                    <a:pt x="191" y="98"/>
                    <a:pt x="311" y="90"/>
                    <a:pt x="431" y="90"/>
                  </a:cubicBezTo>
                  <a:cubicBezTo>
                    <a:pt x="708" y="90"/>
                    <a:pt x="985" y="133"/>
                    <a:pt x="1239" y="234"/>
                  </a:cubicBezTo>
                  <a:lnTo>
                    <a:pt x="1264" y="234"/>
                  </a:lnTo>
                  <a:cubicBezTo>
                    <a:pt x="1288" y="234"/>
                    <a:pt x="1288" y="210"/>
                    <a:pt x="1312" y="210"/>
                  </a:cubicBezTo>
                  <a:cubicBezTo>
                    <a:pt x="1312" y="186"/>
                    <a:pt x="1312" y="162"/>
                    <a:pt x="1288" y="137"/>
                  </a:cubicBezTo>
                  <a:cubicBezTo>
                    <a:pt x="1039" y="44"/>
                    <a:pt x="770" y="0"/>
                    <a:pt x="5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20"/>
            <p:cNvSpPr/>
            <p:nvPr/>
          </p:nvSpPr>
          <p:spPr>
            <a:xfrm>
              <a:off x="-949448" y="3639053"/>
              <a:ext cx="114280" cy="249281"/>
            </a:xfrm>
            <a:custGeom>
              <a:avLst/>
              <a:gdLst/>
              <a:ahLst/>
              <a:cxnLst/>
              <a:rect l="l" t="t" r="r" b="b"/>
              <a:pathLst>
                <a:path w="1521" h="3318" extrusionOk="0">
                  <a:moveTo>
                    <a:pt x="69" y="0"/>
                  </a:moveTo>
                  <a:cubicBezTo>
                    <a:pt x="40" y="0"/>
                    <a:pt x="0" y="67"/>
                    <a:pt x="39" y="86"/>
                  </a:cubicBezTo>
                  <a:cubicBezTo>
                    <a:pt x="63" y="86"/>
                    <a:pt x="1327" y="961"/>
                    <a:pt x="1424" y="3269"/>
                  </a:cubicBezTo>
                  <a:cubicBezTo>
                    <a:pt x="1424" y="3293"/>
                    <a:pt x="1448" y="3317"/>
                    <a:pt x="1472" y="3317"/>
                  </a:cubicBezTo>
                  <a:cubicBezTo>
                    <a:pt x="1497" y="3293"/>
                    <a:pt x="1521" y="3293"/>
                    <a:pt x="1521" y="3269"/>
                  </a:cubicBezTo>
                  <a:cubicBezTo>
                    <a:pt x="1424" y="912"/>
                    <a:pt x="88" y="14"/>
                    <a:pt x="88" y="14"/>
                  </a:cubicBezTo>
                  <a:cubicBezTo>
                    <a:pt x="83" y="4"/>
                    <a:pt x="76" y="0"/>
                    <a:pt x="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0"/>
            <p:cNvSpPr/>
            <p:nvPr/>
          </p:nvSpPr>
          <p:spPr>
            <a:xfrm>
              <a:off x="-1047799" y="3504796"/>
              <a:ext cx="229087" cy="179936"/>
            </a:xfrm>
            <a:custGeom>
              <a:avLst/>
              <a:gdLst/>
              <a:ahLst/>
              <a:cxnLst/>
              <a:rect l="l" t="t" r="r" b="b"/>
              <a:pathLst>
                <a:path w="3049" h="2395" extrusionOk="0">
                  <a:moveTo>
                    <a:pt x="2055" y="1"/>
                  </a:moveTo>
                  <a:cubicBezTo>
                    <a:pt x="1883" y="1"/>
                    <a:pt x="1883" y="562"/>
                    <a:pt x="1883" y="562"/>
                  </a:cubicBezTo>
                  <a:cubicBezTo>
                    <a:pt x="1761" y="416"/>
                    <a:pt x="1615" y="294"/>
                    <a:pt x="1445" y="197"/>
                  </a:cubicBezTo>
                  <a:cubicBezTo>
                    <a:pt x="1434" y="193"/>
                    <a:pt x="1423" y="192"/>
                    <a:pt x="1413" y="192"/>
                  </a:cubicBezTo>
                  <a:cubicBezTo>
                    <a:pt x="1234" y="192"/>
                    <a:pt x="1300" y="780"/>
                    <a:pt x="1300" y="780"/>
                  </a:cubicBezTo>
                  <a:cubicBezTo>
                    <a:pt x="1154" y="635"/>
                    <a:pt x="984" y="537"/>
                    <a:pt x="814" y="416"/>
                  </a:cubicBezTo>
                  <a:cubicBezTo>
                    <a:pt x="785" y="400"/>
                    <a:pt x="760" y="393"/>
                    <a:pt x="740" y="393"/>
                  </a:cubicBezTo>
                  <a:cubicBezTo>
                    <a:pt x="532" y="393"/>
                    <a:pt x="692" y="1096"/>
                    <a:pt x="692" y="1096"/>
                  </a:cubicBezTo>
                  <a:cubicBezTo>
                    <a:pt x="692" y="1096"/>
                    <a:pt x="357" y="857"/>
                    <a:pt x="178" y="857"/>
                  </a:cubicBezTo>
                  <a:cubicBezTo>
                    <a:pt x="136" y="857"/>
                    <a:pt x="103" y="870"/>
                    <a:pt x="85" y="902"/>
                  </a:cubicBezTo>
                  <a:cubicBezTo>
                    <a:pt x="1" y="1049"/>
                    <a:pt x="662" y="2395"/>
                    <a:pt x="1533" y="2395"/>
                  </a:cubicBezTo>
                  <a:cubicBezTo>
                    <a:pt x="1669" y="2395"/>
                    <a:pt x="1811" y="2362"/>
                    <a:pt x="1955" y="2286"/>
                  </a:cubicBezTo>
                  <a:cubicBezTo>
                    <a:pt x="3049" y="1728"/>
                    <a:pt x="2684" y="926"/>
                    <a:pt x="2684" y="926"/>
                  </a:cubicBezTo>
                  <a:cubicBezTo>
                    <a:pt x="2684" y="926"/>
                    <a:pt x="2368" y="197"/>
                    <a:pt x="2125" y="27"/>
                  </a:cubicBezTo>
                  <a:cubicBezTo>
                    <a:pt x="2099" y="9"/>
                    <a:pt x="2076" y="1"/>
                    <a:pt x="205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20"/>
            <p:cNvSpPr/>
            <p:nvPr/>
          </p:nvSpPr>
          <p:spPr>
            <a:xfrm>
              <a:off x="-1006775" y="3550625"/>
              <a:ext cx="157032" cy="111418"/>
            </a:xfrm>
            <a:custGeom>
              <a:avLst/>
              <a:gdLst/>
              <a:ahLst/>
              <a:cxnLst/>
              <a:rect l="l" t="t" r="r" b="b"/>
              <a:pathLst>
                <a:path w="2090" h="1483" extrusionOk="0">
                  <a:moveTo>
                    <a:pt x="1652" y="292"/>
                  </a:moveTo>
                  <a:cubicBezTo>
                    <a:pt x="1677" y="292"/>
                    <a:pt x="1701" y="316"/>
                    <a:pt x="1725" y="340"/>
                  </a:cubicBezTo>
                  <a:cubicBezTo>
                    <a:pt x="1749" y="365"/>
                    <a:pt x="1749" y="389"/>
                    <a:pt x="1774" y="413"/>
                  </a:cubicBezTo>
                  <a:lnTo>
                    <a:pt x="1725" y="389"/>
                  </a:lnTo>
                  <a:cubicBezTo>
                    <a:pt x="1701" y="365"/>
                    <a:pt x="1677" y="316"/>
                    <a:pt x="1652" y="292"/>
                  </a:cubicBezTo>
                  <a:close/>
                  <a:moveTo>
                    <a:pt x="802" y="656"/>
                  </a:moveTo>
                  <a:lnTo>
                    <a:pt x="802" y="656"/>
                  </a:lnTo>
                  <a:cubicBezTo>
                    <a:pt x="826" y="680"/>
                    <a:pt x="851" y="729"/>
                    <a:pt x="875" y="778"/>
                  </a:cubicBezTo>
                  <a:cubicBezTo>
                    <a:pt x="851" y="729"/>
                    <a:pt x="826" y="705"/>
                    <a:pt x="802" y="656"/>
                  </a:cubicBezTo>
                  <a:close/>
                  <a:moveTo>
                    <a:pt x="535" y="923"/>
                  </a:moveTo>
                  <a:lnTo>
                    <a:pt x="535" y="923"/>
                  </a:lnTo>
                  <a:cubicBezTo>
                    <a:pt x="583" y="948"/>
                    <a:pt x="608" y="996"/>
                    <a:pt x="608" y="1045"/>
                  </a:cubicBezTo>
                  <a:cubicBezTo>
                    <a:pt x="583" y="996"/>
                    <a:pt x="559" y="972"/>
                    <a:pt x="535" y="923"/>
                  </a:cubicBezTo>
                  <a:close/>
                  <a:moveTo>
                    <a:pt x="1944" y="0"/>
                  </a:moveTo>
                  <a:cubicBezTo>
                    <a:pt x="1920" y="25"/>
                    <a:pt x="1920" y="49"/>
                    <a:pt x="1920" y="73"/>
                  </a:cubicBezTo>
                  <a:cubicBezTo>
                    <a:pt x="1944" y="146"/>
                    <a:pt x="2017" y="292"/>
                    <a:pt x="1968" y="365"/>
                  </a:cubicBezTo>
                  <a:cubicBezTo>
                    <a:pt x="1968" y="389"/>
                    <a:pt x="1944" y="413"/>
                    <a:pt x="1920" y="413"/>
                  </a:cubicBezTo>
                  <a:lnTo>
                    <a:pt x="1847" y="413"/>
                  </a:lnTo>
                  <a:cubicBezTo>
                    <a:pt x="1847" y="365"/>
                    <a:pt x="1822" y="316"/>
                    <a:pt x="1798" y="267"/>
                  </a:cubicBezTo>
                  <a:cubicBezTo>
                    <a:pt x="1774" y="195"/>
                    <a:pt x="1701" y="170"/>
                    <a:pt x="1628" y="146"/>
                  </a:cubicBezTo>
                  <a:cubicBezTo>
                    <a:pt x="1604" y="146"/>
                    <a:pt x="1579" y="170"/>
                    <a:pt x="1555" y="195"/>
                  </a:cubicBezTo>
                  <a:cubicBezTo>
                    <a:pt x="1531" y="243"/>
                    <a:pt x="1555" y="316"/>
                    <a:pt x="1604" y="365"/>
                  </a:cubicBezTo>
                  <a:cubicBezTo>
                    <a:pt x="1652" y="413"/>
                    <a:pt x="1701" y="462"/>
                    <a:pt x="1749" y="486"/>
                  </a:cubicBezTo>
                  <a:lnTo>
                    <a:pt x="1749" y="510"/>
                  </a:lnTo>
                  <a:cubicBezTo>
                    <a:pt x="1749" y="559"/>
                    <a:pt x="1701" y="559"/>
                    <a:pt x="1628" y="559"/>
                  </a:cubicBezTo>
                  <a:cubicBezTo>
                    <a:pt x="1555" y="559"/>
                    <a:pt x="1482" y="535"/>
                    <a:pt x="1409" y="510"/>
                  </a:cubicBezTo>
                  <a:cubicBezTo>
                    <a:pt x="1385" y="437"/>
                    <a:pt x="1337" y="389"/>
                    <a:pt x="1288" y="365"/>
                  </a:cubicBezTo>
                  <a:cubicBezTo>
                    <a:pt x="1256" y="365"/>
                    <a:pt x="1234" y="354"/>
                    <a:pt x="1209" y="354"/>
                  </a:cubicBezTo>
                  <a:cubicBezTo>
                    <a:pt x="1196" y="354"/>
                    <a:pt x="1183" y="357"/>
                    <a:pt x="1166" y="365"/>
                  </a:cubicBezTo>
                  <a:cubicBezTo>
                    <a:pt x="1166" y="389"/>
                    <a:pt x="1142" y="413"/>
                    <a:pt x="1166" y="437"/>
                  </a:cubicBezTo>
                  <a:cubicBezTo>
                    <a:pt x="1215" y="486"/>
                    <a:pt x="1264" y="559"/>
                    <a:pt x="1337" y="583"/>
                  </a:cubicBezTo>
                  <a:cubicBezTo>
                    <a:pt x="1385" y="656"/>
                    <a:pt x="1385" y="753"/>
                    <a:pt x="1361" y="850"/>
                  </a:cubicBezTo>
                  <a:cubicBezTo>
                    <a:pt x="1343" y="905"/>
                    <a:pt x="1311" y="932"/>
                    <a:pt x="1255" y="932"/>
                  </a:cubicBezTo>
                  <a:cubicBezTo>
                    <a:pt x="1236" y="932"/>
                    <a:pt x="1215" y="929"/>
                    <a:pt x="1191" y="923"/>
                  </a:cubicBezTo>
                  <a:cubicBezTo>
                    <a:pt x="1142" y="923"/>
                    <a:pt x="1069" y="899"/>
                    <a:pt x="1021" y="850"/>
                  </a:cubicBezTo>
                  <a:cubicBezTo>
                    <a:pt x="996" y="729"/>
                    <a:pt x="924" y="608"/>
                    <a:pt x="826" y="535"/>
                  </a:cubicBezTo>
                  <a:lnTo>
                    <a:pt x="729" y="535"/>
                  </a:lnTo>
                  <a:cubicBezTo>
                    <a:pt x="705" y="559"/>
                    <a:pt x="705" y="583"/>
                    <a:pt x="705" y="632"/>
                  </a:cubicBezTo>
                  <a:cubicBezTo>
                    <a:pt x="754" y="753"/>
                    <a:pt x="826" y="850"/>
                    <a:pt x="924" y="923"/>
                  </a:cubicBezTo>
                  <a:cubicBezTo>
                    <a:pt x="948" y="972"/>
                    <a:pt x="948" y="1021"/>
                    <a:pt x="924" y="1093"/>
                  </a:cubicBezTo>
                  <a:cubicBezTo>
                    <a:pt x="924" y="1129"/>
                    <a:pt x="898" y="1151"/>
                    <a:pt x="874" y="1151"/>
                  </a:cubicBezTo>
                  <a:cubicBezTo>
                    <a:pt x="865" y="1151"/>
                    <a:pt x="857" y="1148"/>
                    <a:pt x="851" y="1142"/>
                  </a:cubicBezTo>
                  <a:cubicBezTo>
                    <a:pt x="802" y="1142"/>
                    <a:pt x="754" y="1118"/>
                    <a:pt x="729" y="1093"/>
                  </a:cubicBezTo>
                  <a:cubicBezTo>
                    <a:pt x="729" y="972"/>
                    <a:pt x="656" y="875"/>
                    <a:pt x="559" y="826"/>
                  </a:cubicBezTo>
                  <a:cubicBezTo>
                    <a:pt x="547" y="814"/>
                    <a:pt x="529" y="808"/>
                    <a:pt x="508" y="808"/>
                  </a:cubicBezTo>
                  <a:cubicBezTo>
                    <a:pt x="486" y="808"/>
                    <a:pt x="462" y="814"/>
                    <a:pt x="438" y="826"/>
                  </a:cubicBezTo>
                  <a:cubicBezTo>
                    <a:pt x="438" y="826"/>
                    <a:pt x="413" y="875"/>
                    <a:pt x="438" y="899"/>
                  </a:cubicBezTo>
                  <a:cubicBezTo>
                    <a:pt x="462" y="996"/>
                    <a:pt x="535" y="1093"/>
                    <a:pt x="632" y="1166"/>
                  </a:cubicBezTo>
                  <a:cubicBezTo>
                    <a:pt x="608" y="1239"/>
                    <a:pt x="559" y="1312"/>
                    <a:pt x="486" y="1336"/>
                  </a:cubicBezTo>
                  <a:cubicBezTo>
                    <a:pt x="455" y="1356"/>
                    <a:pt x="424" y="1364"/>
                    <a:pt x="393" y="1364"/>
                  </a:cubicBezTo>
                  <a:cubicBezTo>
                    <a:pt x="234" y="1364"/>
                    <a:pt x="98" y="1142"/>
                    <a:pt x="98" y="1142"/>
                  </a:cubicBezTo>
                  <a:cubicBezTo>
                    <a:pt x="85" y="1130"/>
                    <a:pt x="73" y="1124"/>
                    <a:pt x="64" y="1124"/>
                  </a:cubicBezTo>
                  <a:cubicBezTo>
                    <a:pt x="55" y="1124"/>
                    <a:pt x="49" y="1130"/>
                    <a:pt x="49" y="1142"/>
                  </a:cubicBezTo>
                  <a:cubicBezTo>
                    <a:pt x="25" y="1166"/>
                    <a:pt x="0" y="1191"/>
                    <a:pt x="25" y="1215"/>
                  </a:cubicBezTo>
                  <a:cubicBezTo>
                    <a:pt x="25" y="1215"/>
                    <a:pt x="195" y="1482"/>
                    <a:pt x="389" y="1482"/>
                  </a:cubicBezTo>
                  <a:cubicBezTo>
                    <a:pt x="438" y="1458"/>
                    <a:pt x="486" y="1433"/>
                    <a:pt x="535" y="1385"/>
                  </a:cubicBezTo>
                  <a:cubicBezTo>
                    <a:pt x="608" y="1336"/>
                    <a:pt x="681" y="1263"/>
                    <a:pt x="705" y="1166"/>
                  </a:cubicBezTo>
                  <a:cubicBezTo>
                    <a:pt x="754" y="1191"/>
                    <a:pt x="778" y="1191"/>
                    <a:pt x="826" y="1215"/>
                  </a:cubicBezTo>
                  <a:cubicBezTo>
                    <a:pt x="839" y="1219"/>
                    <a:pt x="852" y="1221"/>
                    <a:pt x="866" y="1221"/>
                  </a:cubicBezTo>
                  <a:cubicBezTo>
                    <a:pt x="930" y="1221"/>
                    <a:pt x="1001" y="1174"/>
                    <a:pt x="1021" y="1093"/>
                  </a:cubicBezTo>
                  <a:cubicBezTo>
                    <a:pt x="1021" y="1045"/>
                    <a:pt x="1021" y="996"/>
                    <a:pt x="1021" y="948"/>
                  </a:cubicBezTo>
                  <a:cubicBezTo>
                    <a:pt x="1069" y="972"/>
                    <a:pt x="1118" y="996"/>
                    <a:pt x="1166" y="996"/>
                  </a:cubicBezTo>
                  <a:cubicBezTo>
                    <a:pt x="1192" y="1007"/>
                    <a:pt x="1218" y="1011"/>
                    <a:pt x="1243" y="1011"/>
                  </a:cubicBezTo>
                  <a:cubicBezTo>
                    <a:pt x="1335" y="1011"/>
                    <a:pt x="1415" y="946"/>
                    <a:pt x="1434" y="850"/>
                  </a:cubicBezTo>
                  <a:cubicBezTo>
                    <a:pt x="1458" y="778"/>
                    <a:pt x="1458" y="680"/>
                    <a:pt x="1434" y="608"/>
                  </a:cubicBezTo>
                  <a:cubicBezTo>
                    <a:pt x="1507" y="608"/>
                    <a:pt x="1555" y="632"/>
                    <a:pt x="1628" y="632"/>
                  </a:cubicBezTo>
                  <a:cubicBezTo>
                    <a:pt x="1701" y="632"/>
                    <a:pt x="1798" y="608"/>
                    <a:pt x="1822" y="535"/>
                  </a:cubicBezTo>
                  <a:cubicBezTo>
                    <a:pt x="1847" y="510"/>
                    <a:pt x="1847" y="510"/>
                    <a:pt x="1847" y="486"/>
                  </a:cubicBezTo>
                  <a:cubicBezTo>
                    <a:pt x="1859" y="498"/>
                    <a:pt x="1877" y="504"/>
                    <a:pt x="1895" y="504"/>
                  </a:cubicBezTo>
                  <a:cubicBezTo>
                    <a:pt x="1913" y="504"/>
                    <a:pt x="1932" y="498"/>
                    <a:pt x="1944" y="486"/>
                  </a:cubicBezTo>
                  <a:cubicBezTo>
                    <a:pt x="1992" y="486"/>
                    <a:pt x="2041" y="462"/>
                    <a:pt x="2065" y="413"/>
                  </a:cubicBezTo>
                  <a:cubicBezTo>
                    <a:pt x="2090" y="267"/>
                    <a:pt x="2065" y="146"/>
                    <a:pt x="2017" y="25"/>
                  </a:cubicBezTo>
                  <a:cubicBezTo>
                    <a:pt x="1992" y="0"/>
                    <a:pt x="1968" y="0"/>
                    <a:pt x="19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0"/>
            <p:cNvSpPr/>
            <p:nvPr/>
          </p:nvSpPr>
          <p:spPr>
            <a:xfrm>
              <a:off x="-868753" y="3630488"/>
              <a:ext cx="108420" cy="91959"/>
            </a:xfrm>
            <a:custGeom>
              <a:avLst/>
              <a:gdLst/>
              <a:ahLst/>
              <a:cxnLst/>
              <a:rect l="l" t="t" r="r" b="b"/>
              <a:pathLst>
                <a:path w="1443" h="1224" extrusionOk="0">
                  <a:moveTo>
                    <a:pt x="158" y="1"/>
                  </a:moveTo>
                  <a:cubicBezTo>
                    <a:pt x="118" y="1"/>
                    <a:pt x="76" y="3"/>
                    <a:pt x="34" y="6"/>
                  </a:cubicBezTo>
                  <a:cubicBezTo>
                    <a:pt x="34" y="6"/>
                    <a:pt x="34" y="6"/>
                    <a:pt x="34" y="6"/>
                  </a:cubicBezTo>
                  <a:lnTo>
                    <a:pt x="34" y="6"/>
                  </a:lnTo>
                  <a:cubicBezTo>
                    <a:pt x="33" y="6"/>
                    <a:pt x="1" y="1224"/>
                    <a:pt x="1328" y="1224"/>
                  </a:cubicBezTo>
                  <a:cubicBezTo>
                    <a:pt x="1365" y="1224"/>
                    <a:pt x="1404" y="1223"/>
                    <a:pt x="1443" y="1221"/>
                  </a:cubicBezTo>
                  <a:cubicBezTo>
                    <a:pt x="1443" y="1221"/>
                    <a:pt x="1240" y="1"/>
                    <a:pt x="1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20"/>
            <p:cNvSpPr/>
            <p:nvPr/>
          </p:nvSpPr>
          <p:spPr>
            <a:xfrm>
              <a:off x="-837046" y="3663019"/>
              <a:ext cx="80394" cy="62884"/>
            </a:xfrm>
            <a:custGeom>
              <a:avLst/>
              <a:gdLst/>
              <a:ahLst/>
              <a:cxnLst/>
              <a:rect l="l" t="t" r="r" b="b"/>
              <a:pathLst>
                <a:path w="1070" h="837" extrusionOk="0">
                  <a:moveTo>
                    <a:pt x="53" y="0"/>
                  </a:moveTo>
                  <a:cubicBezTo>
                    <a:pt x="37" y="0"/>
                    <a:pt x="25" y="17"/>
                    <a:pt x="25" y="35"/>
                  </a:cubicBezTo>
                  <a:cubicBezTo>
                    <a:pt x="1" y="59"/>
                    <a:pt x="25" y="83"/>
                    <a:pt x="49" y="83"/>
                  </a:cubicBezTo>
                  <a:cubicBezTo>
                    <a:pt x="414" y="253"/>
                    <a:pt x="729" y="496"/>
                    <a:pt x="997" y="812"/>
                  </a:cubicBezTo>
                  <a:cubicBezTo>
                    <a:pt x="997" y="812"/>
                    <a:pt x="1021" y="836"/>
                    <a:pt x="1021" y="836"/>
                  </a:cubicBezTo>
                  <a:lnTo>
                    <a:pt x="1045" y="812"/>
                  </a:lnTo>
                  <a:cubicBezTo>
                    <a:pt x="1069" y="812"/>
                    <a:pt x="1069" y="788"/>
                    <a:pt x="1069" y="763"/>
                  </a:cubicBezTo>
                  <a:cubicBezTo>
                    <a:pt x="802" y="423"/>
                    <a:pt x="462" y="156"/>
                    <a:pt x="74" y="10"/>
                  </a:cubicBezTo>
                  <a:cubicBezTo>
                    <a:pt x="66" y="3"/>
                    <a:pt x="59" y="0"/>
                    <a:pt x="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0"/>
            <p:cNvSpPr/>
            <p:nvPr/>
          </p:nvSpPr>
          <p:spPr>
            <a:xfrm>
              <a:off x="-764015" y="3539732"/>
              <a:ext cx="129683" cy="73101"/>
            </a:xfrm>
            <a:custGeom>
              <a:avLst/>
              <a:gdLst/>
              <a:ahLst/>
              <a:cxnLst/>
              <a:rect l="l" t="t" r="r" b="b"/>
              <a:pathLst>
                <a:path w="1726" h="973" extrusionOk="0">
                  <a:moveTo>
                    <a:pt x="1242" y="0"/>
                  </a:moveTo>
                  <a:cubicBezTo>
                    <a:pt x="434" y="0"/>
                    <a:pt x="0" y="850"/>
                    <a:pt x="0" y="850"/>
                  </a:cubicBezTo>
                  <a:cubicBezTo>
                    <a:pt x="232" y="937"/>
                    <a:pt x="435" y="973"/>
                    <a:pt x="612" y="973"/>
                  </a:cubicBezTo>
                  <a:cubicBezTo>
                    <a:pt x="1474" y="973"/>
                    <a:pt x="1725" y="117"/>
                    <a:pt x="1725" y="97"/>
                  </a:cubicBezTo>
                  <a:cubicBezTo>
                    <a:pt x="1552" y="29"/>
                    <a:pt x="1391" y="0"/>
                    <a:pt x="124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20"/>
            <p:cNvSpPr/>
            <p:nvPr/>
          </p:nvSpPr>
          <p:spPr>
            <a:xfrm>
              <a:off x="-769500" y="3568882"/>
              <a:ext cx="94971" cy="38391"/>
            </a:xfrm>
            <a:custGeom>
              <a:avLst/>
              <a:gdLst/>
              <a:ahLst/>
              <a:cxnLst/>
              <a:rect l="l" t="t" r="r" b="b"/>
              <a:pathLst>
                <a:path w="1264" h="511" extrusionOk="0">
                  <a:moveTo>
                    <a:pt x="1191" y="0"/>
                  </a:moveTo>
                  <a:cubicBezTo>
                    <a:pt x="778" y="49"/>
                    <a:pt x="389" y="194"/>
                    <a:pt x="25" y="413"/>
                  </a:cubicBezTo>
                  <a:cubicBezTo>
                    <a:pt x="0" y="462"/>
                    <a:pt x="25" y="510"/>
                    <a:pt x="73" y="510"/>
                  </a:cubicBezTo>
                  <a:cubicBezTo>
                    <a:pt x="73" y="510"/>
                    <a:pt x="98" y="510"/>
                    <a:pt x="98" y="486"/>
                  </a:cubicBezTo>
                  <a:cubicBezTo>
                    <a:pt x="438" y="267"/>
                    <a:pt x="802" y="146"/>
                    <a:pt x="1215" y="97"/>
                  </a:cubicBezTo>
                  <a:cubicBezTo>
                    <a:pt x="1239" y="97"/>
                    <a:pt x="1264" y="73"/>
                    <a:pt x="1264" y="49"/>
                  </a:cubicBezTo>
                  <a:cubicBezTo>
                    <a:pt x="1239" y="24"/>
                    <a:pt x="1215" y="0"/>
                    <a:pt x="11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0"/>
            <p:cNvSpPr/>
            <p:nvPr/>
          </p:nvSpPr>
          <p:spPr>
            <a:xfrm>
              <a:off x="-800981" y="3409081"/>
              <a:ext cx="60784" cy="462801"/>
            </a:xfrm>
            <a:custGeom>
              <a:avLst/>
              <a:gdLst/>
              <a:ahLst/>
              <a:cxnLst/>
              <a:rect l="l" t="t" r="r" b="b"/>
              <a:pathLst>
                <a:path w="809" h="6160" extrusionOk="0">
                  <a:moveTo>
                    <a:pt x="69" y="1"/>
                  </a:moveTo>
                  <a:cubicBezTo>
                    <a:pt x="37" y="1"/>
                    <a:pt x="0" y="32"/>
                    <a:pt x="31" y="62"/>
                  </a:cubicBezTo>
                  <a:cubicBezTo>
                    <a:pt x="711" y="1860"/>
                    <a:pt x="541" y="6063"/>
                    <a:pt x="541" y="6111"/>
                  </a:cubicBezTo>
                  <a:cubicBezTo>
                    <a:pt x="541" y="6135"/>
                    <a:pt x="565" y="6135"/>
                    <a:pt x="589" y="6160"/>
                  </a:cubicBezTo>
                  <a:cubicBezTo>
                    <a:pt x="614" y="6135"/>
                    <a:pt x="638" y="6135"/>
                    <a:pt x="638" y="6111"/>
                  </a:cubicBezTo>
                  <a:cubicBezTo>
                    <a:pt x="638" y="6063"/>
                    <a:pt x="808" y="1836"/>
                    <a:pt x="104" y="38"/>
                  </a:cubicBezTo>
                  <a:cubicBezTo>
                    <a:pt x="104" y="11"/>
                    <a:pt x="87" y="1"/>
                    <a:pt x="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20"/>
            <p:cNvSpPr/>
            <p:nvPr/>
          </p:nvSpPr>
          <p:spPr>
            <a:xfrm>
              <a:off x="-905869" y="3300294"/>
              <a:ext cx="198507" cy="165361"/>
            </a:xfrm>
            <a:custGeom>
              <a:avLst/>
              <a:gdLst/>
              <a:ahLst/>
              <a:cxnLst/>
              <a:rect l="l" t="t" r="r" b="b"/>
              <a:pathLst>
                <a:path w="2642" h="2201" extrusionOk="0">
                  <a:moveTo>
                    <a:pt x="898" y="1"/>
                  </a:moveTo>
                  <a:cubicBezTo>
                    <a:pt x="722" y="1"/>
                    <a:pt x="649" y="636"/>
                    <a:pt x="649" y="636"/>
                  </a:cubicBezTo>
                  <a:cubicBezTo>
                    <a:pt x="649" y="636"/>
                    <a:pt x="381" y="252"/>
                    <a:pt x="219" y="252"/>
                  </a:cubicBezTo>
                  <a:cubicBezTo>
                    <a:pt x="198" y="252"/>
                    <a:pt x="180" y="258"/>
                    <a:pt x="164" y="271"/>
                  </a:cubicBezTo>
                  <a:cubicBezTo>
                    <a:pt x="0" y="365"/>
                    <a:pt x="217" y="2201"/>
                    <a:pt x="1307" y="2201"/>
                  </a:cubicBezTo>
                  <a:cubicBezTo>
                    <a:pt x="1353" y="2201"/>
                    <a:pt x="1401" y="2197"/>
                    <a:pt x="1451" y="2190"/>
                  </a:cubicBezTo>
                  <a:cubicBezTo>
                    <a:pt x="2641" y="2045"/>
                    <a:pt x="2569" y="1170"/>
                    <a:pt x="2569" y="1170"/>
                  </a:cubicBezTo>
                  <a:cubicBezTo>
                    <a:pt x="2569" y="1170"/>
                    <a:pt x="2544" y="369"/>
                    <a:pt x="2374" y="126"/>
                  </a:cubicBezTo>
                  <a:cubicBezTo>
                    <a:pt x="2348" y="89"/>
                    <a:pt x="2321" y="73"/>
                    <a:pt x="2293" y="73"/>
                  </a:cubicBezTo>
                  <a:cubicBezTo>
                    <a:pt x="2136" y="73"/>
                    <a:pt x="1961" y="563"/>
                    <a:pt x="1961" y="563"/>
                  </a:cubicBezTo>
                  <a:cubicBezTo>
                    <a:pt x="1888" y="369"/>
                    <a:pt x="1791" y="199"/>
                    <a:pt x="1670" y="53"/>
                  </a:cubicBezTo>
                  <a:cubicBezTo>
                    <a:pt x="1650" y="38"/>
                    <a:pt x="1631" y="32"/>
                    <a:pt x="1612" y="32"/>
                  </a:cubicBezTo>
                  <a:cubicBezTo>
                    <a:pt x="1443" y="32"/>
                    <a:pt x="1305" y="563"/>
                    <a:pt x="1305" y="563"/>
                  </a:cubicBezTo>
                  <a:cubicBezTo>
                    <a:pt x="1232" y="369"/>
                    <a:pt x="1111" y="199"/>
                    <a:pt x="990" y="53"/>
                  </a:cubicBezTo>
                  <a:cubicBezTo>
                    <a:pt x="957" y="16"/>
                    <a:pt x="926" y="1"/>
                    <a:pt x="89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20"/>
            <p:cNvSpPr/>
            <p:nvPr/>
          </p:nvSpPr>
          <p:spPr>
            <a:xfrm>
              <a:off x="-884456" y="3364454"/>
              <a:ext cx="171608" cy="62133"/>
            </a:xfrm>
            <a:custGeom>
              <a:avLst/>
              <a:gdLst/>
              <a:ahLst/>
              <a:cxnLst/>
              <a:rect l="l" t="t" r="r" b="b"/>
              <a:pathLst>
                <a:path w="2284" h="827" extrusionOk="0">
                  <a:moveTo>
                    <a:pt x="1846" y="122"/>
                  </a:moveTo>
                  <a:lnTo>
                    <a:pt x="1846" y="122"/>
                  </a:lnTo>
                  <a:cubicBezTo>
                    <a:pt x="1871" y="146"/>
                    <a:pt x="1895" y="146"/>
                    <a:pt x="1919" y="195"/>
                  </a:cubicBezTo>
                  <a:cubicBezTo>
                    <a:pt x="1919" y="219"/>
                    <a:pt x="1919" y="243"/>
                    <a:pt x="1919" y="268"/>
                  </a:cubicBezTo>
                  <a:cubicBezTo>
                    <a:pt x="1895" y="268"/>
                    <a:pt x="1895" y="243"/>
                    <a:pt x="1895" y="243"/>
                  </a:cubicBezTo>
                  <a:cubicBezTo>
                    <a:pt x="1871" y="195"/>
                    <a:pt x="1846" y="146"/>
                    <a:pt x="1846" y="122"/>
                  </a:cubicBezTo>
                  <a:close/>
                  <a:moveTo>
                    <a:pt x="923" y="170"/>
                  </a:moveTo>
                  <a:lnTo>
                    <a:pt x="923" y="170"/>
                  </a:lnTo>
                  <a:cubicBezTo>
                    <a:pt x="947" y="219"/>
                    <a:pt x="947" y="268"/>
                    <a:pt x="972" y="292"/>
                  </a:cubicBezTo>
                  <a:cubicBezTo>
                    <a:pt x="947" y="268"/>
                    <a:pt x="923" y="219"/>
                    <a:pt x="923" y="170"/>
                  </a:cubicBezTo>
                  <a:close/>
                  <a:moveTo>
                    <a:pt x="583" y="341"/>
                  </a:moveTo>
                  <a:lnTo>
                    <a:pt x="583" y="341"/>
                  </a:lnTo>
                  <a:cubicBezTo>
                    <a:pt x="607" y="365"/>
                    <a:pt x="632" y="413"/>
                    <a:pt x="632" y="486"/>
                  </a:cubicBezTo>
                  <a:cubicBezTo>
                    <a:pt x="607" y="438"/>
                    <a:pt x="583" y="389"/>
                    <a:pt x="583" y="341"/>
                  </a:cubicBezTo>
                  <a:close/>
                  <a:moveTo>
                    <a:pt x="2211" y="0"/>
                  </a:moveTo>
                  <a:cubicBezTo>
                    <a:pt x="2186" y="0"/>
                    <a:pt x="2162" y="25"/>
                    <a:pt x="2186" y="49"/>
                  </a:cubicBezTo>
                  <a:cubicBezTo>
                    <a:pt x="2186" y="122"/>
                    <a:pt x="2186" y="292"/>
                    <a:pt x="2138" y="341"/>
                  </a:cubicBezTo>
                  <a:cubicBezTo>
                    <a:pt x="2113" y="365"/>
                    <a:pt x="2089" y="365"/>
                    <a:pt x="2065" y="365"/>
                  </a:cubicBezTo>
                  <a:cubicBezTo>
                    <a:pt x="2041" y="365"/>
                    <a:pt x="2016" y="365"/>
                    <a:pt x="1992" y="341"/>
                  </a:cubicBezTo>
                  <a:cubicBezTo>
                    <a:pt x="2016" y="292"/>
                    <a:pt x="2016" y="243"/>
                    <a:pt x="1992" y="195"/>
                  </a:cubicBezTo>
                  <a:cubicBezTo>
                    <a:pt x="1992" y="122"/>
                    <a:pt x="1943" y="49"/>
                    <a:pt x="1895" y="25"/>
                  </a:cubicBezTo>
                  <a:cubicBezTo>
                    <a:pt x="1846" y="25"/>
                    <a:pt x="1822" y="25"/>
                    <a:pt x="1798" y="49"/>
                  </a:cubicBezTo>
                  <a:cubicBezTo>
                    <a:pt x="1749" y="98"/>
                    <a:pt x="1749" y="170"/>
                    <a:pt x="1798" y="219"/>
                  </a:cubicBezTo>
                  <a:cubicBezTo>
                    <a:pt x="1822" y="292"/>
                    <a:pt x="1846" y="341"/>
                    <a:pt x="1895" y="365"/>
                  </a:cubicBezTo>
                  <a:lnTo>
                    <a:pt x="1871" y="389"/>
                  </a:lnTo>
                  <a:cubicBezTo>
                    <a:pt x="1858" y="401"/>
                    <a:pt x="1834" y="407"/>
                    <a:pt x="1810" y="407"/>
                  </a:cubicBezTo>
                  <a:cubicBezTo>
                    <a:pt x="1786" y="407"/>
                    <a:pt x="1761" y="401"/>
                    <a:pt x="1749" y="389"/>
                  </a:cubicBezTo>
                  <a:cubicBezTo>
                    <a:pt x="1676" y="365"/>
                    <a:pt x="1603" y="316"/>
                    <a:pt x="1555" y="268"/>
                  </a:cubicBezTo>
                  <a:cubicBezTo>
                    <a:pt x="1555" y="195"/>
                    <a:pt x="1530" y="146"/>
                    <a:pt x="1482" y="98"/>
                  </a:cubicBezTo>
                  <a:cubicBezTo>
                    <a:pt x="1458" y="49"/>
                    <a:pt x="1409" y="49"/>
                    <a:pt x="1385" y="49"/>
                  </a:cubicBezTo>
                  <a:cubicBezTo>
                    <a:pt x="1360" y="73"/>
                    <a:pt x="1336" y="98"/>
                    <a:pt x="1336" y="122"/>
                  </a:cubicBezTo>
                  <a:cubicBezTo>
                    <a:pt x="1360" y="195"/>
                    <a:pt x="1409" y="268"/>
                    <a:pt x="1458" y="316"/>
                  </a:cubicBezTo>
                  <a:cubicBezTo>
                    <a:pt x="1458" y="413"/>
                    <a:pt x="1433" y="511"/>
                    <a:pt x="1385" y="583"/>
                  </a:cubicBezTo>
                  <a:cubicBezTo>
                    <a:pt x="1360" y="608"/>
                    <a:pt x="1336" y="620"/>
                    <a:pt x="1309" y="620"/>
                  </a:cubicBezTo>
                  <a:cubicBezTo>
                    <a:pt x="1281" y="620"/>
                    <a:pt x="1251" y="608"/>
                    <a:pt x="1215" y="583"/>
                  </a:cubicBezTo>
                  <a:cubicBezTo>
                    <a:pt x="1142" y="559"/>
                    <a:pt x="1093" y="511"/>
                    <a:pt x="1069" y="462"/>
                  </a:cubicBezTo>
                  <a:cubicBezTo>
                    <a:pt x="1093" y="341"/>
                    <a:pt x="1069" y="195"/>
                    <a:pt x="996" y="98"/>
                  </a:cubicBezTo>
                  <a:cubicBezTo>
                    <a:pt x="979" y="80"/>
                    <a:pt x="950" y="63"/>
                    <a:pt x="925" y="63"/>
                  </a:cubicBezTo>
                  <a:cubicBezTo>
                    <a:pt x="915" y="63"/>
                    <a:pt x="906" y="66"/>
                    <a:pt x="899" y="73"/>
                  </a:cubicBezTo>
                  <a:cubicBezTo>
                    <a:pt x="850" y="73"/>
                    <a:pt x="850" y="98"/>
                    <a:pt x="850" y="146"/>
                  </a:cubicBezTo>
                  <a:cubicBezTo>
                    <a:pt x="850" y="243"/>
                    <a:pt x="875" y="365"/>
                    <a:pt x="947" y="462"/>
                  </a:cubicBezTo>
                  <a:cubicBezTo>
                    <a:pt x="947" y="535"/>
                    <a:pt x="923" y="583"/>
                    <a:pt x="899" y="632"/>
                  </a:cubicBezTo>
                  <a:cubicBezTo>
                    <a:pt x="885" y="660"/>
                    <a:pt x="862" y="672"/>
                    <a:pt x="836" y="672"/>
                  </a:cubicBezTo>
                  <a:cubicBezTo>
                    <a:pt x="818" y="672"/>
                    <a:pt x="798" y="666"/>
                    <a:pt x="777" y="656"/>
                  </a:cubicBezTo>
                  <a:cubicBezTo>
                    <a:pt x="753" y="632"/>
                    <a:pt x="729" y="608"/>
                    <a:pt x="705" y="559"/>
                  </a:cubicBezTo>
                  <a:cubicBezTo>
                    <a:pt x="729" y="462"/>
                    <a:pt x="729" y="341"/>
                    <a:pt x="632" y="243"/>
                  </a:cubicBezTo>
                  <a:cubicBezTo>
                    <a:pt x="607" y="219"/>
                    <a:pt x="559" y="219"/>
                    <a:pt x="534" y="219"/>
                  </a:cubicBezTo>
                  <a:cubicBezTo>
                    <a:pt x="510" y="219"/>
                    <a:pt x="486" y="243"/>
                    <a:pt x="486" y="292"/>
                  </a:cubicBezTo>
                  <a:cubicBezTo>
                    <a:pt x="486" y="389"/>
                    <a:pt x="510" y="486"/>
                    <a:pt x="583" y="583"/>
                  </a:cubicBezTo>
                  <a:cubicBezTo>
                    <a:pt x="534" y="656"/>
                    <a:pt x="462" y="705"/>
                    <a:pt x="389" y="705"/>
                  </a:cubicBezTo>
                  <a:cubicBezTo>
                    <a:pt x="374" y="708"/>
                    <a:pt x="360" y="710"/>
                    <a:pt x="347" y="710"/>
                  </a:cubicBezTo>
                  <a:cubicBezTo>
                    <a:pt x="161" y="710"/>
                    <a:pt x="97" y="413"/>
                    <a:pt x="97" y="413"/>
                  </a:cubicBezTo>
                  <a:cubicBezTo>
                    <a:pt x="97" y="389"/>
                    <a:pt x="73" y="365"/>
                    <a:pt x="49" y="365"/>
                  </a:cubicBezTo>
                  <a:cubicBezTo>
                    <a:pt x="24" y="389"/>
                    <a:pt x="0" y="413"/>
                    <a:pt x="0" y="438"/>
                  </a:cubicBezTo>
                  <a:cubicBezTo>
                    <a:pt x="0" y="438"/>
                    <a:pt x="97" y="826"/>
                    <a:pt x="364" y="826"/>
                  </a:cubicBezTo>
                  <a:lnTo>
                    <a:pt x="413" y="802"/>
                  </a:lnTo>
                  <a:cubicBezTo>
                    <a:pt x="510" y="802"/>
                    <a:pt x="583" y="753"/>
                    <a:pt x="656" y="656"/>
                  </a:cubicBezTo>
                  <a:cubicBezTo>
                    <a:pt x="680" y="681"/>
                    <a:pt x="705" y="729"/>
                    <a:pt x="753" y="729"/>
                  </a:cubicBezTo>
                  <a:cubicBezTo>
                    <a:pt x="784" y="760"/>
                    <a:pt x="818" y="773"/>
                    <a:pt x="852" y="773"/>
                  </a:cubicBezTo>
                  <a:cubicBezTo>
                    <a:pt x="899" y="773"/>
                    <a:pt x="943" y="747"/>
                    <a:pt x="972" y="705"/>
                  </a:cubicBezTo>
                  <a:cubicBezTo>
                    <a:pt x="996" y="656"/>
                    <a:pt x="1020" y="608"/>
                    <a:pt x="1045" y="559"/>
                  </a:cubicBezTo>
                  <a:cubicBezTo>
                    <a:pt x="1069" y="608"/>
                    <a:pt x="1117" y="632"/>
                    <a:pt x="1166" y="656"/>
                  </a:cubicBezTo>
                  <a:cubicBezTo>
                    <a:pt x="1198" y="699"/>
                    <a:pt x="1244" y="718"/>
                    <a:pt x="1292" y="718"/>
                  </a:cubicBezTo>
                  <a:cubicBezTo>
                    <a:pt x="1353" y="718"/>
                    <a:pt x="1417" y="687"/>
                    <a:pt x="1458" y="632"/>
                  </a:cubicBezTo>
                  <a:cubicBezTo>
                    <a:pt x="1506" y="559"/>
                    <a:pt x="1530" y="462"/>
                    <a:pt x="1555" y="389"/>
                  </a:cubicBezTo>
                  <a:cubicBezTo>
                    <a:pt x="1603" y="413"/>
                    <a:pt x="1652" y="438"/>
                    <a:pt x="1700" y="462"/>
                  </a:cubicBezTo>
                  <a:cubicBezTo>
                    <a:pt x="1737" y="486"/>
                    <a:pt x="1779" y="498"/>
                    <a:pt x="1822" y="498"/>
                  </a:cubicBezTo>
                  <a:cubicBezTo>
                    <a:pt x="1864" y="498"/>
                    <a:pt x="1907" y="486"/>
                    <a:pt x="1943" y="462"/>
                  </a:cubicBezTo>
                  <a:lnTo>
                    <a:pt x="1968" y="413"/>
                  </a:lnTo>
                  <a:cubicBezTo>
                    <a:pt x="1992" y="438"/>
                    <a:pt x="2016" y="438"/>
                    <a:pt x="2065" y="462"/>
                  </a:cubicBezTo>
                  <a:cubicBezTo>
                    <a:pt x="2113" y="462"/>
                    <a:pt x="2162" y="438"/>
                    <a:pt x="2211" y="413"/>
                  </a:cubicBezTo>
                  <a:cubicBezTo>
                    <a:pt x="2259" y="292"/>
                    <a:pt x="2284" y="170"/>
                    <a:pt x="2284" y="25"/>
                  </a:cubicBezTo>
                  <a:cubicBezTo>
                    <a:pt x="2259" y="0"/>
                    <a:pt x="2235" y="0"/>
                    <a:pt x="22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8" name="Google Shape;48;p20"/>
          <p:cNvGrpSpPr/>
          <p:nvPr/>
        </p:nvGrpSpPr>
        <p:grpSpPr>
          <a:xfrm rot="1386123">
            <a:off x="880040" y="3648934"/>
            <a:ext cx="1073209" cy="1808371"/>
            <a:chOff x="-653265" y="1899986"/>
            <a:chExt cx="171302" cy="288619"/>
          </a:xfrm>
        </p:grpSpPr>
        <p:sp>
          <p:nvSpPr>
            <p:cNvPr id="49" name="Google Shape;49;p20"/>
            <p:cNvSpPr/>
            <p:nvPr/>
          </p:nvSpPr>
          <p:spPr>
            <a:xfrm>
              <a:off x="-651356" y="1997166"/>
              <a:ext cx="32212" cy="26798"/>
            </a:xfrm>
            <a:custGeom>
              <a:avLst/>
              <a:gdLst/>
              <a:ahLst/>
              <a:cxnLst/>
              <a:rect l="l" t="t" r="r" b="b"/>
              <a:pathLst>
                <a:path w="827" h="688" extrusionOk="0">
                  <a:moveTo>
                    <a:pt x="462" y="80"/>
                  </a:moveTo>
                  <a:cubicBezTo>
                    <a:pt x="802" y="80"/>
                    <a:pt x="802" y="591"/>
                    <a:pt x="462" y="591"/>
                  </a:cubicBezTo>
                  <a:cubicBezTo>
                    <a:pt x="122" y="591"/>
                    <a:pt x="122" y="80"/>
                    <a:pt x="462" y="80"/>
                  </a:cubicBezTo>
                  <a:close/>
                  <a:moveTo>
                    <a:pt x="470" y="0"/>
                  </a:moveTo>
                  <a:cubicBezTo>
                    <a:pt x="381" y="0"/>
                    <a:pt x="291" y="33"/>
                    <a:pt x="219" y="105"/>
                  </a:cubicBezTo>
                  <a:cubicBezTo>
                    <a:pt x="0" y="323"/>
                    <a:pt x="146" y="688"/>
                    <a:pt x="462" y="688"/>
                  </a:cubicBezTo>
                  <a:cubicBezTo>
                    <a:pt x="656" y="688"/>
                    <a:pt x="826" y="542"/>
                    <a:pt x="826" y="348"/>
                  </a:cubicBezTo>
                  <a:cubicBezTo>
                    <a:pt x="826" y="136"/>
                    <a:pt x="651" y="0"/>
                    <a:pt x="4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20"/>
            <p:cNvSpPr/>
            <p:nvPr/>
          </p:nvSpPr>
          <p:spPr>
            <a:xfrm>
              <a:off x="-527106" y="1913930"/>
              <a:ext cx="45143" cy="47052"/>
            </a:xfrm>
            <a:custGeom>
              <a:avLst/>
              <a:gdLst/>
              <a:ahLst/>
              <a:cxnLst/>
              <a:rect l="l" t="t" r="r" b="b"/>
              <a:pathLst>
                <a:path w="1159" h="1208" extrusionOk="0">
                  <a:moveTo>
                    <a:pt x="626" y="1"/>
                  </a:moveTo>
                  <a:cubicBezTo>
                    <a:pt x="368" y="1"/>
                    <a:pt x="163" y="396"/>
                    <a:pt x="163" y="396"/>
                  </a:cubicBezTo>
                  <a:cubicBezTo>
                    <a:pt x="0" y="997"/>
                    <a:pt x="317" y="1207"/>
                    <a:pt x="551" y="1207"/>
                  </a:cubicBezTo>
                  <a:cubicBezTo>
                    <a:pt x="666" y="1207"/>
                    <a:pt x="762" y="1156"/>
                    <a:pt x="770" y="1076"/>
                  </a:cubicBezTo>
                  <a:cubicBezTo>
                    <a:pt x="794" y="833"/>
                    <a:pt x="479" y="736"/>
                    <a:pt x="479" y="736"/>
                  </a:cubicBezTo>
                  <a:cubicBezTo>
                    <a:pt x="479" y="736"/>
                    <a:pt x="1159" y="396"/>
                    <a:pt x="819" y="80"/>
                  </a:cubicBezTo>
                  <a:cubicBezTo>
                    <a:pt x="753" y="23"/>
                    <a:pt x="688" y="1"/>
                    <a:pt x="62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0"/>
            <p:cNvSpPr/>
            <p:nvPr/>
          </p:nvSpPr>
          <p:spPr>
            <a:xfrm>
              <a:off x="-564303" y="1911944"/>
              <a:ext cx="42728" cy="46273"/>
            </a:xfrm>
            <a:custGeom>
              <a:avLst/>
              <a:gdLst/>
              <a:ahLst/>
              <a:cxnLst/>
              <a:rect l="l" t="t" r="r" b="b"/>
              <a:pathLst>
                <a:path w="1097" h="1188" extrusionOk="0">
                  <a:moveTo>
                    <a:pt x="548" y="1"/>
                  </a:moveTo>
                  <a:cubicBezTo>
                    <a:pt x="491" y="1"/>
                    <a:pt x="429" y="17"/>
                    <a:pt x="365" y="58"/>
                  </a:cubicBezTo>
                  <a:cubicBezTo>
                    <a:pt x="0" y="301"/>
                    <a:pt x="680" y="738"/>
                    <a:pt x="680" y="738"/>
                  </a:cubicBezTo>
                  <a:cubicBezTo>
                    <a:pt x="680" y="738"/>
                    <a:pt x="340" y="811"/>
                    <a:pt x="340" y="1030"/>
                  </a:cubicBezTo>
                  <a:cubicBezTo>
                    <a:pt x="349" y="1120"/>
                    <a:pt x="464" y="1188"/>
                    <a:pt x="597" y="1188"/>
                  </a:cubicBezTo>
                  <a:cubicBezTo>
                    <a:pt x="821" y="1188"/>
                    <a:pt x="1097" y="1000"/>
                    <a:pt x="1021" y="422"/>
                  </a:cubicBezTo>
                  <a:cubicBezTo>
                    <a:pt x="1021" y="422"/>
                    <a:pt x="835" y="1"/>
                    <a:pt x="54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20"/>
            <p:cNvSpPr/>
            <p:nvPr/>
          </p:nvSpPr>
          <p:spPr>
            <a:xfrm>
              <a:off x="-525509" y="1900921"/>
              <a:ext cx="20838" cy="20877"/>
            </a:xfrm>
            <a:custGeom>
              <a:avLst/>
              <a:gdLst/>
              <a:ahLst/>
              <a:cxnLst/>
              <a:rect l="l" t="t" r="r" b="b"/>
              <a:pathLst>
                <a:path w="535" h="536" extrusionOk="0">
                  <a:moveTo>
                    <a:pt x="462" y="1"/>
                  </a:moveTo>
                  <a:cubicBezTo>
                    <a:pt x="292" y="25"/>
                    <a:pt x="0" y="195"/>
                    <a:pt x="49" y="487"/>
                  </a:cubicBezTo>
                  <a:cubicBezTo>
                    <a:pt x="49" y="511"/>
                    <a:pt x="73" y="535"/>
                    <a:pt x="97" y="535"/>
                  </a:cubicBezTo>
                  <a:lnTo>
                    <a:pt x="122" y="535"/>
                  </a:lnTo>
                  <a:cubicBezTo>
                    <a:pt x="146" y="535"/>
                    <a:pt x="146" y="511"/>
                    <a:pt x="146" y="487"/>
                  </a:cubicBezTo>
                  <a:cubicBezTo>
                    <a:pt x="97" y="171"/>
                    <a:pt x="462" y="98"/>
                    <a:pt x="486" y="98"/>
                  </a:cubicBezTo>
                  <a:cubicBezTo>
                    <a:pt x="510" y="74"/>
                    <a:pt x="535" y="49"/>
                    <a:pt x="510" y="25"/>
                  </a:cubicBezTo>
                  <a:cubicBezTo>
                    <a:pt x="510" y="1"/>
                    <a:pt x="486" y="1"/>
                    <a:pt x="4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0"/>
            <p:cNvSpPr/>
            <p:nvPr/>
          </p:nvSpPr>
          <p:spPr>
            <a:xfrm>
              <a:off x="-540660" y="1899986"/>
              <a:ext cx="17060" cy="20838"/>
            </a:xfrm>
            <a:custGeom>
              <a:avLst/>
              <a:gdLst/>
              <a:ahLst/>
              <a:cxnLst/>
              <a:rect l="l" t="t" r="r" b="b"/>
              <a:pathLst>
                <a:path w="438" h="535" extrusionOk="0">
                  <a:moveTo>
                    <a:pt x="49" y="1"/>
                  </a:moveTo>
                  <a:cubicBezTo>
                    <a:pt x="1" y="1"/>
                    <a:pt x="1" y="25"/>
                    <a:pt x="1" y="49"/>
                  </a:cubicBezTo>
                  <a:cubicBezTo>
                    <a:pt x="1" y="98"/>
                    <a:pt x="25" y="98"/>
                    <a:pt x="49" y="98"/>
                  </a:cubicBezTo>
                  <a:cubicBezTo>
                    <a:pt x="98" y="98"/>
                    <a:pt x="146" y="122"/>
                    <a:pt x="195" y="146"/>
                  </a:cubicBezTo>
                  <a:cubicBezTo>
                    <a:pt x="292" y="243"/>
                    <a:pt x="341" y="365"/>
                    <a:pt x="341" y="511"/>
                  </a:cubicBezTo>
                  <a:cubicBezTo>
                    <a:pt x="341" y="535"/>
                    <a:pt x="365" y="535"/>
                    <a:pt x="389" y="535"/>
                  </a:cubicBezTo>
                  <a:cubicBezTo>
                    <a:pt x="414" y="535"/>
                    <a:pt x="438" y="511"/>
                    <a:pt x="438" y="486"/>
                  </a:cubicBezTo>
                  <a:cubicBezTo>
                    <a:pt x="438" y="341"/>
                    <a:pt x="365" y="171"/>
                    <a:pt x="243" y="73"/>
                  </a:cubicBezTo>
                  <a:cubicBezTo>
                    <a:pt x="195" y="25"/>
                    <a:pt x="122" y="1"/>
                    <a:pt x="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20"/>
            <p:cNvSpPr/>
            <p:nvPr/>
          </p:nvSpPr>
          <p:spPr>
            <a:xfrm>
              <a:off x="-653265" y="1974731"/>
              <a:ext cx="137260" cy="213874"/>
            </a:xfrm>
            <a:custGeom>
              <a:avLst/>
              <a:gdLst/>
              <a:ahLst/>
              <a:cxnLst/>
              <a:rect l="l" t="t" r="r" b="b"/>
              <a:pathLst>
                <a:path w="3524" h="5491" extrusionOk="0">
                  <a:moveTo>
                    <a:pt x="3353" y="1"/>
                  </a:moveTo>
                  <a:cubicBezTo>
                    <a:pt x="3329" y="25"/>
                    <a:pt x="3329" y="49"/>
                    <a:pt x="3329" y="73"/>
                  </a:cubicBezTo>
                  <a:cubicBezTo>
                    <a:pt x="3353" y="122"/>
                    <a:pt x="3377" y="171"/>
                    <a:pt x="3377" y="244"/>
                  </a:cubicBezTo>
                  <a:cubicBezTo>
                    <a:pt x="3377" y="268"/>
                    <a:pt x="3402" y="268"/>
                    <a:pt x="3426" y="268"/>
                  </a:cubicBezTo>
                  <a:cubicBezTo>
                    <a:pt x="3450" y="268"/>
                    <a:pt x="3475" y="244"/>
                    <a:pt x="3475" y="219"/>
                  </a:cubicBezTo>
                  <a:cubicBezTo>
                    <a:pt x="3450" y="98"/>
                    <a:pt x="3426" y="25"/>
                    <a:pt x="3426" y="25"/>
                  </a:cubicBezTo>
                  <a:cubicBezTo>
                    <a:pt x="3402" y="1"/>
                    <a:pt x="3377" y="1"/>
                    <a:pt x="3353" y="1"/>
                  </a:cubicBezTo>
                  <a:close/>
                  <a:moveTo>
                    <a:pt x="3465" y="377"/>
                  </a:moveTo>
                  <a:cubicBezTo>
                    <a:pt x="3438" y="377"/>
                    <a:pt x="3414" y="389"/>
                    <a:pt x="3426" y="414"/>
                  </a:cubicBezTo>
                  <a:cubicBezTo>
                    <a:pt x="3426" y="462"/>
                    <a:pt x="3426" y="535"/>
                    <a:pt x="3426" y="584"/>
                  </a:cubicBezTo>
                  <a:lnTo>
                    <a:pt x="3426" y="608"/>
                  </a:lnTo>
                  <a:cubicBezTo>
                    <a:pt x="3426" y="632"/>
                    <a:pt x="3450" y="656"/>
                    <a:pt x="3475" y="656"/>
                  </a:cubicBezTo>
                  <a:cubicBezTo>
                    <a:pt x="3499" y="656"/>
                    <a:pt x="3499" y="632"/>
                    <a:pt x="3523" y="632"/>
                  </a:cubicBezTo>
                  <a:lnTo>
                    <a:pt x="3523" y="584"/>
                  </a:lnTo>
                  <a:cubicBezTo>
                    <a:pt x="3523" y="535"/>
                    <a:pt x="3523" y="486"/>
                    <a:pt x="3523" y="414"/>
                  </a:cubicBezTo>
                  <a:cubicBezTo>
                    <a:pt x="3523" y="389"/>
                    <a:pt x="3493" y="377"/>
                    <a:pt x="3465" y="377"/>
                  </a:cubicBezTo>
                  <a:close/>
                  <a:moveTo>
                    <a:pt x="3450" y="754"/>
                  </a:moveTo>
                  <a:cubicBezTo>
                    <a:pt x="3426" y="754"/>
                    <a:pt x="3402" y="754"/>
                    <a:pt x="3402" y="778"/>
                  </a:cubicBezTo>
                  <a:cubicBezTo>
                    <a:pt x="3402" y="851"/>
                    <a:pt x="3377" y="899"/>
                    <a:pt x="3353" y="948"/>
                  </a:cubicBezTo>
                  <a:cubicBezTo>
                    <a:pt x="3329" y="972"/>
                    <a:pt x="3353" y="997"/>
                    <a:pt x="3377" y="1021"/>
                  </a:cubicBezTo>
                  <a:lnTo>
                    <a:pt x="3402" y="1021"/>
                  </a:lnTo>
                  <a:cubicBezTo>
                    <a:pt x="3426" y="1021"/>
                    <a:pt x="3426" y="997"/>
                    <a:pt x="3426" y="997"/>
                  </a:cubicBezTo>
                  <a:cubicBezTo>
                    <a:pt x="3450" y="924"/>
                    <a:pt x="3475" y="875"/>
                    <a:pt x="3499" y="802"/>
                  </a:cubicBezTo>
                  <a:cubicBezTo>
                    <a:pt x="3499" y="778"/>
                    <a:pt x="3475" y="754"/>
                    <a:pt x="3450" y="754"/>
                  </a:cubicBezTo>
                  <a:close/>
                  <a:moveTo>
                    <a:pt x="2576" y="899"/>
                  </a:moveTo>
                  <a:cubicBezTo>
                    <a:pt x="2503" y="924"/>
                    <a:pt x="2430" y="997"/>
                    <a:pt x="2406" y="1045"/>
                  </a:cubicBezTo>
                  <a:cubicBezTo>
                    <a:pt x="2406" y="1069"/>
                    <a:pt x="2406" y="1118"/>
                    <a:pt x="2430" y="1118"/>
                  </a:cubicBezTo>
                  <a:lnTo>
                    <a:pt x="2454" y="1118"/>
                  </a:lnTo>
                  <a:cubicBezTo>
                    <a:pt x="2479" y="1118"/>
                    <a:pt x="2479" y="1118"/>
                    <a:pt x="2503" y="1094"/>
                  </a:cubicBezTo>
                  <a:cubicBezTo>
                    <a:pt x="2503" y="1045"/>
                    <a:pt x="2551" y="1021"/>
                    <a:pt x="2600" y="997"/>
                  </a:cubicBezTo>
                  <a:cubicBezTo>
                    <a:pt x="2649" y="972"/>
                    <a:pt x="2624" y="899"/>
                    <a:pt x="2576" y="899"/>
                  </a:cubicBezTo>
                  <a:close/>
                  <a:moveTo>
                    <a:pt x="2722" y="948"/>
                  </a:moveTo>
                  <a:cubicBezTo>
                    <a:pt x="2697" y="972"/>
                    <a:pt x="2697" y="997"/>
                    <a:pt x="2722" y="1021"/>
                  </a:cubicBezTo>
                  <a:cubicBezTo>
                    <a:pt x="2770" y="1045"/>
                    <a:pt x="2794" y="1094"/>
                    <a:pt x="2819" y="1142"/>
                  </a:cubicBezTo>
                  <a:cubicBezTo>
                    <a:pt x="2843" y="1167"/>
                    <a:pt x="2843" y="1167"/>
                    <a:pt x="2867" y="1167"/>
                  </a:cubicBezTo>
                  <a:lnTo>
                    <a:pt x="2916" y="1191"/>
                  </a:lnTo>
                  <a:cubicBezTo>
                    <a:pt x="2916" y="1167"/>
                    <a:pt x="2940" y="1142"/>
                    <a:pt x="2916" y="1118"/>
                  </a:cubicBezTo>
                  <a:cubicBezTo>
                    <a:pt x="2892" y="1045"/>
                    <a:pt x="2843" y="997"/>
                    <a:pt x="2794" y="948"/>
                  </a:cubicBezTo>
                  <a:close/>
                  <a:moveTo>
                    <a:pt x="3268" y="1078"/>
                  </a:moveTo>
                  <a:cubicBezTo>
                    <a:pt x="3256" y="1078"/>
                    <a:pt x="3243" y="1082"/>
                    <a:pt x="3232" y="1094"/>
                  </a:cubicBezTo>
                  <a:cubicBezTo>
                    <a:pt x="3207" y="1142"/>
                    <a:pt x="3159" y="1167"/>
                    <a:pt x="3110" y="1215"/>
                  </a:cubicBezTo>
                  <a:cubicBezTo>
                    <a:pt x="3086" y="1215"/>
                    <a:pt x="3086" y="1239"/>
                    <a:pt x="3110" y="1264"/>
                  </a:cubicBezTo>
                  <a:cubicBezTo>
                    <a:pt x="3110" y="1288"/>
                    <a:pt x="3134" y="1288"/>
                    <a:pt x="3159" y="1288"/>
                  </a:cubicBezTo>
                  <a:cubicBezTo>
                    <a:pt x="3207" y="1264"/>
                    <a:pt x="3256" y="1215"/>
                    <a:pt x="3305" y="1167"/>
                  </a:cubicBezTo>
                  <a:cubicBezTo>
                    <a:pt x="3342" y="1129"/>
                    <a:pt x="3308" y="1078"/>
                    <a:pt x="3268" y="1078"/>
                  </a:cubicBezTo>
                  <a:close/>
                  <a:moveTo>
                    <a:pt x="2469" y="1197"/>
                  </a:moveTo>
                  <a:cubicBezTo>
                    <a:pt x="2460" y="1197"/>
                    <a:pt x="2454" y="1203"/>
                    <a:pt x="2454" y="1215"/>
                  </a:cubicBezTo>
                  <a:cubicBezTo>
                    <a:pt x="2430" y="1215"/>
                    <a:pt x="2406" y="1264"/>
                    <a:pt x="2430" y="1264"/>
                  </a:cubicBezTo>
                  <a:cubicBezTo>
                    <a:pt x="2479" y="1337"/>
                    <a:pt x="2527" y="1385"/>
                    <a:pt x="2600" y="1385"/>
                  </a:cubicBezTo>
                  <a:lnTo>
                    <a:pt x="2624" y="1410"/>
                  </a:lnTo>
                  <a:cubicBezTo>
                    <a:pt x="2649" y="1410"/>
                    <a:pt x="2673" y="1385"/>
                    <a:pt x="2673" y="1361"/>
                  </a:cubicBezTo>
                  <a:cubicBezTo>
                    <a:pt x="2673" y="1337"/>
                    <a:pt x="2649" y="1288"/>
                    <a:pt x="2624" y="1288"/>
                  </a:cubicBezTo>
                  <a:cubicBezTo>
                    <a:pt x="2576" y="1288"/>
                    <a:pt x="2527" y="1264"/>
                    <a:pt x="2503" y="1215"/>
                  </a:cubicBezTo>
                  <a:cubicBezTo>
                    <a:pt x="2491" y="1203"/>
                    <a:pt x="2479" y="1197"/>
                    <a:pt x="2469" y="1197"/>
                  </a:cubicBezTo>
                  <a:close/>
                  <a:moveTo>
                    <a:pt x="2958" y="1253"/>
                  </a:moveTo>
                  <a:cubicBezTo>
                    <a:pt x="2954" y="1253"/>
                    <a:pt x="2948" y="1256"/>
                    <a:pt x="2940" y="1264"/>
                  </a:cubicBezTo>
                  <a:cubicBezTo>
                    <a:pt x="2916" y="1264"/>
                    <a:pt x="2892" y="1264"/>
                    <a:pt x="2892" y="1288"/>
                  </a:cubicBezTo>
                  <a:lnTo>
                    <a:pt x="2794" y="1312"/>
                  </a:lnTo>
                  <a:cubicBezTo>
                    <a:pt x="2790" y="1310"/>
                    <a:pt x="2786" y="1309"/>
                    <a:pt x="2782" y="1309"/>
                  </a:cubicBezTo>
                  <a:cubicBezTo>
                    <a:pt x="2746" y="1309"/>
                    <a:pt x="2750" y="1410"/>
                    <a:pt x="2794" y="1410"/>
                  </a:cubicBezTo>
                  <a:cubicBezTo>
                    <a:pt x="2843" y="1410"/>
                    <a:pt x="2867" y="1385"/>
                    <a:pt x="2916" y="1385"/>
                  </a:cubicBezTo>
                  <a:cubicBezTo>
                    <a:pt x="2916" y="1410"/>
                    <a:pt x="2916" y="1458"/>
                    <a:pt x="2916" y="1482"/>
                  </a:cubicBezTo>
                  <a:cubicBezTo>
                    <a:pt x="2916" y="1507"/>
                    <a:pt x="2940" y="1531"/>
                    <a:pt x="2964" y="1531"/>
                  </a:cubicBezTo>
                  <a:lnTo>
                    <a:pt x="2989" y="1531"/>
                  </a:lnTo>
                  <a:cubicBezTo>
                    <a:pt x="3013" y="1531"/>
                    <a:pt x="3037" y="1507"/>
                    <a:pt x="3037" y="1482"/>
                  </a:cubicBezTo>
                  <a:cubicBezTo>
                    <a:pt x="3013" y="1434"/>
                    <a:pt x="3013" y="1410"/>
                    <a:pt x="3013" y="1361"/>
                  </a:cubicBezTo>
                  <a:cubicBezTo>
                    <a:pt x="3037" y="1361"/>
                    <a:pt x="3037" y="1337"/>
                    <a:pt x="3037" y="1312"/>
                  </a:cubicBezTo>
                  <a:cubicBezTo>
                    <a:pt x="3013" y="1288"/>
                    <a:pt x="3013" y="1264"/>
                    <a:pt x="2989" y="1264"/>
                  </a:cubicBezTo>
                  <a:cubicBezTo>
                    <a:pt x="2973" y="1264"/>
                    <a:pt x="2967" y="1253"/>
                    <a:pt x="2958" y="1253"/>
                  </a:cubicBezTo>
                  <a:close/>
                  <a:moveTo>
                    <a:pt x="2989" y="1628"/>
                  </a:moveTo>
                  <a:cubicBezTo>
                    <a:pt x="2964" y="1628"/>
                    <a:pt x="2940" y="1652"/>
                    <a:pt x="2940" y="1677"/>
                  </a:cubicBezTo>
                  <a:cubicBezTo>
                    <a:pt x="2916" y="1725"/>
                    <a:pt x="2916" y="1798"/>
                    <a:pt x="2892" y="1847"/>
                  </a:cubicBezTo>
                  <a:cubicBezTo>
                    <a:pt x="2892" y="1871"/>
                    <a:pt x="2916" y="1895"/>
                    <a:pt x="2940" y="1895"/>
                  </a:cubicBezTo>
                  <a:cubicBezTo>
                    <a:pt x="2964" y="1895"/>
                    <a:pt x="2989" y="1895"/>
                    <a:pt x="2989" y="1871"/>
                  </a:cubicBezTo>
                  <a:cubicBezTo>
                    <a:pt x="3013" y="1798"/>
                    <a:pt x="3013" y="1750"/>
                    <a:pt x="3037" y="1677"/>
                  </a:cubicBezTo>
                  <a:cubicBezTo>
                    <a:pt x="3037" y="1652"/>
                    <a:pt x="3013" y="1628"/>
                    <a:pt x="2989" y="1628"/>
                  </a:cubicBezTo>
                  <a:close/>
                  <a:moveTo>
                    <a:pt x="1628" y="1993"/>
                  </a:moveTo>
                  <a:cubicBezTo>
                    <a:pt x="1604" y="1993"/>
                    <a:pt x="1580" y="2017"/>
                    <a:pt x="1580" y="2041"/>
                  </a:cubicBezTo>
                  <a:cubicBezTo>
                    <a:pt x="1580" y="2065"/>
                    <a:pt x="1604" y="2090"/>
                    <a:pt x="1628" y="2090"/>
                  </a:cubicBezTo>
                  <a:cubicBezTo>
                    <a:pt x="1677" y="2090"/>
                    <a:pt x="1726" y="2090"/>
                    <a:pt x="1750" y="2114"/>
                  </a:cubicBezTo>
                  <a:lnTo>
                    <a:pt x="1823" y="2114"/>
                  </a:lnTo>
                  <a:cubicBezTo>
                    <a:pt x="1823" y="2114"/>
                    <a:pt x="1847" y="2114"/>
                    <a:pt x="1847" y="2090"/>
                  </a:cubicBezTo>
                  <a:cubicBezTo>
                    <a:pt x="1847" y="2065"/>
                    <a:pt x="1847" y="2041"/>
                    <a:pt x="1823" y="2017"/>
                  </a:cubicBezTo>
                  <a:lnTo>
                    <a:pt x="1798" y="2017"/>
                  </a:lnTo>
                  <a:cubicBezTo>
                    <a:pt x="1750" y="1993"/>
                    <a:pt x="1677" y="1993"/>
                    <a:pt x="1628" y="1993"/>
                  </a:cubicBezTo>
                  <a:close/>
                  <a:moveTo>
                    <a:pt x="2892" y="1993"/>
                  </a:moveTo>
                  <a:cubicBezTo>
                    <a:pt x="2867" y="1993"/>
                    <a:pt x="2843" y="1993"/>
                    <a:pt x="2819" y="2017"/>
                  </a:cubicBezTo>
                  <a:cubicBezTo>
                    <a:pt x="2794" y="2065"/>
                    <a:pt x="2770" y="2114"/>
                    <a:pt x="2722" y="2163"/>
                  </a:cubicBezTo>
                  <a:cubicBezTo>
                    <a:pt x="2722" y="2187"/>
                    <a:pt x="2722" y="2211"/>
                    <a:pt x="2722" y="2235"/>
                  </a:cubicBezTo>
                  <a:lnTo>
                    <a:pt x="2794" y="2235"/>
                  </a:lnTo>
                  <a:cubicBezTo>
                    <a:pt x="2843" y="2187"/>
                    <a:pt x="2867" y="2114"/>
                    <a:pt x="2916" y="2065"/>
                  </a:cubicBezTo>
                  <a:cubicBezTo>
                    <a:pt x="2916" y="2041"/>
                    <a:pt x="2916" y="2017"/>
                    <a:pt x="2892" y="1993"/>
                  </a:cubicBezTo>
                  <a:close/>
                  <a:moveTo>
                    <a:pt x="1968" y="2144"/>
                  </a:moveTo>
                  <a:cubicBezTo>
                    <a:pt x="1956" y="2144"/>
                    <a:pt x="1944" y="2150"/>
                    <a:pt x="1944" y="2163"/>
                  </a:cubicBezTo>
                  <a:cubicBezTo>
                    <a:pt x="1920" y="2163"/>
                    <a:pt x="1920" y="2211"/>
                    <a:pt x="1944" y="2211"/>
                  </a:cubicBezTo>
                  <a:cubicBezTo>
                    <a:pt x="1993" y="2260"/>
                    <a:pt x="2017" y="2284"/>
                    <a:pt x="2066" y="2333"/>
                  </a:cubicBezTo>
                  <a:lnTo>
                    <a:pt x="2114" y="2333"/>
                  </a:lnTo>
                  <a:cubicBezTo>
                    <a:pt x="2114" y="2357"/>
                    <a:pt x="2139" y="2357"/>
                    <a:pt x="2139" y="2357"/>
                  </a:cubicBezTo>
                  <a:cubicBezTo>
                    <a:pt x="2163" y="2333"/>
                    <a:pt x="2163" y="2308"/>
                    <a:pt x="2139" y="2284"/>
                  </a:cubicBezTo>
                  <a:cubicBezTo>
                    <a:pt x="2114" y="2235"/>
                    <a:pt x="2066" y="2187"/>
                    <a:pt x="1993" y="2163"/>
                  </a:cubicBezTo>
                  <a:cubicBezTo>
                    <a:pt x="1993" y="2150"/>
                    <a:pt x="1981" y="2144"/>
                    <a:pt x="1968" y="2144"/>
                  </a:cubicBezTo>
                  <a:close/>
                  <a:moveTo>
                    <a:pt x="1531" y="2114"/>
                  </a:moveTo>
                  <a:cubicBezTo>
                    <a:pt x="1507" y="2114"/>
                    <a:pt x="1483" y="2138"/>
                    <a:pt x="1483" y="2163"/>
                  </a:cubicBezTo>
                  <a:cubicBezTo>
                    <a:pt x="1483" y="2235"/>
                    <a:pt x="1507" y="2308"/>
                    <a:pt x="1555" y="2357"/>
                  </a:cubicBezTo>
                  <a:cubicBezTo>
                    <a:pt x="1555" y="2357"/>
                    <a:pt x="1580" y="2381"/>
                    <a:pt x="1604" y="2381"/>
                  </a:cubicBezTo>
                  <a:cubicBezTo>
                    <a:pt x="1604" y="2381"/>
                    <a:pt x="1628" y="2381"/>
                    <a:pt x="1628" y="2357"/>
                  </a:cubicBezTo>
                  <a:cubicBezTo>
                    <a:pt x="1653" y="2357"/>
                    <a:pt x="1653" y="2308"/>
                    <a:pt x="1628" y="2308"/>
                  </a:cubicBezTo>
                  <a:cubicBezTo>
                    <a:pt x="1580" y="2260"/>
                    <a:pt x="1580" y="2211"/>
                    <a:pt x="1555" y="2163"/>
                  </a:cubicBezTo>
                  <a:cubicBezTo>
                    <a:pt x="1580" y="2138"/>
                    <a:pt x="1555" y="2114"/>
                    <a:pt x="1531" y="2114"/>
                  </a:cubicBezTo>
                  <a:close/>
                  <a:moveTo>
                    <a:pt x="2637" y="2266"/>
                  </a:moveTo>
                  <a:cubicBezTo>
                    <a:pt x="2624" y="2266"/>
                    <a:pt x="2612" y="2272"/>
                    <a:pt x="2600" y="2284"/>
                  </a:cubicBezTo>
                  <a:cubicBezTo>
                    <a:pt x="2551" y="2308"/>
                    <a:pt x="2503" y="2333"/>
                    <a:pt x="2454" y="2357"/>
                  </a:cubicBezTo>
                  <a:cubicBezTo>
                    <a:pt x="2406" y="2381"/>
                    <a:pt x="2406" y="2406"/>
                    <a:pt x="2430" y="2430"/>
                  </a:cubicBezTo>
                  <a:cubicBezTo>
                    <a:pt x="2430" y="2454"/>
                    <a:pt x="2430" y="2454"/>
                    <a:pt x="2454" y="2454"/>
                  </a:cubicBezTo>
                  <a:lnTo>
                    <a:pt x="2503" y="2430"/>
                  </a:lnTo>
                  <a:cubicBezTo>
                    <a:pt x="2551" y="2406"/>
                    <a:pt x="2600" y="2381"/>
                    <a:pt x="2673" y="2333"/>
                  </a:cubicBezTo>
                  <a:cubicBezTo>
                    <a:pt x="2673" y="2333"/>
                    <a:pt x="2673" y="2284"/>
                    <a:pt x="2673" y="2284"/>
                  </a:cubicBezTo>
                  <a:cubicBezTo>
                    <a:pt x="2661" y="2272"/>
                    <a:pt x="2649" y="2266"/>
                    <a:pt x="2637" y="2266"/>
                  </a:cubicBezTo>
                  <a:close/>
                  <a:moveTo>
                    <a:pt x="1748" y="2395"/>
                  </a:moveTo>
                  <a:cubicBezTo>
                    <a:pt x="1726" y="2395"/>
                    <a:pt x="1701" y="2413"/>
                    <a:pt x="1701" y="2430"/>
                  </a:cubicBezTo>
                  <a:cubicBezTo>
                    <a:pt x="1677" y="2454"/>
                    <a:pt x="1701" y="2478"/>
                    <a:pt x="1726" y="2478"/>
                  </a:cubicBezTo>
                  <a:cubicBezTo>
                    <a:pt x="1774" y="2527"/>
                    <a:pt x="1847" y="2527"/>
                    <a:pt x="1920" y="2551"/>
                  </a:cubicBezTo>
                  <a:cubicBezTo>
                    <a:pt x="1968" y="2527"/>
                    <a:pt x="1968" y="2478"/>
                    <a:pt x="1920" y="2454"/>
                  </a:cubicBezTo>
                  <a:cubicBezTo>
                    <a:pt x="1871" y="2454"/>
                    <a:pt x="1823" y="2430"/>
                    <a:pt x="1774" y="2406"/>
                  </a:cubicBezTo>
                  <a:cubicBezTo>
                    <a:pt x="1767" y="2398"/>
                    <a:pt x="1758" y="2395"/>
                    <a:pt x="1748" y="2395"/>
                  </a:cubicBezTo>
                  <a:close/>
                  <a:moveTo>
                    <a:pt x="2208" y="2395"/>
                  </a:moveTo>
                  <a:cubicBezTo>
                    <a:pt x="2201" y="2395"/>
                    <a:pt x="2194" y="2398"/>
                    <a:pt x="2187" y="2406"/>
                  </a:cubicBezTo>
                  <a:cubicBezTo>
                    <a:pt x="2163" y="2406"/>
                    <a:pt x="2139" y="2430"/>
                    <a:pt x="2139" y="2454"/>
                  </a:cubicBezTo>
                  <a:lnTo>
                    <a:pt x="2090" y="2454"/>
                  </a:lnTo>
                  <a:cubicBezTo>
                    <a:pt x="2066" y="2454"/>
                    <a:pt x="2041" y="2478"/>
                    <a:pt x="2041" y="2503"/>
                  </a:cubicBezTo>
                  <a:cubicBezTo>
                    <a:pt x="2041" y="2527"/>
                    <a:pt x="2066" y="2551"/>
                    <a:pt x="2090" y="2551"/>
                  </a:cubicBezTo>
                  <a:lnTo>
                    <a:pt x="2187" y="2551"/>
                  </a:lnTo>
                  <a:cubicBezTo>
                    <a:pt x="2187" y="2551"/>
                    <a:pt x="2187" y="2576"/>
                    <a:pt x="2187" y="2600"/>
                  </a:cubicBezTo>
                  <a:lnTo>
                    <a:pt x="2187" y="2624"/>
                  </a:lnTo>
                  <a:cubicBezTo>
                    <a:pt x="2163" y="2648"/>
                    <a:pt x="2187" y="2673"/>
                    <a:pt x="2211" y="2673"/>
                  </a:cubicBezTo>
                  <a:lnTo>
                    <a:pt x="2236" y="2673"/>
                  </a:lnTo>
                  <a:cubicBezTo>
                    <a:pt x="2260" y="2673"/>
                    <a:pt x="2260" y="2648"/>
                    <a:pt x="2260" y="2624"/>
                  </a:cubicBezTo>
                  <a:lnTo>
                    <a:pt x="2260" y="2600"/>
                  </a:lnTo>
                  <a:cubicBezTo>
                    <a:pt x="2260" y="2576"/>
                    <a:pt x="2260" y="2551"/>
                    <a:pt x="2260" y="2527"/>
                  </a:cubicBezTo>
                  <a:lnTo>
                    <a:pt x="2284" y="2527"/>
                  </a:lnTo>
                  <a:cubicBezTo>
                    <a:pt x="2333" y="2478"/>
                    <a:pt x="2309" y="2430"/>
                    <a:pt x="2260" y="2430"/>
                  </a:cubicBezTo>
                  <a:lnTo>
                    <a:pt x="2236" y="2430"/>
                  </a:lnTo>
                  <a:cubicBezTo>
                    <a:pt x="2236" y="2413"/>
                    <a:pt x="2224" y="2395"/>
                    <a:pt x="2208" y="2395"/>
                  </a:cubicBezTo>
                  <a:close/>
                  <a:moveTo>
                    <a:pt x="2158" y="2774"/>
                  </a:moveTo>
                  <a:cubicBezTo>
                    <a:pt x="2147" y="2774"/>
                    <a:pt x="2139" y="2780"/>
                    <a:pt x="2139" y="2794"/>
                  </a:cubicBezTo>
                  <a:cubicBezTo>
                    <a:pt x="2090" y="2843"/>
                    <a:pt x="2066" y="2891"/>
                    <a:pt x="2041" y="2940"/>
                  </a:cubicBezTo>
                  <a:cubicBezTo>
                    <a:pt x="2017" y="2964"/>
                    <a:pt x="2017" y="2989"/>
                    <a:pt x="2041" y="3013"/>
                  </a:cubicBezTo>
                  <a:lnTo>
                    <a:pt x="2090" y="3013"/>
                  </a:lnTo>
                  <a:cubicBezTo>
                    <a:pt x="2139" y="2964"/>
                    <a:pt x="2187" y="2916"/>
                    <a:pt x="2211" y="2843"/>
                  </a:cubicBezTo>
                  <a:cubicBezTo>
                    <a:pt x="2229" y="2808"/>
                    <a:pt x="2185" y="2774"/>
                    <a:pt x="2158" y="2774"/>
                  </a:cubicBezTo>
                  <a:close/>
                  <a:moveTo>
                    <a:pt x="1943" y="3045"/>
                  </a:moveTo>
                  <a:cubicBezTo>
                    <a:pt x="1934" y="3045"/>
                    <a:pt x="1926" y="3050"/>
                    <a:pt x="1920" y="3061"/>
                  </a:cubicBezTo>
                  <a:cubicBezTo>
                    <a:pt x="1871" y="3086"/>
                    <a:pt x="1798" y="3134"/>
                    <a:pt x="1750" y="3183"/>
                  </a:cubicBezTo>
                  <a:cubicBezTo>
                    <a:pt x="1701" y="3207"/>
                    <a:pt x="1726" y="3256"/>
                    <a:pt x="1774" y="3256"/>
                  </a:cubicBezTo>
                  <a:lnTo>
                    <a:pt x="1798" y="3256"/>
                  </a:lnTo>
                  <a:cubicBezTo>
                    <a:pt x="1798" y="3256"/>
                    <a:pt x="1823" y="3256"/>
                    <a:pt x="1823" y="3231"/>
                  </a:cubicBezTo>
                  <a:cubicBezTo>
                    <a:pt x="1871" y="3207"/>
                    <a:pt x="1920" y="3159"/>
                    <a:pt x="1968" y="3134"/>
                  </a:cubicBezTo>
                  <a:cubicBezTo>
                    <a:pt x="2006" y="3097"/>
                    <a:pt x="1971" y="3045"/>
                    <a:pt x="1943" y="3045"/>
                  </a:cubicBezTo>
                  <a:close/>
                  <a:moveTo>
                    <a:pt x="1634" y="3269"/>
                  </a:moveTo>
                  <a:cubicBezTo>
                    <a:pt x="1623" y="3269"/>
                    <a:pt x="1612" y="3272"/>
                    <a:pt x="1604" y="3280"/>
                  </a:cubicBezTo>
                  <a:lnTo>
                    <a:pt x="1580" y="3304"/>
                  </a:lnTo>
                  <a:lnTo>
                    <a:pt x="1458" y="3377"/>
                  </a:lnTo>
                  <a:cubicBezTo>
                    <a:pt x="1434" y="3377"/>
                    <a:pt x="1434" y="3402"/>
                    <a:pt x="1434" y="3426"/>
                  </a:cubicBezTo>
                  <a:cubicBezTo>
                    <a:pt x="1434" y="3450"/>
                    <a:pt x="1458" y="3450"/>
                    <a:pt x="1483" y="3450"/>
                  </a:cubicBezTo>
                  <a:lnTo>
                    <a:pt x="1507" y="3450"/>
                  </a:lnTo>
                  <a:lnTo>
                    <a:pt x="1653" y="3377"/>
                  </a:lnTo>
                  <a:lnTo>
                    <a:pt x="1677" y="3353"/>
                  </a:lnTo>
                  <a:cubicBezTo>
                    <a:pt x="1701" y="3329"/>
                    <a:pt x="1701" y="3304"/>
                    <a:pt x="1677" y="3280"/>
                  </a:cubicBezTo>
                  <a:cubicBezTo>
                    <a:pt x="1677" y="3280"/>
                    <a:pt x="1655" y="3269"/>
                    <a:pt x="1634" y="3269"/>
                  </a:cubicBezTo>
                  <a:close/>
                  <a:moveTo>
                    <a:pt x="1303" y="3461"/>
                  </a:moveTo>
                  <a:cubicBezTo>
                    <a:pt x="1292" y="3461"/>
                    <a:pt x="1278" y="3465"/>
                    <a:pt x="1264" y="3474"/>
                  </a:cubicBezTo>
                  <a:lnTo>
                    <a:pt x="1118" y="3572"/>
                  </a:lnTo>
                  <a:cubicBezTo>
                    <a:pt x="1094" y="3572"/>
                    <a:pt x="1094" y="3620"/>
                    <a:pt x="1118" y="3620"/>
                  </a:cubicBezTo>
                  <a:cubicBezTo>
                    <a:pt x="1118" y="3644"/>
                    <a:pt x="1143" y="3644"/>
                    <a:pt x="1167" y="3644"/>
                  </a:cubicBezTo>
                  <a:lnTo>
                    <a:pt x="1337" y="3547"/>
                  </a:lnTo>
                  <a:cubicBezTo>
                    <a:pt x="1376" y="3528"/>
                    <a:pt x="1352" y="3461"/>
                    <a:pt x="1303" y="3461"/>
                  </a:cubicBezTo>
                  <a:close/>
                  <a:moveTo>
                    <a:pt x="1006" y="3651"/>
                  </a:moveTo>
                  <a:cubicBezTo>
                    <a:pt x="997" y="3651"/>
                    <a:pt x="985" y="3657"/>
                    <a:pt x="972" y="3669"/>
                  </a:cubicBezTo>
                  <a:lnTo>
                    <a:pt x="802" y="3766"/>
                  </a:lnTo>
                  <a:cubicBezTo>
                    <a:pt x="778" y="3766"/>
                    <a:pt x="778" y="3814"/>
                    <a:pt x="802" y="3839"/>
                  </a:cubicBezTo>
                  <a:lnTo>
                    <a:pt x="851" y="3839"/>
                  </a:lnTo>
                  <a:cubicBezTo>
                    <a:pt x="900" y="3814"/>
                    <a:pt x="972" y="3766"/>
                    <a:pt x="1021" y="3742"/>
                  </a:cubicBezTo>
                  <a:cubicBezTo>
                    <a:pt x="1045" y="3717"/>
                    <a:pt x="1045" y="3693"/>
                    <a:pt x="1021" y="3669"/>
                  </a:cubicBezTo>
                  <a:cubicBezTo>
                    <a:pt x="1021" y="3657"/>
                    <a:pt x="1015" y="3651"/>
                    <a:pt x="1006" y="3651"/>
                  </a:cubicBezTo>
                  <a:close/>
                  <a:moveTo>
                    <a:pt x="657" y="3863"/>
                  </a:moveTo>
                  <a:lnTo>
                    <a:pt x="487" y="3985"/>
                  </a:lnTo>
                  <a:cubicBezTo>
                    <a:pt x="487" y="4009"/>
                    <a:pt x="487" y="4033"/>
                    <a:pt x="487" y="4057"/>
                  </a:cubicBezTo>
                  <a:lnTo>
                    <a:pt x="560" y="4057"/>
                  </a:lnTo>
                  <a:lnTo>
                    <a:pt x="705" y="3936"/>
                  </a:lnTo>
                  <a:cubicBezTo>
                    <a:pt x="730" y="3912"/>
                    <a:pt x="730" y="3887"/>
                    <a:pt x="705" y="3863"/>
                  </a:cubicBezTo>
                  <a:close/>
                  <a:moveTo>
                    <a:pt x="385" y="4101"/>
                  </a:moveTo>
                  <a:cubicBezTo>
                    <a:pt x="379" y="4101"/>
                    <a:pt x="372" y="4103"/>
                    <a:pt x="365" y="4106"/>
                  </a:cubicBezTo>
                  <a:cubicBezTo>
                    <a:pt x="317" y="4155"/>
                    <a:pt x="268" y="4203"/>
                    <a:pt x="219" y="4252"/>
                  </a:cubicBezTo>
                  <a:cubicBezTo>
                    <a:pt x="219" y="4276"/>
                    <a:pt x="219" y="4300"/>
                    <a:pt x="219" y="4325"/>
                  </a:cubicBezTo>
                  <a:lnTo>
                    <a:pt x="292" y="4325"/>
                  </a:lnTo>
                  <a:cubicBezTo>
                    <a:pt x="341" y="4276"/>
                    <a:pt x="389" y="4227"/>
                    <a:pt x="438" y="4179"/>
                  </a:cubicBezTo>
                  <a:cubicBezTo>
                    <a:pt x="459" y="4158"/>
                    <a:pt x="426" y="4101"/>
                    <a:pt x="385" y="4101"/>
                  </a:cubicBezTo>
                  <a:close/>
                  <a:moveTo>
                    <a:pt x="137" y="4379"/>
                  </a:moveTo>
                  <a:cubicBezTo>
                    <a:pt x="128" y="4379"/>
                    <a:pt x="122" y="4385"/>
                    <a:pt x="122" y="4397"/>
                  </a:cubicBezTo>
                  <a:cubicBezTo>
                    <a:pt x="74" y="4470"/>
                    <a:pt x="49" y="4519"/>
                    <a:pt x="25" y="4592"/>
                  </a:cubicBezTo>
                  <a:cubicBezTo>
                    <a:pt x="25" y="4616"/>
                    <a:pt x="25" y="4640"/>
                    <a:pt x="49" y="4640"/>
                  </a:cubicBezTo>
                  <a:lnTo>
                    <a:pt x="98" y="4640"/>
                  </a:lnTo>
                  <a:cubicBezTo>
                    <a:pt x="98" y="4640"/>
                    <a:pt x="122" y="4640"/>
                    <a:pt x="122" y="4616"/>
                  </a:cubicBezTo>
                  <a:cubicBezTo>
                    <a:pt x="147" y="4568"/>
                    <a:pt x="171" y="4495"/>
                    <a:pt x="195" y="4446"/>
                  </a:cubicBezTo>
                  <a:cubicBezTo>
                    <a:pt x="195" y="4422"/>
                    <a:pt x="195" y="4397"/>
                    <a:pt x="171" y="4397"/>
                  </a:cubicBezTo>
                  <a:cubicBezTo>
                    <a:pt x="159" y="4385"/>
                    <a:pt x="147" y="4379"/>
                    <a:pt x="137" y="4379"/>
                  </a:cubicBezTo>
                  <a:close/>
                  <a:moveTo>
                    <a:pt x="49" y="4738"/>
                  </a:moveTo>
                  <a:cubicBezTo>
                    <a:pt x="25" y="4738"/>
                    <a:pt x="1" y="4762"/>
                    <a:pt x="1" y="4786"/>
                  </a:cubicBezTo>
                  <a:cubicBezTo>
                    <a:pt x="1" y="4859"/>
                    <a:pt x="25" y="4908"/>
                    <a:pt x="25" y="4981"/>
                  </a:cubicBezTo>
                  <a:cubicBezTo>
                    <a:pt x="49" y="5005"/>
                    <a:pt x="49" y="5005"/>
                    <a:pt x="74" y="5005"/>
                  </a:cubicBezTo>
                  <a:lnTo>
                    <a:pt x="98" y="5005"/>
                  </a:lnTo>
                  <a:cubicBezTo>
                    <a:pt x="122" y="5005"/>
                    <a:pt x="122" y="4981"/>
                    <a:pt x="122" y="4956"/>
                  </a:cubicBezTo>
                  <a:cubicBezTo>
                    <a:pt x="98" y="4908"/>
                    <a:pt x="98" y="4835"/>
                    <a:pt x="98" y="4786"/>
                  </a:cubicBezTo>
                  <a:cubicBezTo>
                    <a:pt x="98" y="4762"/>
                    <a:pt x="74" y="4738"/>
                    <a:pt x="49" y="4738"/>
                  </a:cubicBezTo>
                  <a:close/>
                  <a:moveTo>
                    <a:pt x="144" y="5092"/>
                  </a:moveTo>
                  <a:cubicBezTo>
                    <a:pt x="136" y="5092"/>
                    <a:pt x="129" y="5095"/>
                    <a:pt x="122" y="5102"/>
                  </a:cubicBezTo>
                  <a:cubicBezTo>
                    <a:pt x="98" y="5102"/>
                    <a:pt x="98" y="5151"/>
                    <a:pt x="98" y="5175"/>
                  </a:cubicBezTo>
                  <a:cubicBezTo>
                    <a:pt x="147" y="5223"/>
                    <a:pt x="171" y="5272"/>
                    <a:pt x="219" y="5321"/>
                  </a:cubicBezTo>
                  <a:cubicBezTo>
                    <a:pt x="219" y="5345"/>
                    <a:pt x="244" y="5345"/>
                    <a:pt x="244" y="5345"/>
                  </a:cubicBezTo>
                  <a:lnTo>
                    <a:pt x="292" y="5345"/>
                  </a:lnTo>
                  <a:cubicBezTo>
                    <a:pt x="292" y="5321"/>
                    <a:pt x="292" y="5296"/>
                    <a:pt x="292" y="5272"/>
                  </a:cubicBezTo>
                  <a:cubicBezTo>
                    <a:pt x="244" y="5223"/>
                    <a:pt x="219" y="5175"/>
                    <a:pt x="195" y="5126"/>
                  </a:cubicBezTo>
                  <a:cubicBezTo>
                    <a:pt x="178" y="5109"/>
                    <a:pt x="161" y="5092"/>
                    <a:pt x="144" y="5092"/>
                  </a:cubicBezTo>
                  <a:close/>
                  <a:moveTo>
                    <a:pt x="365" y="5400"/>
                  </a:moveTo>
                  <a:cubicBezTo>
                    <a:pt x="353" y="5400"/>
                    <a:pt x="341" y="5406"/>
                    <a:pt x="341" y="5418"/>
                  </a:cubicBezTo>
                  <a:cubicBezTo>
                    <a:pt x="317" y="5442"/>
                    <a:pt x="317" y="5466"/>
                    <a:pt x="341" y="5491"/>
                  </a:cubicBezTo>
                  <a:lnTo>
                    <a:pt x="389" y="5491"/>
                  </a:lnTo>
                  <a:cubicBezTo>
                    <a:pt x="414" y="5466"/>
                    <a:pt x="414" y="5442"/>
                    <a:pt x="389" y="5418"/>
                  </a:cubicBezTo>
                  <a:cubicBezTo>
                    <a:pt x="389" y="5406"/>
                    <a:pt x="377" y="5400"/>
                    <a:pt x="365" y="540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 name="Google Shape;55;p20"/>
          <p:cNvGrpSpPr/>
          <p:nvPr/>
        </p:nvGrpSpPr>
        <p:grpSpPr>
          <a:xfrm rot="8903269">
            <a:off x="-62368" y="122447"/>
            <a:ext cx="1100970" cy="787624"/>
            <a:chOff x="1202177" y="4613417"/>
            <a:chExt cx="528376" cy="377939"/>
          </a:xfrm>
        </p:grpSpPr>
        <p:sp>
          <p:nvSpPr>
            <p:cNvPr id="56" name="Google Shape;56;p20"/>
            <p:cNvSpPr/>
            <p:nvPr/>
          </p:nvSpPr>
          <p:spPr>
            <a:xfrm>
              <a:off x="1564214" y="4671691"/>
              <a:ext cx="166339" cy="48340"/>
            </a:xfrm>
            <a:custGeom>
              <a:avLst/>
              <a:gdLst/>
              <a:ahLst/>
              <a:cxnLst/>
              <a:rect l="l" t="t" r="r" b="b"/>
              <a:pathLst>
                <a:path w="1507" h="438" extrusionOk="0">
                  <a:moveTo>
                    <a:pt x="1409" y="1"/>
                  </a:moveTo>
                  <a:lnTo>
                    <a:pt x="73" y="316"/>
                  </a:lnTo>
                  <a:cubicBezTo>
                    <a:pt x="25" y="316"/>
                    <a:pt x="0" y="341"/>
                    <a:pt x="25" y="389"/>
                  </a:cubicBezTo>
                  <a:cubicBezTo>
                    <a:pt x="25" y="414"/>
                    <a:pt x="49" y="438"/>
                    <a:pt x="73" y="438"/>
                  </a:cubicBezTo>
                  <a:lnTo>
                    <a:pt x="98" y="438"/>
                  </a:lnTo>
                  <a:lnTo>
                    <a:pt x="1434" y="122"/>
                  </a:lnTo>
                  <a:cubicBezTo>
                    <a:pt x="1506" y="122"/>
                    <a:pt x="1482" y="1"/>
                    <a:pt x="14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20"/>
            <p:cNvSpPr/>
            <p:nvPr/>
          </p:nvSpPr>
          <p:spPr>
            <a:xfrm>
              <a:off x="1602846" y="4613417"/>
              <a:ext cx="60708" cy="176363"/>
            </a:xfrm>
            <a:custGeom>
              <a:avLst/>
              <a:gdLst/>
              <a:ahLst/>
              <a:cxnLst/>
              <a:rect l="l" t="t" r="r" b="b"/>
              <a:pathLst>
                <a:path w="550" h="1598" extrusionOk="0">
                  <a:moveTo>
                    <a:pt x="77" y="0"/>
                  </a:moveTo>
                  <a:cubicBezTo>
                    <a:pt x="39" y="0"/>
                    <a:pt x="0" y="32"/>
                    <a:pt x="15" y="91"/>
                  </a:cubicBezTo>
                  <a:lnTo>
                    <a:pt x="403" y="1573"/>
                  </a:lnTo>
                  <a:cubicBezTo>
                    <a:pt x="428" y="1597"/>
                    <a:pt x="452" y="1597"/>
                    <a:pt x="476" y="1597"/>
                  </a:cubicBezTo>
                  <a:lnTo>
                    <a:pt x="501" y="1597"/>
                  </a:lnTo>
                  <a:cubicBezTo>
                    <a:pt x="525" y="1597"/>
                    <a:pt x="549" y="1549"/>
                    <a:pt x="525" y="1525"/>
                  </a:cubicBezTo>
                  <a:lnTo>
                    <a:pt x="136" y="43"/>
                  </a:lnTo>
                  <a:cubicBezTo>
                    <a:pt x="127" y="14"/>
                    <a:pt x="102" y="0"/>
                    <a:pt x="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0"/>
            <p:cNvSpPr/>
            <p:nvPr/>
          </p:nvSpPr>
          <p:spPr>
            <a:xfrm>
              <a:off x="1582978" y="4629421"/>
              <a:ext cx="104638" cy="138950"/>
            </a:xfrm>
            <a:custGeom>
              <a:avLst/>
              <a:gdLst/>
              <a:ahLst/>
              <a:cxnLst/>
              <a:rect l="l" t="t" r="r" b="b"/>
              <a:pathLst>
                <a:path w="948" h="1259" extrusionOk="0">
                  <a:moveTo>
                    <a:pt x="875" y="1"/>
                  </a:moveTo>
                  <a:cubicBezTo>
                    <a:pt x="857" y="1"/>
                    <a:pt x="838" y="7"/>
                    <a:pt x="826" y="19"/>
                  </a:cubicBezTo>
                  <a:lnTo>
                    <a:pt x="25" y="1161"/>
                  </a:lnTo>
                  <a:cubicBezTo>
                    <a:pt x="0" y="1185"/>
                    <a:pt x="0" y="1234"/>
                    <a:pt x="49" y="1258"/>
                  </a:cubicBezTo>
                  <a:lnTo>
                    <a:pt x="122" y="1258"/>
                  </a:lnTo>
                  <a:lnTo>
                    <a:pt x="924" y="92"/>
                  </a:lnTo>
                  <a:cubicBezTo>
                    <a:pt x="948" y="68"/>
                    <a:pt x="948" y="19"/>
                    <a:pt x="924" y="19"/>
                  </a:cubicBezTo>
                  <a:cubicBezTo>
                    <a:pt x="911" y="7"/>
                    <a:pt x="893" y="1"/>
                    <a:pt x="87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20"/>
            <p:cNvSpPr/>
            <p:nvPr/>
          </p:nvSpPr>
          <p:spPr>
            <a:xfrm>
              <a:off x="1548982" y="4644430"/>
              <a:ext cx="160158" cy="102419"/>
            </a:xfrm>
            <a:custGeom>
              <a:avLst/>
              <a:gdLst/>
              <a:ahLst/>
              <a:cxnLst/>
              <a:rect l="l" t="t" r="r" b="b"/>
              <a:pathLst>
                <a:path w="1451" h="928" extrusionOk="0">
                  <a:moveTo>
                    <a:pt x="115" y="1"/>
                  </a:moveTo>
                  <a:cubicBezTo>
                    <a:pt x="51" y="1"/>
                    <a:pt x="0" y="83"/>
                    <a:pt x="65" y="126"/>
                  </a:cubicBezTo>
                  <a:lnTo>
                    <a:pt x="1329" y="928"/>
                  </a:lnTo>
                  <a:lnTo>
                    <a:pt x="1377" y="928"/>
                  </a:lnTo>
                  <a:cubicBezTo>
                    <a:pt x="1426" y="928"/>
                    <a:pt x="1450" y="831"/>
                    <a:pt x="1402" y="806"/>
                  </a:cubicBezTo>
                  <a:lnTo>
                    <a:pt x="138" y="5"/>
                  </a:lnTo>
                  <a:cubicBezTo>
                    <a:pt x="130" y="2"/>
                    <a:pt x="123" y="1"/>
                    <a:pt x="1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0"/>
            <p:cNvSpPr/>
            <p:nvPr/>
          </p:nvSpPr>
          <p:spPr>
            <a:xfrm>
              <a:off x="1202177" y="4673346"/>
              <a:ext cx="177156" cy="151310"/>
            </a:xfrm>
            <a:custGeom>
              <a:avLst/>
              <a:gdLst/>
              <a:ahLst/>
              <a:cxnLst/>
              <a:rect l="l" t="t" r="r" b="b"/>
              <a:pathLst>
                <a:path w="1605" h="1371" extrusionOk="0">
                  <a:moveTo>
                    <a:pt x="924" y="131"/>
                  </a:moveTo>
                  <a:cubicBezTo>
                    <a:pt x="1216" y="131"/>
                    <a:pt x="1458" y="374"/>
                    <a:pt x="1483" y="690"/>
                  </a:cubicBezTo>
                  <a:cubicBezTo>
                    <a:pt x="1483" y="1019"/>
                    <a:pt x="1204" y="1248"/>
                    <a:pt x="911" y="1248"/>
                  </a:cubicBezTo>
                  <a:cubicBezTo>
                    <a:pt x="771" y="1248"/>
                    <a:pt x="629" y="1196"/>
                    <a:pt x="511" y="1079"/>
                  </a:cubicBezTo>
                  <a:cubicBezTo>
                    <a:pt x="171" y="739"/>
                    <a:pt x="414" y="131"/>
                    <a:pt x="924" y="131"/>
                  </a:cubicBezTo>
                  <a:close/>
                  <a:moveTo>
                    <a:pt x="907" y="1"/>
                  </a:moveTo>
                  <a:cubicBezTo>
                    <a:pt x="740" y="1"/>
                    <a:pt x="571" y="63"/>
                    <a:pt x="438" y="204"/>
                  </a:cubicBezTo>
                  <a:cubicBezTo>
                    <a:pt x="1" y="641"/>
                    <a:pt x="317" y="1370"/>
                    <a:pt x="924" y="1370"/>
                  </a:cubicBezTo>
                  <a:cubicBezTo>
                    <a:pt x="1288" y="1370"/>
                    <a:pt x="1604" y="1079"/>
                    <a:pt x="1604" y="690"/>
                  </a:cubicBezTo>
                  <a:cubicBezTo>
                    <a:pt x="1604" y="278"/>
                    <a:pt x="1258" y="1"/>
                    <a:pt x="9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0"/>
            <p:cNvSpPr/>
            <p:nvPr/>
          </p:nvSpPr>
          <p:spPr>
            <a:xfrm>
              <a:off x="1419143" y="4894566"/>
              <a:ext cx="115344" cy="96790"/>
            </a:xfrm>
            <a:custGeom>
              <a:avLst/>
              <a:gdLst/>
              <a:ahLst/>
              <a:cxnLst/>
              <a:rect l="l" t="t" r="r" b="b"/>
              <a:pathLst>
                <a:path w="1045" h="877" extrusionOk="0">
                  <a:moveTo>
                    <a:pt x="583" y="124"/>
                  </a:moveTo>
                  <a:cubicBezTo>
                    <a:pt x="753" y="124"/>
                    <a:pt x="899" y="269"/>
                    <a:pt x="899" y="439"/>
                  </a:cubicBezTo>
                  <a:cubicBezTo>
                    <a:pt x="899" y="622"/>
                    <a:pt x="741" y="747"/>
                    <a:pt x="587" y="747"/>
                  </a:cubicBezTo>
                  <a:cubicBezTo>
                    <a:pt x="515" y="747"/>
                    <a:pt x="443" y="720"/>
                    <a:pt x="389" y="658"/>
                  </a:cubicBezTo>
                  <a:cubicBezTo>
                    <a:pt x="195" y="464"/>
                    <a:pt x="316" y="124"/>
                    <a:pt x="583" y="124"/>
                  </a:cubicBezTo>
                  <a:close/>
                  <a:moveTo>
                    <a:pt x="584" y="0"/>
                  </a:moveTo>
                  <a:cubicBezTo>
                    <a:pt x="473" y="0"/>
                    <a:pt x="361" y="38"/>
                    <a:pt x="268" y="124"/>
                  </a:cubicBezTo>
                  <a:cubicBezTo>
                    <a:pt x="0" y="415"/>
                    <a:pt x="195" y="877"/>
                    <a:pt x="583" y="877"/>
                  </a:cubicBezTo>
                  <a:cubicBezTo>
                    <a:pt x="826" y="877"/>
                    <a:pt x="1021" y="682"/>
                    <a:pt x="1045" y="439"/>
                  </a:cubicBezTo>
                  <a:cubicBezTo>
                    <a:pt x="1045" y="175"/>
                    <a:pt x="820" y="0"/>
                    <a:pt x="5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 name="Google Shape;62;p20"/>
          <p:cNvGrpSpPr/>
          <p:nvPr/>
        </p:nvGrpSpPr>
        <p:grpSpPr>
          <a:xfrm>
            <a:off x="7532342" y="1264400"/>
            <a:ext cx="2525880" cy="1610799"/>
            <a:chOff x="7239867" y="1514550"/>
            <a:chExt cx="2525880" cy="1610799"/>
          </a:xfrm>
        </p:grpSpPr>
        <p:grpSp>
          <p:nvGrpSpPr>
            <p:cNvPr id="63" name="Google Shape;63;p20"/>
            <p:cNvGrpSpPr/>
            <p:nvPr/>
          </p:nvGrpSpPr>
          <p:grpSpPr>
            <a:xfrm>
              <a:off x="7346663" y="1514550"/>
              <a:ext cx="2419084" cy="1551618"/>
              <a:chOff x="7410211" y="1555307"/>
              <a:chExt cx="2355486" cy="1510826"/>
            </a:xfrm>
          </p:grpSpPr>
          <p:grpSp>
            <p:nvGrpSpPr>
              <p:cNvPr id="64" name="Google Shape;64;p20"/>
              <p:cNvGrpSpPr/>
              <p:nvPr/>
            </p:nvGrpSpPr>
            <p:grpSpPr>
              <a:xfrm>
                <a:off x="7410211" y="1555307"/>
                <a:ext cx="2355486" cy="1510826"/>
                <a:chOff x="761258" y="2062484"/>
                <a:chExt cx="1646502" cy="1056078"/>
              </a:xfrm>
            </p:grpSpPr>
            <p:sp>
              <p:nvSpPr>
                <p:cNvPr id="65" name="Google Shape;65;p20"/>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20"/>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0"/>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20"/>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0"/>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20"/>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1" name="Google Shape;71;p20"/>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20"/>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20"/>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 name="Google Shape;74;p20"/>
          <p:cNvSpPr/>
          <p:nvPr/>
        </p:nvSpPr>
        <p:spPr>
          <a:xfrm>
            <a:off x="-49275" y="4823551"/>
            <a:ext cx="1603944" cy="369024"/>
          </a:xfrm>
          <a:custGeom>
            <a:avLst/>
            <a:gdLst/>
            <a:ahLst/>
            <a:cxnLst/>
            <a:rect l="l" t="t" r="r" b="b"/>
            <a:pathLst>
              <a:path w="7289" h="1677" extrusionOk="0">
                <a:moveTo>
                  <a:pt x="2819" y="1"/>
                </a:moveTo>
                <a:lnTo>
                  <a:pt x="2114" y="1191"/>
                </a:lnTo>
                <a:lnTo>
                  <a:pt x="1604" y="268"/>
                </a:lnTo>
                <a:lnTo>
                  <a:pt x="1118" y="1361"/>
                </a:lnTo>
                <a:lnTo>
                  <a:pt x="584" y="754"/>
                </a:lnTo>
                <a:lnTo>
                  <a:pt x="1" y="1677"/>
                </a:lnTo>
                <a:lnTo>
                  <a:pt x="7289" y="1677"/>
                </a:lnTo>
                <a:lnTo>
                  <a:pt x="6657" y="559"/>
                </a:lnTo>
                <a:lnTo>
                  <a:pt x="6001" y="1191"/>
                </a:lnTo>
                <a:lnTo>
                  <a:pt x="5394" y="268"/>
                </a:lnTo>
                <a:lnTo>
                  <a:pt x="4738" y="1191"/>
                </a:lnTo>
                <a:lnTo>
                  <a:pt x="4252" y="1"/>
                </a:lnTo>
                <a:lnTo>
                  <a:pt x="3353" y="1118"/>
                </a:lnTo>
                <a:lnTo>
                  <a:pt x="28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20"/>
          <p:cNvSpPr/>
          <p:nvPr/>
        </p:nvSpPr>
        <p:spPr>
          <a:xfrm>
            <a:off x="1506177"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20"/>
          <p:cNvSpPr/>
          <p:nvPr/>
        </p:nvSpPr>
        <p:spPr>
          <a:xfrm>
            <a:off x="6003929"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20"/>
          <p:cNvSpPr/>
          <p:nvPr/>
        </p:nvSpPr>
        <p:spPr>
          <a:xfrm>
            <a:off x="7532351" y="4823550"/>
            <a:ext cx="1696695" cy="369025"/>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20"/>
          <p:cNvSpPr/>
          <p:nvPr/>
        </p:nvSpPr>
        <p:spPr>
          <a:xfrm>
            <a:off x="3145661"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20"/>
          <p:cNvSpPr/>
          <p:nvPr/>
        </p:nvSpPr>
        <p:spPr>
          <a:xfrm>
            <a:off x="4669614" y="4886410"/>
            <a:ext cx="1407648" cy="306163"/>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0"/>
          <p:cNvSpPr/>
          <p:nvPr/>
        </p:nvSpPr>
        <p:spPr>
          <a:xfrm>
            <a:off x="2368255"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21"/>
          <p:cNvSpPr txBox="1">
            <a:spLocks noGrp="1"/>
          </p:cNvSpPr>
          <p:nvPr>
            <p:ph type="body" idx="1"/>
          </p:nvPr>
        </p:nvSpPr>
        <p:spPr>
          <a:xfrm>
            <a:off x="753825" y="1084825"/>
            <a:ext cx="7590300" cy="3487200"/>
          </a:xfrm>
          <a:prstGeom prst="rect">
            <a:avLst/>
          </a:prstGeom>
          <a:noFill/>
          <a:ln>
            <a:noFill/>
          </a:ln>
        </p:spPr>
        <p:txBody>
          <a:bodyPr spcFirstLastPara="1" wrap="square" lIns="91425" tIns="91425" rIns="91425" bIns="91425" anchor="t" anchorCtr="0">
            <a:noAutofit/>
          </a:bodyPr>
          <a:lstStyle>
            <a:lvl1pPr marL="457200" lvl="0" indent="-381000" algn="l">
              <a:lnSpc>
                <a:spcPct val="100000"/>
              </a:lnSpc>
              <a:spcBef>
                <a:spcPts val="0"/>
              </a:spcBef>
              <a:spcAft>
                <a:spcPts val="0"/>
              </a:spcAft>
              <a:buClr>
                <a:schemeClr val="lt1"/>
              </a:buClr>
              <a:buSzPts val="2400"/>
              <a:buFont typeface="Arial"/>
              <a:buAutoNum type="arabicPeriod"/>
              <a:defRPr sz="1100">
                <a:solidFill>
                  <a:schemeClr val="dk1"/>
                </a:solidFill>
                <a:latin typeface="Arial"/>
                <a:ea typeface="Arial"/>
                <a:cs typeface="Arial"/>
                <a:sym typeface="Arial"/>
              </a:defRPr>
            </a:lvl1pPr>
            <a:lvl2pPr marL="914400" lvl="1" indent="-317500" algn="l">
              <a:lnSpc>
                <a:spcPct val="100000"/>
              </a:lnSpc>
              <a:spcBef>
                <a:spcPts val="0"/>
              </a:spcBef>
              <a:spcAft>
                <a:spcPts val="0"/>
              </a:spcAft>
              <a:buClr>
                <a:schemeClr val="lt1"/>
              </a:buClr>
              <a:buSzPts val="1400"/>
              <a:buFont typeface="Arial"/>
              <a:buAutoNum type="alphaLcPeriod"/>
              <a:defRPr>
                <a:solidFill>
                  <a:schemeClr val="dk1"/>
                </a:solidFill>
                <a:latin typeface="Arial"/>
                <a:ea typeface="Arial"/>
                <a:cs typeface="Arial"/>
                <a:sym typeface="Arial"/>
              </a:defRPr>
            </a:lvl2pPr>
            <a:lvl3pPr marL="1371600" lvl="2" indent="-317500" algn="l">
              <a:lnSpc>
                <a:spcPct val="100000"/>
              </a:lnSpc>
              <a:spcBef>
                <a:spcPts val="0"/>
              </a:spcBef>
              <a:spcAft>
                <a:spcPts val="0"/>
              </a:spcAft>
              <a:buClr>
                <a:schemeClr val="lt1"/>
              </a:buClr>
              <a:buSzPts val="1400"/>
              <a:buFont typeface="Arial"/>
              <a:buAutoNum type="romanLcPeriod"/>
              <a:defRPr>
                <a:solidFill>
                  <a:schemeClr val="dk1"/>
                </a:solidFill>
                <a:latin typeface="Arial"/>
                <a:ea typeface="Arial"/>
                <a:cs typeface="Arial"/>
                <a:sym typeface="Arial"/>
              </a:defRPr>
            </a:lvl3pPr>
            <a:lvl4pPr marL="1828800" lvl="3" indent="-317500" algn="l">
              <a:lnSpc>
                <a:spcPct val="100000"/>
              </a:lnSpc>
              <a:spcBef>
                <a:spcPts val="0"/>
              </a:spcBef>
              <a:spcAft>
                <a:spcPts val="0"/>
              </a:spcAft>
              <a:buClr>
                <a:schemeClr val="lt1"/>
              </a:buClr>
              <a:buSzPts val="1400"/>
              <a:buFont typeface="Arial"/>
              <a:buAutoNum type="arabicPeriod"/>
              <a:defRPr>
                <a:solidFill>
                  <a:schemeClr val="dk1"/>
                </a:solidFill>
                <a:latin typeface="Arial"/>
                <a:ea typeface="Arial"/>
                <a:cs typeface="Arial"/>
                <a:sym typeface="Arial"/>
              </a:defRPr>
            </a:lvl4pPr>
            <a:lvl5pPr marL="2286000" lvl="4" indent="-317500" algn="l">
              <a:lnSpc>
                <a:spcPct val="100000"/>
              </a:lnSpc>
              <a:spcBef>
                <a:spcPts val="0"/>
              </a:spcBef>
              <a:spcAft>
                <a:spcPts val="0"/>
              </a:spcAft>
              <a:buClr>
                <a:schemeClr val="lt1"/>
              </a:buClr>
              <a:buSzPts val="1400"/>
              <a:buFont typeface="Arial"/>
              <a:buAutoNum type="alphaLcPeriod"/>
              <a:defRPr>
                <a:solidFill>
                  <a:schemeClr val="dk1"/>
                </a:solidFill>
                <a:latin typeface="Arial"/>
                <a:ea typeface="Arial"/>
                <a:cs typeface="Arial"/>
                <a:sym typeface="Arial"/>
              </a:defRPr>
            </a:lvl5pPr>
            <a:lvl6pPr marL="2743200" lvl="5" indent="-317500" algn="l">
              <a:lnSpc>
                <a:spcPct val="100000"/>
              </a:lnSpc>
              <a:spcBef>
                <a:spcPts val="0"/>
              </a:spcBef>
              <a:spcAft>
                <a:spcPts val="0"/>
              </a:spcAft>
              <a:buClr>
                <a:schemeClr val="lt1"/>
              </a:buClr>
              <a:buSzPts val="1400"/>
              <a:buFont typeface="Arial"/>
              <a:buAutoNum type="romanLcPeriod"/>
              <a:defRPr>
                <a:solidFill>
                  <a:schemeClr val="dk1"/>
                </a:solidFill>
                <a:latin typeface="Arial"/>
                <a:ea typeface="Arial"/>
                <a:cs typeface="Arial"/>
                <a:sym typeface="Arial"/>
              </a:defRPr>
            </a:lvl6pPr>
            <a:lvl7pPr marL="3200400" lvl="6" indent="-317500" algn="l">
              <a:lnSpc>
                <a:spcPct val="100000"/>
              </a:lnSpc>
              <a:spcBef>
                <a:spcPts val="0"/>
              </a:spcBef>
              <a:spcAft>
                <a:spcPts val="0"/>
              </a:spcAft>
              <a:buClr>
                <a:schemeClr val="lt1"/>
              </a:buClr>
              <a:buSzPts val="1400"/>
              <a:buFont typeface="Arial"/>
              <a:buAutoNum type="arabicPeriod"/>
              <a:defRPr>
                <a:solidFill>
                  <a:schemeClr val="dk1"/>
                </a:solidFill>
                <a:latin typeface="Arial"/>
                <a:ea typeface="Arial"/>
                <a:cs typeface="Arial"/>
                <a:sym typeface="Arial"/>
              </a:defRPr>
            </a:lvl7pPr>
            <a:lvl8pPr marL="3657600" lvl="7" indent="-317500" algn="l">
              <a:lnSpc>
                <a:spcPct val="100000"/>
              </a:lnSpc>
              <a:spcBef>
                <a:spcPts val="0"/>
              </a:spcBef>
              <a:spcAft>
                <a:spcPts val="0"/>
              </a:spcAft>
              <a:buClr>
                <a:schemeClr val="lt1"/>
              </a:buClr>
              <a:buSzPts val="1400"/>
              <a:buFont typeface="Arial"/>
              <a:buAutoNum type="alphaLcPeriod"/>
              <a:defRPr>
                <a:solidFill>
                  <a:schemeClr val="dk1"/>
                </a:solidFill>
                <a:latin typeface="Arial"/>
                <a:ea typeface="Arial"/>
                <a:cs typeface="Arial"/>
                <a:sym typeface="Arial"/>
              </a:defRPr>
            </a:lvl8pPr>
            <a:lvl9pPr marL="4114800" lvl="8" indent="-317500" algn="l">
              <a:lnSpc>
                <a:spcPct val="100000"/>
              </a:lnSpc>
              <a:spcBef>
                <a:spcPts val="0"/>
              </a:spcBef>
              <a:spcAft>
                <a:spcPts val="0"/>
              </a:spcAft>
              <a:buClr>
                <a:schemeClr val="lt1"/>
              </a:buClr>
              <a:buSzPts val="1400"/>
              <a:buFont typeface="Arial"/>
              <a:buAutoNum type="romanLcPeriod"/>
              <a:defRPr>
                <a:solidFill>
                  <a:schemeClr val="dk1"/>
                </a:solidFill>
                <a:latin typeface="Arial"/>
                <a:ea typeface="Arial"/>
                <a:cs typeface="Arial"/>
                <a:sym typeface="Arial"/>
              </a:defRPr>
            </a:lvl9pPr>
          </a:lstStyle>
          <a:p>
            <a:endParaRPr/>
          </a:p>
        </p:txBody>
      </p:sp>
      <p:sp>
        <p:nvSpPr>
          <p:cNvPr id="83" name="Google Shape;83;p21"/>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grpSp>
        <p:nvGrpSpPr>
          <p:cNvPr id="84" name="Google Shape;84;p21"/>
          <p:cNvGrpSpPr/>
          <p:nvPr/>
        </p:nvGrpSpPr>
        <p:grpSpPr>
          <a:xfrm>
            <a:off x="7844079" y="226727"/>
            <a:ext cx="1373382" cy="1246993"/>
            <a:chOff x="7844079" y="226727"/>
            <a:chExt cx="1373382" cy="1246993"/>
          </a:xfrm>
        </p:grpSpPr>
        <p:sp>
          <p:nvSpPr>
            <p:cNvPr id="85" name="Google Shape;85;p21"/>
            <p:cNvSpPr/>
            <p:nvPr/>
          </p:nvSpPr>
          <p:spPr>
            <a:xfrm rot="-1688081">
              <a:off x="8295818" y="1015024"/>
              <a:ext cx="222185" cy="222398"/>
            </a:xfrm>
            <a:custGeom>
              <a:avLst/>
              <a:gdLst/>
              <a:ahLst/>
              <a:cxnLst/>
              <a:rect l="l" t="t" r="r" b="b"/>
              <a:pathLst>
                <a:path w="1118" h="1119" extrusionOk="0">
                  <a:moveTo>
                    <a:pt x="607" y="98"/>
                  </a:moveTo>
                  <a:cubicBezTo>
                    <a:pt x="607" y="147"/>
                    <a:pt x="632" y="219"/>
                    <a:pt x="632" y="268"/>
                  </a:cubicBezTo>
                  <a:cubicBezTo>
                    <a:pt x="656" y="317"/>
                    <a:pt x="656" y="389"/>
                    <a:pt x="680" y="438"/>
                  </a:cubicBezTo>
                  <a:cubicBezTo>
                    <a:pt x="705" y="438"/>
                    <a:pt x="729" y="462"/>
                    <a:pt x="826" y="487"/>
                  </a:cubicBezTo>
                  <a:lnTo>
                    <a:pt x="972" y="560"/>
                  </a:lnTo>
                  <a:cubicBezTo>
                    <a:pt x="899" y="584"/>
                    <a:pt x="802" y="632"/>
                    <a:pt x="705" y="657"/>
                  </a:cubicBezTo>
                  <a:cubicBezTo>
                    <a:pt x="705" y="657"/>
                    <a:pt x="705" y="657"/>
                    <a:pt x="680" y="681"/>
                  </a:cubicBezTo>
                  <a:cubicBezTo>
                    <a:pt x="656" y="802"/>
                    <a:pt x="583" y="924"/>
                    <a:pt x="559" y="972"/>
                  </a:cubicBezTo>
                  <a:cubicBezTo>
                    <a:pt x="535" y="924"/>
                    <a:pt x="486" y="802"/>
                    <a:pt x="462" y="681"/>
                  </a:cubicBezTo>
                  <a:cubicBezTo>
                    <a:pt x="462" y="657"/>
                    <a:pt x="437" y="657"/>
                    <a:pt x="413" y="632"/>
                  </a:cubicBezTo>
                  <a:cubicBezTo>
                    <a:pt x="316" y="632"/>
                    <a:pt x="194" y="584"/>
                    <a:pt x="122" y="584"/>
                  </a:cubicBezTo>
                  <a:cubicBezTo>
                    <a:pt x="219" y="511"/>
                    <a:pt x="340" y="462"/>
                    <a:pt x="462" y="414"/>
                  </a:cubicBezTo>
                  <a:cubicBezTo>
                    <a:pt x="462" y="414"/>
                    <a:pt x="462" y="389"/>
                    <a:pt x="486" y="389"/>
                  </a:cubicBezTo>
                  <a:cubicBezTo>
                    <a:pt x="510" y="292"/>
                    <a:pt x="559" y="195"/>
                    <a:pt x="607" y="98"/>
                  </a:cubicBezTo>
                  <a:close/>
                  <a:moveTo>
                    <a:pt x="607" y="1"/>
                  </a:moveTo>
                  <a:cubicBezTo>
                    <a:pt x="583" y="1"/>
                    <a:pt x="535" y="1"/>
                    <a:pt x="389" y="341"/>
                  </a:cubicBezTo>
                  <a:cubicBezTo>
                    <a:pt x="24" y="487"/>
                    <a:pt x="0" y="560"/>
                    <a:pt x="0" y="560"/>
                  </a:cubicBezTo>
                  <a:cubicBezTo>
                    <a:pt x="0" y="584"/>
                    <a:pt x="0" y="608"/>
                    <a:pt x="0" y="608"/>
                  </a:cubicBezTo>
                  <a:cubicBezTo>
                    <a:pt x="0" y="632"/>
                    <a:pt x="49" y="657"/>
                    <a:pt x="364" y="730"/>
                  </a:cubicBezTo>
                  <a:cubicBezTo>
                    <a:pt x="462" y="1118"/>
                    <a:pt x="510" y="1118"/>
                    <a:pt x="535" y="1118"/>
                  </a:cubicBezTo>
                  <a:lnTo>
                    <a:pt x="559" y="1118"/>
                  </a:lnTo>
                  <a:cubicBezTo>
                    <a:pt x="583" y="1118"/>
                    <a:pt x="607" y="1118"/>
                    <a:pt x="777" y="754"/>
                  </a:cubicBezTo>
                  <a:cubicBezTo>
                    <a:pt x="875" y="705"/>
                    <a:pt x="996" y="681"/>
                    <a:pt x="1093" y="608"/>
                  </a:cubicBezTo>
                  <a:cubicBezTo>
                    <a:pt x="1118" y="608"/>
                    <a:pt x="1118" y="584"/>
                    <a:pt x="1118" y="560"/>
                  </a:cubicBezTo>
                  <a:cubicBezTo>
                    <a:pt x="1118" y="511"/>
                    <a:pt x="1045" y="487"/>
                    <a:pt x="875" y="414"/>
                  </a:cubicBezTo>
                  <a:lnTo>
                    <a:pt x="753" y="389"/>
                  </a:lnTo>
                  <a:cubicBezTo>
                    <a:pt x="753" y="341"/>
                    <a:pt x="729" y="317"/>
                    <a:pt x="729" y="268"/>
                  </a:cubicBezTo>
                  <a:cubicBezTo>
                    <a:pt x="729" y="171"/>
                    <a:pt x="680" y="98"/>
                    <a:pt x="656" y="25"/>
                  </a:cubicBezTo>
                  <a:cubicBezTo>
                    <a:pt x="632" y="1"/>
                    <a:pt x="632" y="1"/>
                    <a:pt x="6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p:nvPr/>
          </p:nvSpPr>
          <p:spPr>
            <a:xfrm rot="-1688081">
              <a:off x="8403840" y="292330"/>
              <a:ext cx="164354" cy="141707"/>
            </a:xfrm>
            <a:custGeom>
              <a:avLst/>
              <a:gdLst/>
              <a:ahLst/>
              <a:cxnLst/>
              <a:rect l="l" t="t" r="r" b="b"/>
              <a:pathLst>
                <a:path w="827" h="713" extrusionOk="0">
                  <a:moveTo>
                    <a:pt x="462" y="105"/>
                  </a:moveTo>
                  <a:cubicBezTo>
                    <a:pt x="802" y="105"/>
                    <a:pt x="802" y="615"/>
                    <a:pt x="462" y="615"/>
                  </a:cubicBezTo>
                  <a:cubicBezTo>
                    <a:pt x="317" y="591"/>
                    <a:pt x="219" y="494"/>
                    <a:pt x="219" y="348"/>
                  </a:cubicBezTo>
                  <a:cubicBezTo>
                    <a:pt x="219" y="202"/>
                    <a:pt x="341" y="105"/>
                    <a:pt x="462" y="105"/>
                  </a:cubicBezTo>
                  <a:close/>
                  <a:moveTo>
                    <a:pt x="481" y="1"/>
                  </a:moveTo>
                  <a:cubicBezTo>
                    <a:pt x="392" y="1"/>
                    <a:pt x="299" y="33"/>
                    <a:pt x="219" y="105"/>
                  </a:cubicBezTo>
                  <a:cubicBezTo>
                    <a:pt x="1" y="324"/>
                    <a:pt x="171" y="688"/>
                    <a:pt x="462" y="712"/>
                  </a:cubicBezTo>
                  <a:cubicBezTo>
                    <a:pt x="657" y="712"/>
                    <a:pt x="827" y="542"/>
                    <a:pt x="827" y="348"/>
                  </a:cubicBezTo>
                  <a:cubicBezTo>
                    <a:pt x="827" y="136"/>
                    <a:pt x="663" y="1"/>
                    <a:pt x="48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21"/>
            <p:cNvSpPr/>
            <p:nvPr/>
          </p:nvSpPr>
          <p:spPr>
            <a:xfrm rot="-1688081">
              <a:off x="7886315" y="509903"/>
              <a:ext cx="222384" cy="213454"/>
            </a:xfrm>
            <a:custGeom>
              <a:avLst/>
              <a:gdLst/>
              <a:ahLst/>
              <a:cxnLst/>
              <a:rect l="l" t="t" r="r" b="b"/>
              <a:pathLst>
                <a:path w="1119" h="1074" extrusionOk="0">
                  <a:moveTo>
                    <a:pt x="681" y="441"/>
                  </a:moveTo>
                  <a:cubicBezTo>
                    <a:pt x="681" y="441"/>
                    <a:pt x="681" y="441"/>
                    <a:pt x="681" y="466"/>
                  </a:cubicBezTo>
                  <a:cubicBezTo>
                    <a:pt x="681" y="466"/>
                    <a:pt x="657" y="490"/>
                    <a:pt x="584" y="490"/>
                  </a:cubicBezTo>
                  <a:cubicBezTo>
                    <a:pt x="608" y="466"/>
                    <a:pt x="632" y="441"/>
                    <a:pt x="657" y="441"/>
                  </a:cubicBezTo>
                  <a:close/>
                  <a:moveTo>
                    <a:pt x="384" y="97"/>
                  </a:moveTo>
                  <a:cubicBezTo>
                    <a:pt x="401" y="97"/>
                    <a:pt x="420" y="98"/>
                    <a:pt x="438" y="101"/>
                  </a:cubicBezTo>
                  <a:cubicBezTo>
                    <a:pt x="559" y="101"/>
                    <a:pt x="681" y="126"/>
                    <a:pt x="778" y="150"/>
                  </a:cubicBezTo>
                  <a:cubicBezTo>
                    <a:pt x="924" y="199"/>
                    <a:pt x="1021" y="369"/>
                    <a:pt x="972" y="514"/>
                  </a:cubicBezTo>
                  <a:cubicBezTo>
                    <a:pt x="924" y="733"/>
                    <a:pt x="705" y="976"/>
                    <a:pt x="559" y="976"/>
                  </a:cubicBezTo>
                  <a:lnTo>
                    <a:pt x="511" y="976"/>
                  </a:lnTo>
                  <a:cubicBezTo>
                    <a:pt x="414" y="879"/>
                    <a:pt x="438" y="733"/>
                    <a:pt x="511" y="612"/>
                  </a:cubicBezTo>
                  <a:cubicBezTo>
                    <a:pt x="608" y="587"/>
                    <a:pt x="754" y="563"/>
                    <a:pt x="778" y="490"/>
                  </a:cubicBezTo>
                  <a:cubicBezTo>
                    <a:pt x="802" y="441"/>
                    <a:pt x="778" y="393"/>
                    <a:pt x="754" y="369"/>
                  </a:cubicBezTo>
                  <a:cubicBezTo>
                    <a:pt x="730" y="344"/>
                    <a:pt x="705" y="344"/>
                    <a:pt x="681" y="344"/>
                  </a:cubicBezTo>
                  <a:cubicBezTo>
                    <a:pt x="608" y="344"/>
                    <a:pt x="535" y="417"/>
                    <a:pt x="462" y="514"/>
                  </a:cubicBezTo>
                  <a:cubicBezTo>
                    <a:pt x="441" y="519"/>
                    <a:pt x="419" y="521"/>
                    <a:pt x="398" y="521"/>
                  </a:cubicBezTo>
                  <a:cubicBezTo>
                    <a:pt x="299" y="521"/>
                    <a:pt x="202" y="477"/>
                    <a:pt x="122" y="417"/>
                  </a:cubicBezTo>
                  <a:cubicBezTo>
                    <a:pt x="98" y="369"/>
                    <a:pt x="98" y="344"/>
                    <a:pt x="122" y="296"/>
                  </a:cubicBezTo>
                  <a:cubicBezTo>
                    <a:pt x="165" y="168"/>
                    <a:pt x="263" y="97"/>
                    <a:pt x="384" y="97"/>
                  </a:cubicBezTo>
                  <a:close/>
                  <a:moveTo>
                    <a:pt x="386" y="1"/>
                  </a:moveTo>
                  <a:cubicBezTo>
                    <a:pt x="230" y="1"/>
                    <a:pt x="69" y="97"/>
                    <a:pt x="25" y="271"/>
                  </a:cubicBezTo>
                  <a:cubicBezTo>
                    <a:pt x="1" y="344"/>
                    <a:pt x="1" y="417"/>
                    <a:pt x="49" y="466"/>
                  </a:cubicBezTo>
                  <a:cubicBezTo>
                    <a:pt x="147" y="563"/>
                    <a:pt x="292" y="612"/>
                    <a:pt x="414" y="612"/>
                  </a:cubicBezTo>
                  <a:cubicBezTo>
                    <a:pt x="341" y="733"/>
                    <a:pt x="341" y="927"/>
                    <a:pt x="462" y="1049"/>
                  </a:cubicBezTo>
                  <a:cubicBezTo>
                    <a:pt x="487" y="1073"/>
                    <a:pt x="511" y="1073"/>
                    <a:pt x="559" y="1073"/>
                  </a:cubicBezTo>
                  <a:cubicBezTo>
                    <a:pt x="754" y="1073"/>
                    <a:pt x="1021" y="782"/>
                    <a:pt x="1070" y="539"/>
                  </a:cubicBezTo>
                  <a:cubicBezTo>
                    <a:pt x="1118" y="320"/>
                    <a:pt x="997" y="126"/>
                    <a:pt x="827" y="77"/>
                  </a:cubicBezTo>
                  <a:cubicBezTo>
                    <a:pt x="705" y="29"/>
                    <a:pt x="584" y="4"/>
                    <a:pt x="438" y="4"/>
                  </a:cubicBezTo>
                  <a:cubicBezTo>
                    <a:pt x="421" y="2"/>
                    <a:pt x="403" y="1"/>
                    <a:pt x="38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1"/>
            <p:cNvSpPr/>
            <p:nvPr/>
          </p:nvSpPr>
          <p:spPr>
            <a:xfrm rot="-1688081">
              <a:off x="7968779" y="265401"/>
              <a:ext cx="217416" cy="213057"/>
            </a:xfrm>
            <a:custGeom>
              <a:avLst/>
              <a:gdLst/>
              <a:ahLst/>
              <a:cxnLst/>
              <a:rect l="l" t="t" r="r" b="b"/>
              <a:pathLst>
                <a:path w="1094" h="1072" extrusionOk="0">
                  <a:moveTo>
                    <a:pt x="484" y="620"/>
                  </a:moveTo>
                  <a:cubicBezTo>
                    <a:pt x="474" y="660"/>
                    <a:pt x="413" y="681"/>
                    <a:pt x="413" y="681"/>
                  </a:cubicBezTo>
                  <a:cubicBezTo>
                    <a:pt x="433" y="641"/>
                    <a:pt x="452" y="634"/>
                    <a:pt x="484" y="620"/>
                  </a:cubicBezTo>
                  <a:close/>
                  <a:moveTo>
                    <a:pt x="480" y="88"/>
                  </a:moveTo>
                  <a:cubicBezTo>
                    <a:pt x="512" y="88"/>
                    <a:pt x="542" y="105"/>
                    <a:pt x="559" y="122"/>
                  </a:cubicBezTo>
                  <a:cubicBezTo>
                    <a:pt x="607" y="243"/>
                    <a:pt x="607" y="365"/>
                    <a:pt x="559" y="486"/>
                  </a:cubicBezTo>
                  <a:cubicBezTo>
                    <a:pt x="462" y="486"/>
                    <a:pt x="389" y="535"/>
                    <a:pt x="340" y="608"/>
                  </a:cubicBezTo>
                  <a:cubicBezTo>
                    <a:pt x="316" y="632"/>
                    <a:pt x="316" y="681"/>
                    <a:pt x="340" y="681"/>
                  </a:cubicBezTo>
                  <a:cubicBezTo>
                    <a:pt x="365" y="729"/>
                    <a:pt x="389" y="753"/>
                    <a:pt x="437" y="753"/>
                  </a:cubicBezTo>
                  <a:cubicBezTo>
                    <a:pt x="535" y="753"/>
                    <a:pt x="607" y="632"/>
                    <a:pt x="632" y="559"/>
                  </a:cubicBezTo>
                  <a:lnTo>
                    <a:pt x="778" y="559"/>
                  </a:lnTo>
                  <a:cubicBezTo>
                    <a:pt x="790" y="555"/>
                    <a:pt x="804" y="553"/>
                    <a:pt x="818" y="553"/>
                  </a:cubicBezTo>
                  <a:cubicBezTo>
                    <a:pt x="883" y="553"/>
                    <a:pt x="956" y="596"/>
                    <a:pt x="996" y="656"/>
                  </a:cubicBezTo>
                  <a:cubicBezTo>
                    <a:pt x="996" y="681"/>
                    <a:pt x="996" y="729"/>
                    <a:pt x="972" y="753"/>
                  </a:cubicBezTo>
                  <a:cubicBezTo>
                    <a:pt x="850" y="899"/>
                    <a:pt x="656" y="972"/>
                    <a:pt x="462" y="972"/>
                  </a:cubicBezTo>
                  <a:cubicBezTo>
                    <a:pt x="449" y="974"/>
                    <a:pt x="437" y="975"/>
                    <a:pt x="424" y="975"/>
                  </a:cubicBezTo>
                  <a:cubicBezTo>
                    <a:pt x="268" y="975"/>
                    <a:pt x="122" y="838"/>
                    <a:pt x="122" y="681"/>
                  </a:cubicBezTo>
                  <a:cubicBezTo>
                    <a:pt x="97" y="511"/>
                    <a:pt x="146" y="316"/>
                    <a:pt x="243" y="170"/>
                  </a:cubicBezTo>
                  <a:cubicBezTo>
                    <a:pt x="292" y="122"/>
                    <a:pt x="365" y="98"/>
                    <a:pt x="437" y="98"/>
                  </a:cubicBezTo>
                  <a:cubicBezTo>
                    <a:pt x="452" y="90"/>
                    <a:pt x="466" y="88"/>
                    <a:pt x="480" y="88"/>
                  </a:cubicBezTo>
                  <a:close/>
                  <a:moveTo>
                    <a:pt x="437" y="0"/>
                  </a:moveTo>
                  <a:cubicBezTo>
                    <a:pt x="340" y="0"/>
                    <a:pt x="243" y="49"/>
                    <a:pt x="170" y="122"/>
                  </a:cubicBezTo>
                  <a:cubicBezTo>
                    <a:pt x="49" y="292"/>
                    <a:pt x="0" y="511"/>
                    <a:pt x="24" y="705"/>
                  </a:cubicBezTo>
                  <a:cubicBezTo>
                    <a:pt x="24" y="910"/>
                    <a:pt x="195" y="1072"/>
                    <a:pt x="396" y="1072"/>
                  </a:cubicBezTo>
                  <a:cubicBezTo>
                    <a:pt x="410" y="1072"/>
                    <a:pt x="423" y="1071"/>
                    <a:pt x="437" y="1069"/>
                  </a:cubicBezTo>
                  <a:cubicBezTo>
                    <a:pt x="656" y="1069"/>
                    <a:pt x="875" y="972"/>
                    <a:pt x="1045" y="826"/>
                  </a:cubicBezTo>
                  <a:cubicBezTo>
                    <a:pt x="1069" y="753"/>
                    <a:pt x="1093" y="705"/>
                    <a:pt x="1069" y="632"/>
                  </a:cubicBezTo>
                  <a:cubicBezTo>
                    <a:pt x="1006" y="548"/>
                    <a:pt x="906" y="482"/>
                    <a:pt x="801" y="482"/>
                  </a:cubicBezTo>
                  <a:cubicBezTo>
                    <a:pt x="785" y="482"/>
                    <a:pt x="769" y="483"/>
                    <a:pt x="753" y="486"/>
                  </a:cubicBezTo>
                  <a:lnTo>
                    <a:pt x="656" y="486"/>
                  </a:lnTo>
                  <a:cubicBezTo>
                    <a:pt x="705" y="365"/>
                    <a:pt x="680" y="219"/>
                    <a:pt x="632" y="98"/>
                  </a:cubicBezTo>
                  <a:cubicBezTo>
                    <a:pt x="583" y="49"/>
                    <a:pt x="510" y="0"/>
                    <a:pt x="43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1"/>
            <p:cNvSpPr/>
            <p:nvPr/>
          </p:nvSpPr>
          <p:spPr>
            <a:xfrm rot="-1688081">
              <a:off x="8097363" y="456906"/>
              <a:ext cx="198138" cy="172512"/>
            </a:xfrm>
            <a:custGeom>
              <a:avLst/>
              <a:gdLst/>
              <a:ahLst/>
              <a:cxnLst/>
              <a:rect l="l" t="t" r="r" b="b"/>
              <a:pathLst>
                <a:path w="997" h="868" extrusionOk="0">
                  <a:moveTo>
                    <a:pt x="405" y="1"/>
                  </a:moveTo>
                  <a:cubicBezTo>
                    <a:pt x="214" y="1"/>
                    <a:pt x="67" y="97"/>
                    <a:pt x="49" y="168"/>
                  </a:cubicBezTo>
                  <a:cubicBezTo>
                    <a:pt x="0" y="363"/>
                    <a:pt x="49" y="557"/>
                    <a:pt x="195" y="703"/>
                  </a:cubicBezTo>
                  <a:cubicBezTo>
                    <a:pt x="350" y="801"/>
                    <a:pt x="529" y="867"/>
                    <a:pt x="667" y="867"/>
                  </a:cubicBezTo>
                  <a:cubicBezTo>
                    <a:pt x="767" y="867"/>
                    <a:pt x="844" y="833"/>
                    <a:pt x="875" y="751"/>
                  </a:cubicBezTo>
                  <a:cubicBezTo>
                    <a:pt x="996" y="484"/>
                    <a:pt x="875" y="168"/>
                    <a:pt x="632" y="47"/>
                  </a:cubicBezTo>
                  <a:cubicBezTo>
                    <a:pt x="553" y="14"/>
                    <a:pt x="476" y="1"/>
                    <a:pt x="40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21"/>
            <p:cNvSpPr/>
            <p:nvPr/>
          </p:nvSpPr>
          <p:spPr>
            <a:xfrm rot="-1688081">
              <a:off x="8096253" y="485759"/>
              <a:ext cx="92014" cy="96790"/>
            </a:xfrm>
            <a:custGeom>
              <a:avLst/>
              <a:gdLst/>
              <a:ahLst/>
              <a:cxnLst/>
              <a:rect l="l" t="t" r="r" b="b"/>
              <a:pathLst>
                <a:path w="463" h="487" extrusionOk="0">
                  <a:moveTo>
                    <a:pt x="462" y="0"/>
                  </a:moveTo>
                  <a:lnTo>
                    <a:pt x="1" y="486"/>
                  </a:lnTo>
                  <a:cubicBezTo>
                    <a:pt x="1" y="486"/>
                    <a:pt x="438" y="98"/>
                    <a:pt x="46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1"/>
            <p:cNvSpPr/>
            <p:nvPr/>
          </p:nvSpPr>
          <p:spPr>
            <a:xfrm rot="-1688081">
              <a:off x="8086573" y="475658"/>
              <a:ext cx="111093" cy="116466"/>
            </a:xfrm>
            <a:custGeom>
              <a:avLst/>
              <a:gdLst/>
              <a:ahLst/>
              <a:cxnLst/>
              <a:rect l="l" t="t" r="r" b="b"/>
              <a:pathLst>
                <a:path w="559" h="586" extrusionOk="0">
                  <a:moveTo>
                    <a:pt x="504" y="1"/>
                  </a:moveTo>
                  <a:cubicBezTo>
                    <a:pt x="487" y="1"/>
                    <a:pt x="471" y="9"/>
                    <a:pt x="462" y="27"/>
                  </a:cubicBezTo>
                  <a:cubicBezTo>
                    <a:pt x="340" y="197"/>
                    <a:pt x="195" y="367"/>
                    <a:pt x="25" y="489"/>
                  </a:cubicBezTo>
                  <a:cubicBezTo>
                    <a:pt x="0" y="513"/>
                    <a:pt x="0" y="537"/>
                    <a:pt x="25" y="562"/>
                  </a:cubicBezTo>
                  <a:cubicBezTo>
                    <a:pt x="25" y="562"/>
                    <a:pt x="49" y="562"/>
                    <a:pt x="49" y="586"/>
                  </a:cubicBezTo>
                  <a:cubicBezTo>
                    <a:pt x="73" y="562"/>
                    <a:pt x="73" y="562"/>
                    <a:pt x="73" y="562"/>
                  </a:cubicBezTo>
                  <a:cubicBezTo>
                    <a:pt x="267" y="416"/>
                    <a:pt x="413" y="246"/>
                    <a:pt x="559" y="51"/>
                  </a:cubicBezTo>
                  <a:cubicBezTo>
                    <a:pt x="559" y="21"/>
                    <a:pt x="531" y="1"/>
                    <a:pt x="5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1"/>
            <p:cNvSpPr/>
            <p:nvPr/>
          </p:nvSpPr>
          <p:spPr>
            <a:xfrm rot="-1688081">
              <a:off x="8145749" y="485303"/>
              <a:ext cx="101553" cy="116068"/>
            </a:xfrm>
            <a:custGeom>
              <a:avLst/>
              <a:gdLst/>
              <a:ahLst/>
              <a:cxnLst/>
              <a:rect l="l" t="t" r="r" b="b"/>
              <a:pathLst>
                <a:path w="511" h="584" extrusionOk="0">
                  <a:moveTo>
                    <a:pt x="510" y="1"/>
                  </a:moveTo>
                  <a:lnTo>
                    <a:pt x="0" y="584"/>
                  </a:lnTo>
                  <a:cubicBezTo>
                    <a:pt x="194" y="390"/>
                    <a:pt x="365" y="195"/>
                    <a:pt x="51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21"/>
            <p:cNvSpPr/>
            <p:nvPr/>
          </p:nvSpPr>
          <p:spPr>
            <a:xfrm rot="-1688081">
              <a:off x="8132238" y="479541"/>
              <a:ext cx="125600" cy="132564"/>
            </a:xfrm>
            <a:custGeom>
              <a:avLst/>
              <a:gdLst/>
              <a:ahLst/>
              <a:cxnLst/>
              <a:rect l="l" t="t" r="r" b="b"/>
              <a:pathLst>
                <a:path w="632" h="667" extrusionOk="0">
                  <a:moveTo>
                    <a:pt x="563" y="1"/>
                  </a:moveTo>
                  <a:cubicBezTo>
                    <a:pt x="547" y="1"/>
                    <a:pt x="535" y="18"/>
                    <a:pt x="535" y="35"/>
                  </a:cubicBezTo>
                  <a:cubicBezTo>
                    <a:pt x="389" y="254"/>
                    <a:pt x="219" y="448"/>
                    <a:pt x="25" y="594"/>
                  </a:cubicBezTo>
                  <a:cubicBezTo>
                    <a:pt x="0" y="618"/>
                    <a:pt x="0" y="642"/>
                    <a:pt x="25" y="667"/>
                  </a:cubicBezTo>
                  <a:lnTo>
                    <a:pt x="97" y="667"/>
                  </a:lnTo>
                  <a:cubicBezTo>
                    <a:pt x="292" y="496"/>
                    <a:pt x="486" y="278"/>
                    <a:pt x="632" y="59"/>
                  </a:cubicBezTo>
                  <a:cubicBezTo>
                    <a:pt x="632" y="35"/>
                    <a:pt x="608" y="11"/>
                    <a:pt x="583" y="11"/>
                  </a:cubicBezTo>
                  <a:cubicBezTo>
                    <a:pt x="576" y="3"/>
                    <a:pt x="569" y="1"/>
                    <a:pt x="5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1"/>
            <p:cNvSpPr/>
            <p:nvPr/>
          </p:nvSpPr>
          <p:spPr>
            <a:xfrm rot="-1688081">
              <a:off x="7848968" y="476562"/>
              <a:ext cx="144878" cy="57040"/>
            </a:xfrm>
            <a:custGeom>
              <a:avLst/>
              <a:gdLst/>
              <a:ahLst/>
              <a:cxnLst/>
              <a:rect l="l" t="t" r="r" b="b"/>
              <a:pathLst>
                <a:path w="729" h="287" extrusionOk="0">
                  <a:moveTo>
                    <a:pt x="254" y="0"/>
                  </a:moveTo>
                  <a:cubicBezTo>
                    <a:pt x="184" y="0"/>
                    <a:pt x="114" y="14"/>
                    <a:pt x="49" y="43"/>
                  </a:cubicBezTo>
                  <a:cubicBezTo>
                    <a:pt x="0" y="68"/>
                    <a:pt x="25" y="140"/>
                    <a:pt x="73" y="140"/>
                  </a:cubicBezTo>
                  <a:cubicBezTo>
                    <a:pt x="133" y="118"/>
                    <a:pt x="196" y="107"/>
                    <a:pt x="258" y="107"/>
                  </a:cubicBezTo>
                  <a:cubicBezTo>
                    <a:pt x="396" y="107"/>
                    <a:pt x="531" y="161"/>
                    <a:pt x="632" y="262"/>
                  </a:cubicBezTo>
                  <a:cubicBezTo>
                    <a:pt x="656" y="286"/>
                    <a:pt x="656" y="286"/>
                    <a:pt x="680" y="286"/>
                  </a:cubicBezTo>
                  <a:lnTo>
                    <a:pt x="705" y="286"/>
                  </a:lnTo>
                  <a:cubicBezTo>
                    <a:pt x="729" y="262"/>
                    <a:pt x="729" y="213"/>
                    <a:pt x="705" y="213"/>
                  </a:cubicBezTo>
                  <a:cubicBezTo>
                    <a:pt x="585" y="77"/>
                    <a:pt x="418" y="0"/>
                    <a:pt x="2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1"/>
            <p:cNvSpPr/>
            <p:nvPr/>
          </p:nvSpPr>
          <p:spPr>
            <a:xfrm rot="-1688081">
              <a:off x="8202326" y="503855"/>
              <a:ext cx="77308" cy="91821"/>
            </a:xfrm>
            <a:custGeom>
              <a:avLst/>
              <a:gdLst/>
              <a:ahLst/>
              <a:cxnLst/>
              <a:rect l="l" t="t" r="r" b="b"/>
              <a:pathLst>
                <a:path w="389" h="462" extrusionOk="0">
                  <a:moveTo>
                    <a:pt x="389" y="0"/>
                  </a:moveTo>
                  <a:lnTo>
                    <a:pt x="0" y="462"/>
                  </a:lnTo>
                  <a:cubicBezTo>
                    <a:pt x="0" y="462"/>
                    <a:pt x="364" y="146"/>
                    <a:pt x="38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21"/>
            <p:cNvSpPr/>
            <p:nvPr/>
          </p:nvSpPr>
          <p:spPr>
            <a:xfrm rot="-1688081">
              <a:off x="8187819" y="494119"/>
              <a:ext cx="101553" cy="112491"/>
            </a:xfrm>
            <a:custGeom>
              <a:avLst/>
              <a:gdLst/>
              <a:ahLst/>
              <a:cxnLst/>
              <a:rect l="l" t="t" r="r" b="b"/>
              <a:pathLst>
                <a:path w="511" h="566" extrusionOk="0">
                  <a:moveTo>
                    <a:pt x="462" y="1"/>
                  </a:moveTo>
                  <a:cubicBezTo>
                    <a:pt x="444" y="1"/>
                    <a:pt x="425" y="19"/>
                    <a:pt x="413" y="55"/>
                  </a:cubicBezTo>
                  <a:cubicBezTo>
                    <a:pt x="389" y="152"/>
                    <a:pt x="170" y="371"/>
                    <a:pt x="24" y="468"/>
                  </a:cubicBezTo>
                  <a:cubicBezTo>
                    <a:pt x="0" y="493"/>
                    <a:pt x="0" y="517"/>
                    <a:pt x="24" y="541"/>
                  </a:cubicBezTo>
                  <a:cubicBezTo>
                    <a:pt x="24" y="541"/>
                    <a:pt x="49" y="565"/>
                    <a:pt x="73" y="565"/>
                  </a:cubicBezTo>
                  <a:cubicBezTo>
                    <a:pt x="73" y="565"/>
                    <a:pt x="73" y="541"/>
                    <a:pt x="73" y="541"/>
                  </a:cubicBezTo>
                  <a:cubicBezTo>
                    <a:pt x="122" y="493"/>
                    <a:pt x="486" y="225"/>
                    <a:pt x="510" y="55"/>
                  </a:cubicBezTo>
                  <a:cubicBezTo>
                    <a:pt x="498" y="19"/>
                    <a:pt x="480" y="1"/>
                    <a:pt x="4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21"/>
            <p:cNvSpPr/>
            <p:nvPr/>
          </p:nvSpPr>
          <p:spPr>
            <a:xfrm rot="-1688081">
              <a:off x="7905638" y="365861"/>
              <a:ext cx="77507" cy="138924"/>
            </a:xfrm>
            <a:custGeom>
              <a:avLst/>
              <a:gdLst/>
              <a:ahLst/>
              <a:cxnLst/>
              <a:rect l="l" t="t" r="r" b="b"/>
              <a:pathLst>
                <a:path w="390" h="699" extrusionOk="0">
                  <a:moveTo>
                    <a:pt x="158" y="0"/>
                  </a:moveTo>
                  <a:cubicBezTo>
                    <a:pt x="146" y="0"/>
                    <a:pt x="134" y="6"/>
                    <a:pt x="122" y="18"/>
                  </a:cubicBezTo>
                  <a:cubicBezTo>
                    <a:pt x="0" y="237"/>
                    <a:pt x="98" y="529"/>
                    <a:pt x="292" y="699"/>
                  </a:cubicBezTo>
                  <a:lnTo>
                    <a:pt x="365" y="699"/>
                  </a:lnTo>
                  <a:cubicBezTo>
                    <a:pt x="389" y="674"/>
                    <a:pt x="389" y="650"/>
                    <a:pt x="365" y="626"/>
                  </a:cubicBezTo>
                  <a:cubicBezTo>
                    <a:pt x="171" y="504"/>
                    <a:pt x="122" y="261"/>
                    <a:pt x="195" y="67"/>
                  </a:cubicBezTo>
                  <a:cubicBezTo>
                    <a:pt x="219" y="43"/>
                    <a:pt x="219" y="18"/>
                    <a:pt x="195" y="18"/>
                  </a:cubicBezTo>
                  <a:cubicBezTo>
                    <a:pt x="183" y="6"/>
                    <a:pt x="171" y="0"/>
                    <a:pt x="15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1"/>
            <p:cNvSpPr/>
            <p:nvPr/>
          </p:nvSpPr>
          <p:spPr>
            <a:xfrm rot="-1688081">
              <a:off x="8626261" y="406849"/>
              <a:ext cx="367262" cy="1041832"/>
            </a:xfrm>
            <a:custGeom>
              <a:avLst/>
              <a:gdLst/>
              <a:ahLst/>
              <a:cxnLst/>
              <a:rect l="l" t="t" r="r" b="b"/>
              <a:pathLst>
                <a:path w="1848" h="5242" extrusionOk="0">
                  <a:moveTo>
                    <a:pt x="156" y="1"/>
                  </a:moveTo>
                  <a:cubicBezTo>
                    <a:pt x="122" y="1"/>
                    <a:pt x="86" y="7"/>
                    <a:pt x="49" y="19"/>
                  </a:cubicBezTo>
                  <a:cubicBezTo>
                    <a:pt x="25" y="19"/>
                    <a:pt x="1" y="43"/>
                    <a:pt x="1" y="68"/>
                  </a:cubicBezTo>
                  <a:cubicBezTo>
                    <a:pt x="25" y="92"/>
                    <a:pt x="25" y="116"/>
                    <a:pt x="49" y="116"/>
                  </a:cubicBezTo>
                  <a:lnTo>
                    <a:pt x="74" y="92"/>
                  </a:lnTo>
                  <a:lnTo>
                    <a:pt x="244" y="92"/>
                  </a:lnTo>
                  <a:cubicBezTo>
                    <a:pt x="251" y="99"/>
                    <a:pt x="258" y="102"/>
                    <a:pt x="265" y="102"/>
                  </a:cubicBezTo>
                  <a:cubicBezTo>
                    <a:pt x="280" y="102"/>
                    <a:pt x="292" y="85"/>
                    <a:pt x="292" y="68"/>
                  </a:cubicBezTo>
                  <a:cubicBezTo>
                    <a:pt x="292" y="43"/>
                    <a:pt x="268" y="19"/>
                    <a:pt x="244" y="19"/>
                  </a:cubicBezTo>
                  <a:cubicBezTo>
                    <a:pt x="220" y="7"/>
                    <a:pt x="189" y="1"/>
                    <a:pt x="156" y="1"/>
                  </a:cubicBezTo>
                  <a:close/>
                  <a:moveTo>
                    <a:pt x="438" y="43"/>
                  </a:moveTo>
                  <a:cubicBezTo>
                    <a:pt x="414" y="43"/>
                    <a:pt x="390" y="68"/>
                    <a:pt x="390" y="92"/>
                  </a:cubicBezTo>
                  <a:cubicBezTo>
                    <a:pt x="390" y="116"/>
                    <a:pt x="390" y="141"/>
                    <a:pt x="414" y="141"/>
                  </a:cubicBezTo>
                  <a:cubicBezTo>
                    <a:pt x="487" y="165"/>
                    <a:pt x="535" y="165"/>
                    <a:pt x="584" y="189"/>
                  </a:cubicBezTo>
                  <a:lnTo>
                    <a:pt x="608" y="189"/>
                  </a:lnTo>
                  <a:cubicBezTo>
                    <a:pt x="632" y="189"/>
                    <a:pt x="632" y="189"/>
                    <a:pt x="657" y="165"/>
                  </a:cubicBezTo>
                  <a:cubicBezTo>
                    <a:pt x="657" y="141"/>
                    <a:pt x="657" y="116"/>
                    <a:pt x="632" y="116"/>
                  </a:cubicBezTo>
                  <a:cubicBezTo>
                    <a:pt x="560" y="92"/>
                    <a:pt x="511" y="68"/>
                    <a:pt x="438" y="43"/>
                  </a:cubicBezTo>
                  <a:close/>
                  <a:moveTo>
                    <a:pt x="778" y="195"/>
                  </a:moveTo>
                  <a:cubicBezTo>
                    <a:pt x="766" y="195"/>
                    <a:pt x="754" y="201"/>
                    <a:pt x="754" y="213"/>
                  </a:cubicBezTo>
                  <a:cubicBezTo>
                    <a:pt x="730" y="238"/>
                    <a:pt x="730" y="262"/>
                    <a:pt x="754" y="286"/>
                  </a:cubicBezTo>
                  <a:cubicBezTo>
                    <a:pt x="803" y="311"/>
                    <a:pt x="851" y="359"/>
                    <a:pt x="875" y="384"/>
                  </a:cubicBezTo>
                  <a:cubicBezTo>
                    <a:pt x="900" y="408"/>
                    <a:pt x="900" y="408"/>
                    <a:pt x="924" y="408"/>
                  </a:cubicBezTo>
                  <a:lnTo>
                    <a:pt x="973" y="408"/>
                  </a:lnTo>
                  <a:cubicBezTo>
                    <a:pt x="973" y="384"/>
                    <a:pt x="973" y="359"/>
                    <a:pt x="973" y="335"/>
                  </a:cubicBezTo>
                  <a:cubicBezTo>
                    <a:pt x="924" y="286"/>
                    <a:pt x="875" y="238"/>
                    <a:pt x="803" y="213"/>
                  </a:cubicBezTo>
                  <a:cubicBezTo>
                    <a:pt x="803" y="201"/>
                    <a:pt x="790" y="195"/>
                    <a:pt x="778" y="195"/>
                  </a:cubicBezTo>
                  <a:close/>
                  <a:moveTo>
                    <a:pt x="1033" y="438"/>
                  </a:moveTo>
                  <a:cubicBezTo>
                    <a:pt x="1021" y="438"/>
                    <a:pt x="1009" y="444"/>
                    <a:pt x="997" y="456"/>
                  </a:cubicBezTo>
                  <a:cubicBezTo>
                    <a:pt x="973" y="456"/>
                    <a:pt x="973" y="505"/>
                    <a:pt x="997" y="529"/>
                  </a:cubicBezTo>
                  <a:cubicBezTo>
                    <a:pt x="1021" y="578"/>
                    <a:pt x="1045" y="626"/>
                    <a:pt x="1070" y="675"/>
                  </a:cubicBezTo>
                  <a:cubicBezTo>
                    <a:pt x="1070" y="699"/>
                    <a:pt x="1094" y="724"/>
                    <a:pt x="1118" y="724"/>
                  </a:cubicBezTo>
                  <a:lnTo>
                    <a:pt x="1118" y="699"/>
                  </a:lnTo>
                  <a:cubicBezTo>
                    <a:pt x="1143" y="675"/>
                    <a:pt x="1167" y="651"/>
                    <a:pt x="1143" y="626"/>
                  </a:cubicBezTo>
                  <a:cubicBezTo>
                    <a:pt x="1118" y="578"/>
                    <a:pt x="1094" y="505"/>
                    <a:pt x="1070" y="456"/>
                  </a:cubicBezTo>
                  <a:cubicBezTo>
                    <a:pt x="1058" y="444"/>
                    <a:pt x="1045" y="438"/>
                    <a:pt x="1033" y="438"/>
                  </a:cubicBezTo>
                  <a:close/>
                  <a:moveTo>
                    <a:pt x="1143" y="796"/>
                  </a:moveTo>
                  <a:cubicBezTo>
                    <a:pt x="1118" y="821"/>
                    <a:pt x="1118" y="845"/>
                    <a:pt x="1118" y="869"/>
                  </a:cubicBezTo>
                  <a:cubicBezTo>
                    <a:pt x="1118" y="918"/>
                    <a:pt x="1143" y="991"/>
                    <a:pt x="1143" y="991"/>
                  </a:cubicBezTo>
                  <a:lnTo>
                    <a:pt x="1143" y="1039"/>
                  </a:lnTo>
                  <a:cubicBezTo>
                    <a:pt x="1143" y="1064"/>
                    <a:pt x="1167" y="1088"/>
                    <a:pt x="1191" y="1088"/>
                  </a:cubicBezTo>
                  <a:cubicBezTo>
                    <a:pt x="1215" y="1088"/>
                    <a:pt x="1240" y="1064"/>
                    <a:pt x="1240" y="1039"/>
                  </a:cubicBezTo>
                  <a:cubicBezTo>
                    <a:pt x="1240" y="1015"/>
                    <a:pt x="1240" y="1015"/>
                    <a:pt x="1240" y="991"/>
                  </a:cubicBezTo>
                  <a:cubicBezTo>
                    <a:pt x="1215" y="942"/>
                    <a:pt x="1215" y="894"/>
                    <a:pt x="1215" y="845"/>
                  </a:cubicBezTo>
                  <a:cubicBezTo>
                    <a:pt x="1191" y="821"/>
                    <a:pt x="1167" y="796"/>
                    <a:pt x="1143" y="796"/>
                  </a:cubicBezTo>
                  <a:close/>
                  <a:moveTo>
                    <a:pt x="1191" y="1185"/>
                  </a:moveTo>
                  <a:cubicBezTo>
                    <a:pt x="1167" y="1185"/>
                    <a:pt x="1143" y="1209"/>
                    <a:pt x="1143" y="1234"/>
                  </a:cubicBezTo>
                  <a:cubicBezTo>
                    <a:pt x="1143" y="1282"/>
                    <a:pt x="1143" y="1355"/>
                    <a:pt x="1118" y="1404"/>
                  </a:cubicBezTo>
                  <a:cubicBezTo>
                    <a:pt x="1118" y="1428"/>
                    <a:pt x="1143" y="1452"/>
                    <a:pt x="1167" y="1452"/>
                  </a:cubicBezTo>
                  <a:cubicBezTo>
                    <a:pt x="1191" y="1452"/>
                    <a:pt x="1215" y="1452"/>
                    <a:pt x="1215" y="1428"/>
                  </a:cubicBezTo>
                  <a:cubicBezTo>
                    <a:pt x="1215" y="1355"/>
                    <a:pt x="1240" y="1307"/>
                    <a:pt x="1240" y="1234"/>
                  </a:cubicBezTo>
                  <a:cubicBezTo>
                    <a:pt x="1240" y="1209"/>
                    <a:pt x="1215" y="1185"/>
                    <a:pt x="1191" y="1185"/>
                  </a:cubicBezTo>
                  <a:close/>
                  <a:moveTo>
                    <a:pt x="1107" y="1549"/>
                  </a:moveTo>
                  <a:cubicBezTo>
                    <a:pt x="1093" y="1549"/>
                    <a:pt x="1078" y="1557"/>
                    <a:pt x="1070" y="1574"/>
                  </a:cubicBezTo>
                  <a:cubicBezTo>
                    <a:pt x="1045" y="1622"/>
                    <a:pt x="997" y="1695"/>
                    <a:pt x="973" y="1744"/>
                  </a:cubicBezTo>
                  <a:cubicBezTo>
                    <a:pt x="948" y="1744"/>
                    <a:pt x="948" y="1792"/>
                    <a:pt x="973" y="1792"/>
                  </a:cubicBezTo>
                  <a:lnTo>
                    <a:pt x="1045" y="1792"/>
                  </a:lnTo>
                  <a:cubicBezTo>
                    <a:pt x="1094" y="1744"/>
                    <a:pt x="1118" y="1671"/>
                    <a:pt x="1143" y="1622"/>
                  </a:cubicBezTo>
                  <a:cubicBezTo>
                    <a:pt x="1158" y="1575"/>
                    <a:pt x="1133" y="1549"/>
                    <a:pt x="1107" y="1549"/>
                  </a:cubicBezTo>
                  <a:close/>
                  <a:moveTo>
                    <a:pt x="438" y="1792"/>
                  </a:moveTo>
                  <a:cubicBezTo>
                    <a:pt x="394" y="1792"/>
                    <a:pt x="390" y="1893"/>
                    <a:pt x="426" y="1893"/>
                  </a:cubicBezTo>
                  <a:cubicBezTo>
                    <a:pt x="430" y="1893"/>
                    <a:pt x="434" y="1892"/>
                    <a:pt x="438" y="1890"/>
                  </a:cubicBezTo>
                  <a:lnTo>
                    <a:pt x="632" y="1890"/>
                  </a:lnTo>
                  <a:cubicBezTo>
                    <a:pt x="657" y="1890"/>
                    <a:pt x="681" y="1890"/>
                    <a:pt x="681" y="1841"/>
                  </a:cubicBezTo>
                  <a:cubicBezTo>
                    <a:pt x="681" y="1817"/>
                    <a:pt x="657" y="1817"/>
                    <a:pt x="632" y="1792"/>
                  </a:cubicBezTo>
                  <a:close/>
                  <a:moveTo>
                    <a:pt x="244" y="1841"/>
                  </a:moveTo>
                  <a:cubicBezTo>
                    <a:pt x="171" y="1865"/>
                    <a:pt x="98" y="1914"/>
                    <a:pt x="74" y="1963"/>
                  </a:cubicBezTo>
                  <a:cubicBezTo>
                    <a:pt x="49" y="1987"/>
                    <a:pt x="49" y="2011"/>
                    <a:pt x="74" y="2011"/>
                  </a:cubicBezTo>
                  <a:cubicBezTo>
                    <a:pt x="74" y="2023"/>
                    <a:pt x="74" y="2029"/>
                    <a:pt x="77" y="2029"/>
                  </a:cubicBezTo>
                  <a:cubicBezTo>
                    <a:pt x="80" y="2029"/>
                    <a:pt x="86" y="2023"/>
                    <a:pt x="98" y="2011"/>
                  </a:cubicBezTo>
                  <a:cubicBezTo>
                    <a:pt x="98" y="2023"/>
                    <a:pt x="104" y="2029"/>
                    <a:pt x="110" y="2029"/>
                  </a:cubicBezTo>
                  <a:cubicBezTo>
                    <a:pt x="116" y="2029"/>
                    <a:pt x="122" y="2023"/>
                    <a:pt x="122" y="2011"/>
                  </a:cubicBezTo>
                  <a:cubicBezTo>
                    <a:pt x="171" y="1987"/>
                    <a:pt x="220" y="1938"/>
                    <a:pt x="268" y="1938"/>
                  </a:cubicBezTo>
                  <a:cubicBezTo>
                    <a:pt x="292" y="1938"/>
                    <a:pt x="317" y="1914"/>
                    <a:pt x="292" y="1865"/>
                  </a:cubicBezTo>
                  <a:cubicBezTo>
                    <a:pt x="292" y="1841"/>
                    <a:pt x="268" y="1841"/>
                    <a:pt x="244" y="1841"/>
                  </a:cubicBezTo>
                  <a:close/>
                  <a:moveTo>
                    <a:pt x="803" y="1841"/>
                  </a:moveTo>
                  <a:cubicBezTo>
                    <a:pt x="778" y="1841"/>
                    <a:pt x="754" y="1841"/>
                    <a:pt x="754" y="1865"/>
                  </a:cubicBezTo>
                  <a:cubicBezTo>
                    <a:pt x="754" y="1890"/>
                    <a:pt x="754" y="1914"/>
                    <a:pt x="778" y="1938"/>
                  </a:cubicBezTo>
                  <a:lnTo>
                    <a:pt x="705" y="1987"/>
                  </a:lnTo>
                  <a:cubicBezTo>
                    <a:pt x="681" y="2011"/>
                    <a:pt x="681" y="2035"/>
                    <a:pt x="705" y="2060"/>
                  </a:cubicBezTo>
                  <a:lnTo>
                    <a:pt x="754" y="2060"/>
                  </a:lnTo>
                  <a:cubicBezTo>
                    <a:pt x="754" y="2060"/>
                    <a:pt x="754" y="2060"/>
                    <a:pt x="754" y="2035"/>
                  </a:cubicBezTo>
                  <a:cubicBezTo>
                    <a:pt x="803" y="2011"/>
                    <a:pt x="827" y="1987"/>
                    <a:pt x="875" y="1938"/>
                  </a:cubicBezTo>
                  <a:lnTo>
                    <a:pt x="948" y="1963"/>
                  </a:lnTo>
                  <a:cubicBezTo>
                    <a:pt x="955" y="1970"/>
                    <a:pt x="963" y="1973"/>
                    <a:pt x="970" y="1973"/>
                  </a:cubicBezTo>
                  <a:cubicBezTo>
                    <a:pt x="987" y="1973"/>
                    <a:pt x="1004" y="1955"/>
                    <a:pt x="1021" y="1938"/>
                  </a:cubicBezTo>
                  <a:cubicBezTo>
                    <a:pt x="1021" y="1914"/>
                    <a:pt x="997" y="1890"/>
                    <a:pt x="997" y="1890"/>
                  </a:cubicBezTo>
                  <a:lnTo>
                    <a:pt x="900" y="1841"/>
                  </a:lnTo>
                  <a:close/>
                  <a:moveTo>
                    <a:pt x="1143" y="1993"/>
                  </a:moveTo>
                  <a:cubicBezTo>
                    <a:pt x="1130" y="1993"/>
                    <a:pt x="1118" y="1999"/>
                    <a:pt x="1118" y="2011"/>
                  </a:cubicBezTo>
                  <a:cubicBezTo>
                    <a:pt x="1094" y="2035"/>
                    <a:pt x="1094" y="2060"/>
                    <a:pt x="1118" y="2084"/>
                  </a:cubicBezTo>
                  <a:cubicBezTo>
                    <a:pt x="1167" y="2108"/>
                    <a:pt x="1191" y="2157"/>
                    <a:pt x="1240" y="2205"/>
                  </a:cubicBezTo>
                  <a:cubicBezTo>
                    <a:pt x="1240" y="2205"/>
                    <a:pt x="1264" y="2205"/>
                    <a:pt x="1264" y="2230"/>
                  </a:cubicBezTo>
                  <a:lnTo>
                    <a:pt x="1313" y="2230"/>
                  </a:lnTo>
                  <a:cubicBezTo>
                    <a:pt x="1337" y="2205"/>
                    <a:pt x="1337" y="2181"/>
                    <a:pt x="1313" y="2157"/>
                  </a:cubicBezTo>
                  <a:cubicBezTo>
                    <a:pt x="1264" y="2108"/>
                    <a:pt x="1215" y="2060"/>
                    <a:pt x="1167" y="2011"/>
                  </a:cubicBezTo>
                  <a:cubicBezTo>
                    <a:pt x="1167" y="1999"/>
                    <a:pt x="1155" y="1993"/>
                    <a:pt x="1143" y="1993"/>
                  </a:cubicBezTo>
                  <a:close/>
                  <a:moveTo>
                    <a:pt x="585" y="2074"/>
                  </a:moveTo>
                  <a:cubicBezTo>
                    <a:pt x="576" y="2074"/>
                    <a:pt x="567" y="2077"/>
                    <a:pt x="560" y="2084"/>
                  </a:cubicBezTo>
                  <a:cubicBezTo>
                    <a:pt x="511" y="2108"/>
                    <a:pt x="462" y="2133"/>
                    <a:pt x="414" y="2157"/>
                  </a:cubicBezTo>
                  <a:cubicBezTo>
                    <a:pt x="365" y="2157"/>
                    <a:pt x="365" y="2230"/>
                    <a:pt x="414" y="2254"/>
                  </a:cubicBezTo>
                  <a:lnTo>
                    <a:pt x="438" y="2230"/>
                  </a:lnTo>
                  <a:cubicBezTo>
                    <a:pt x="487" y="2205"/>
                    <a:pt x="560" y="2181"/>
                    <a:pt x="608" y="2157"/>
                  </a:cubicBezTo>
                  <a:cubicBezTo>
                    <a:pt x="632" y="2157"/>
                    <a:pt x="632" y="2133"/>
                    <a:pt x="632" y="2108"/>
                  </a:cubicBezTo>
                  <a:cubicBezTo>
                    <a:pt x="632" y="2091"/>
                    <a:pt x="608" y="2074"/>
                    <a:pt x="585" y="2074"/>
                  </a:cubicBezTo>
                  <a:close/>
                  <a:moveTo>
                    <a:pt x="49" y="2108"/>
                  </a:moveTo>
                  <a:cubicBezTo>
                    <a:pt x="25" y="2133"/>
                    <a:pt x="1" y="2157"/>
                    <a:pt x="25" y="2181"/>
                  </a:cubicBezTo>
                  <a:cubicBezTo>
                    <a:pt x="74" y="2230"/>
                    <a:pt x="147" y="2278"/>
                    <a:pt x="220" y="2278"/>
                  </a:cubicBezTo>
                  <a:lnTo>
                    <a:pt x="244" y="2278"/>
                  </a:lnTo>
                  <a:cubicBezTo>
                    <a:pt x="244" y="2278"/>
                    <a:pt x="268" y="2254"/>
                    <a:pt x="268" y="2230"/>
                  </a:cubicBezTo>
                  <a:cubicBezTo>
                    <a:pt x="268" y="2205"/>
                    <a:pt x="244" y="2181"/>
                    <a:pt x="220" y="2181"/>
                  </a:cubicBezTo>
                  <a:cubicBezTo>
                    <a:pt x="195" y="2181"/>
                    <a:pt x="122" y="2181"/>
                    <a:pt x="98" y="2133"/>
                  </a:cubicBezTo>
                  <a:cubicBezTo>
                    <a:pt x="98" y="2108"/>
                    <a:pt x="74" y="2108"/>
                    <a:pt x="49" y="2108"/>
                  </a:cubicBezTo>
                  <a:close/>
                  <a:moveTo>
                    <a:pt x="1361" y="2278"/>
                  </a:moveTo>
                  <a:cubicBezTo>
                    <a:pt x="1337" y="2303"/>
                    <a:pt x="1313" y="2327"/>
                    <a:pt x="1337" y="2351"/>
                  </a:cubicBezTo>
                  <a:cubicBezTo>
                    <a:pt x="1337" y="2400"/>
                    <a:pt x="1361" y="2448"/>
                    <a:pt x="1361" y="2521"/>
                  </a:cubicBezTo>
                  <a:cubicBezTo>
                    <a:pt x="1361" y="2546"/>
                    <a:pt x="1386" y="2570"/>
                    <a:pt x="1410" y="2570"/>
                  </a:cubicBezTo>
                  <a:cubicBezTo>
                    <a:pt x="1434" y="2570"/>
                    <a:pt x="1458" y="2546"/>
                    <a:pt x="1458" y="2521"/>
                  </a:cubicBezTo>
                  <a:cubicBezTo>
                    <a:pt x="1458" y="2448"/>
                    <a:pt x="1434" y="2375"/>
                    <a:pt x="1410" y="2327"/>
                  </a:cubicBezTo>
                  <a:cubicBezTo>
                    <a:pt x="1410" y="2303"/>
                    <a:pt x="1361" y="2278"/>
                    <a:pt x="1361" y="2278"/>
                  </a:cubicBezTo>
                  <a:close/>
                  <a:moveTo>
                    <a:pt x="1402" y="2657"/>
                  </a:moveTo>
                  <a:cubicBezTo>
                    <a:pt x="1383" y="2657"/>
                    <a:pt x="1378" y="2674"/>
                    <a:pt x="1361" y="2691"/>
                  </a:cubicBezTo>
                  <a:cubicBezTo>
                    <a:pt x="1361" y="2764"/>
                    <a:pt x="1337" y="2813"/>
                    <a:pt x="1313" y="2861"/>
                  </a:cubicBezTo>
                  <a:cubicBezTo>
                    <a:pt x="1313" y="2886"/>
                    <a:pt x="1337" y="2910"/>
                    <a:pt x="1361" y="2934"/>
                  </a:cubicBezTo>
                  <a:cubicBezTo>
                    <a:pt x="1386" y="2934"/>
                    <a:pt x="1410" y="2934"/>
                    <a:pt x="1410" y="2910"/>
                  </a:cubicBezTo>
                  <a:cubicBezTo>
                    <a:pt x="1434" y="2837"/>
                    <a:pt x="1458" y="2764"/>
                    <a:pt x="1458" y="2716"/>
                  </a:cubicBezTo>
                  <a:cubicBezTo>
                    <a:pt x="1458" y="2691"/>
                    <a:pt x="1458" y="2667"/>
                    <a:pt x="1434" y="2667"/>
                  </a:cubicBezTo>
                  <a:cubicBezTo>
                    <a:pt x="1420" y="2660"/>
                    <a:pt x="1410" y="2657"/>
                    <a:pt x="1402" y="2657"/>
                  </a:cubicBezTo>
                  <a:close/>
                  <a:moveTo>
                    <a:pt x="1288" y="3021"/>
                  </a:moveTo>
                  <a:cubicBezTo>
                    <a:pt x="1272" y="3021"/>
                    <a:pt x="1256" y="3031"/>
                    <a:pt x="1240" y="3031"/>
                  </a:cubicBezTo>
                  <a:lnTo>
                    <a:pt x="1167" y="3201"/>
                  </a:lnTo>
                  <a:cubicBezTo>
                    <a:pt x="1143" y="3226"/>
                    <a:pt x="1167" y="3250"/>
                    <a:pt x="1191" y="3274"/>
                  </a:cubicBezTo>
                  <a:cubicBezTo>
                    <a:pt x="1215" y="3274"/>
                    <a:pt x="1240" y="3274"/>
                    <a:pt x="1240" y="3250"/>
                  </a:cubicBezTo>
                  <a:cubicBezTo>
                    <a:pt x="1264" y="3201"/>
                    <a:pt x="1313" y="3153"/>
                    <a:pt x="1337" y="3080"/>
                  </a:cubicBezTo>
                  <a:cubicBezTo>
                    <a:pt x="1337" y="3056"/>
                    <a:pt x="1337" y="3031"/>
                    <a:pt x="1313" y="3031"/>
                  </a:cubicBezTo>
                  <a:cubicBezTo>
                    <a:pt x="1305" y="3023"/>
                    <a:pt x="1296" y="3021"/>
                    <a:pt x="1288" y="3021"/>
                  </a:cubicBezTo>
                  <a:close/>
                  <a:moveTo>
                    <a:pt x="1124" y="3351"/>
                  </a:moveTo>
                  <a:cubicBezTo>
                    <a:pt x="1112" y="3351"/>
                    <a:pt x="1101" y="3357"/>
                    <a:pt x="1094" y="3371"/>
                  </a:cubicBezTo>
                  <a:cubicBezTo>
                    <a:pt x="1045" y="3444"/>
                    <a:pt x="1021" y="3493"/>
                    <a:pt x="997" y="3542"/>
                  </a:cubicBezTo>
                  <a:cubicBezTo>
                    <a:pt x="973" y="3542"/>
                    <a:pt x="973" y="3566"/>
                    <a:pt x="997" y="3590"/>
                  </a:cubicBezTo>
                  <a:lnTo>
                    <a:pt x="1070" y="3590"/>
                  </a:lnTo>
                  <a:cubicBezTo>
                    <a:pt x="1094" y="3542"/>
                    <a:pt x="1143" y="3493"/>
                    <a:pt x="1167" y="3420"/>
                  </a:cubicBezTo>
                  <a:cubicBezTo>
                    <a:pt x="1184" y="3386"/>
                    <a:pt x="1153" y="3351"/>
                    <a:pt x="1124" y="3351"/>
                  </a:cubicBezTo>
                  <a:close/>
                  <a:moveTo>
                    <a:pt x="705" y="3566"/>
                  </a:moveTo>
                  <a:cubicBezTo>
                    <a:pt x="632" y="3566"/>
                    <a:pt x="560" y="3590"/>
                    <a:pt x="511" y="3639"/>
                  </a:cubicBezTo>
                  <a:cubicBezTo>
                    <a:pt x="487" y="3639"/>
                    <a:pt x="487" y="3687"/>
                    <a:pt x="511" y="3687"/>
                  </a:cubicBezTo>
                  <a:cubicBezTo>
                    <a:pt x="511" y="3699"/>
                    <a:pt x="511" y="3705"/>
                    <a:pt x="514" y="3705"/>
                  </a:cubicBezTo>
                  <a:cubicBezTo>
                    <a:pt x="517" y="3705"/>
                    <a:pt x="523" y="3699"/>
                    <a:pt x="535" y="3687"/>
                  </a:cubicBezTo>
                  <a:cubicBezTo>
                    <a:pt x="535" y="3687"/>
                    <a:pt x="535" y="3712"/>
                    <a:pt x="560" y="3712"/>
                  </a:cubicBezTo>
                  <a:cubicBezTo>
                    <a:pt x="608" y="3663"/>
                    <a:pt x="657" y="3663"/>
                    <a:pt x="705" y="3663"/>
                  </a:cubicBezTo>
                  <a:cubicBezTo>
                    <a:pt x="730" y="3663"/>
                    <a:pt x="754" y="3639"/>
                    <a:pt x="754" y="3614"/>
                  </a:cubicBezTo>
                  <a:cubicBezTo>
                    <a:pt x="754" y="3590"/>
                    <a:pt x="730" y="3566"/>
                    <a:pt x="705" y="3566"/>
                  </a:cubicBezTo>
                  <a:close/>
                  <a:moveTo>
                    <a:pt x="900" y="3590"/>
                  </a:moveTo>
                  <a:cubicBezTo>
                    <a:pt x="875" y="3590"/>
                    <a:pt x="851" y="3614"/>
                    <a:pt x="851" y="3639"/>
                  </a:cubicBezTo>
                  <a:cubicBezTo>
                    <a:pt x="827" y="3639"/>
                    <a:pt x="851" y="3663"/>
                    <a:pt x="851" y="3687"/>
                  </a:cubicBezTo>
                  <a:cubicBezTo>
                    <a:pt x="827" y="3736"/>
                    <a:pt x="778" y="3760"/>
                    <a:pt x="730" y="3809"/>
                  </a:cubicBezTo>
                  <a:cubicBezTo>
                    <a:pt x="730" y="3833"/>
                    <a:pt x="730" y="3857"/>
                    <a:pt x="730" y="3882"/>
                  </a:cubicBezTo>
                  <a:lnTo>
                    <a:pt x="803" y="3882"/>
                  </a:lnTo>
                  <a:cubicBezTo>
                    <a:pt x="851" y="3833"/>
                    <a:pt x="900" y="3784"/>
                    <a:pt x="948" y="3736"/>
                  </a:cubicBezTo>
                  <a:cubicBezTo>
                    <a:pt x="948" y="3736"/>
                    <a:pt x="948" y="3712"/>
                    <a:pt x="948" y="3712"/>
                  </a:cubicBezTo>
                  <a:cubicBezTo>
                    <a:pt x="973" y="3712"/>
                    <a:pt x="1021" y="3736"/>
                    <a:pt x="1045" y="3736"/>
                  </a:cubicBezTo>
                  <a:cubicBezTo>
                    <a:pt x="1053" y="3743"/>
                    <a:pt x="1060" y="3746"/>
                    <a:pt x="1067" y="3746"/>
                  </a:cubicBezTo>
                  <a:cubicBezTo>
                    <a:pt x="1084" y="3746"/>
                    <a:pt x="1101" y="3729"/>
                    <a:pt x="1118" y="3712"/>
                  </a:cubicBezTo>
                  <a:cubicBezTo>
                    <a:pt x="1118" y="3712"/>
                    <a:pt x="1118" y="3663"/>
                    <a:pt x="1094" y="3663"/>
                  </a:cubicBezTo>
                  <a:cubicBezTo>
                    <a:pt x="1021" y="3639"/>
                    <a:pt x="973" y="3614"/>
                    <a:pt x="900" y="3590"/>
                  </a:cubicBezTo>
                  <a:close/>
                  <a:moveTo>
                    <a:pt x="1231" y="3742"/>
                  </a:moveTo>
                  <a:cubicBezTo>
                    <a:pt x="1222" y="3742"/>
                    <a:pt x="1215" y="3748"/>
                    <a:pt x="1215" y="3760"/>
                  </a:cubicBezTo>
                  <a:cubicBezTo>
                    <a:pt x="1191" y="3784"/>
                    <a:pt x="1191" y="3809"/>
                    <a:pt x="1215" y="3833"/>
                  </a:cubicBezTo>
                  <a:cubicBezTo>
                    <a:pt x="1264" y="3857"/>
                    <a:pt x="1313" y="3882"/>
                    <a:pt x="1361" y="3930"/>
                  </a:cubicBezTo>
                  <a:lnTo>
                    <a:pt x="1386" y="3930"/>
                  </a:lnTo>
                  <a:cubicBezTo>
                    <a:pt x="1386" y="3930"/>
                    <a:pt x="1396" y="3941"/>
                    <a:pt x="1411" y="3941"/>
                  </a:cubicBezTo>
                  <a:cubicBezTo>
                    <a:pt x="1418" y="3941"/>
                    <a:pt x="1426" y="3938"/>
                    <a:pt x="1434" y="3930"/>
                  </a:cubicBezTo>
                  <a:cubicBezTo>
                    <a:pt x="1434" y="3930"/>
                    <a:pt x="1434" y="3882"/>
                    <a:pt x="1434" y="3882"/>
                  </a:cubicBezTo>
                  <a:cubicBezTo>
                    <a:pt x="1386" y="3833"/>
                    <a:pt x="1313" y="3784"/>
                    <a:pt x="1264" y="3760"/>
                  </a:cubicBezTo>
                  <a:cubicBezTo>
                    <a:pt x="1252" y="3748"/>
                    <a:pt x="1240" y="3742"/>
                    <a:pt x="1231" y="3742"/>
                  </a:cubicBezTo>
                  <a:close/>
                  <a:moveTo>
                    <a:pt x="462" y="3784"/>
                  </a:moveTo>
                  <a:cubicBezTo>
                    <a:pt x="438" y="3784"/>
                    <a:pt x="414" y="3809"/>
                    <a:pt x="438" y="3833"/>
                  </a:cubicBezTo>
                  <a:cubicBezTo>
                    <a:pt x="438" y="3906"/>
                    <a:pt x="487" y="3979"/>
                    <a:pt x="584" y="3979"/>
                  </a:cubicBezTo>
                  <a:lnTo>
                    <a:pt x="608" y="3979"/>
                  </a:lnTo>
                  <a:cubicBezTo>
                    <a:pt x="632" y="3979"/>
                    <a:pt x="657" y="3954"/>
                    <a:pt x="657" y="3906"/>
                  </a:cubicBezTo>
                  <a:cubicBezTo>
                    <a:pt x="632" y="3882"/>
                    <a:pt x="608" y="3882"/>
                    <a:pt x="584" y="3882"/>
                  </a:cubicBezTo>
                  <a:cubicBezTo>
                    <a:pt x="560" y="3882"/>
                    <a:pt x="511" y="3882"/>
                    <a:pt x="511" y="3809"/>
                  </a:cubicBezTo>
                  <a:cubicBezTo>
                    <a:pt x="511" y="3784"/>
                    <a:pt x="487" y="3784"/>
                    <a:pt x="462" y="3784"/>
                  </a:cubicBezTo>
                  <a:close/>
                  <a:moveTo>
                    <a:pt x="1520" y="3963"/>
                  </a:moveTo>
                  <a:cubicBezTo>
                    <a:pt x="1480" y="3963"/>
                    <a:pt x="1445" y="4014"/>
                    <a:pt x="1483" y="4052"/>
                  </a:cubicBezTo>
                  <a:cubicBezTo>
                    <a:pt x="1507" y="4100"/>
                    <a:pt x="1556" y="4149"/>
                    <a:pt x="1580" y="4197"/>
                  </a:cubicBezTo>
                  <a:cubicBezTo>
                    <a:pt x="1604" y="4197"/>
                    <a:pt x="1604" y="4222"/>
                    <a:pt x="1628" y="4222"/>
                  </a:cubicBezTo>
                  <a:lnTo>
                    <a:pt x="1628" y="4197"/>
                  </a:lnTo>
                  <a:lnTo>
                    <a:pt x="1653" y="4197"/>
                  </a:lnTo>
                  <a:cubicBezTo>
                    <a:pt x="1677" y="4197"/>
                    <a:pt x="1677" y="4173"/>
                    <a:pt x="1677" y="4149"/>
                  </a:cubicBezTo>
                  <a:cubicBezTo>
                    <a:pt x="1628" y="4100"/>
                    <a:pt x="1604" y="4027"/>
                    <a:pt x="1556" y="3979"/>
                  </a:cubicBezTo>
                  <a:cubicBezTo>
                    <a:pt x="1544" y="3967"/>
                    <a:pt x="1532" y="3963"/>
                    <a:pt x="1520" y="3963"/>
                  </a:cubicBezTo>
                  <a:close/>
                  <a:moveTo>
                    <a:pt x="1722" y="4285"/>
                  </a:moveTo>
                  <a:cubicBezTo>
                    <a:pt x="1716" y="4285"/>
                    <a:pt x="1708" y="4287"/>
                    <a:pt x="1701" y="4295"/>
                  </a:cubicBezTo>
                  <a:cubicBezTo>
                    <a:pt x="1677" y="4295"/>
                    <a:pt x="1653" y="4319"/>
                    <a:pt x="1677" y="4343"/>
                  </a:cubicBezTo>
                  <a:cubicBezTo>
                    <a:pt x="1701" y="4416"/>
                    <a:pt x="1726" y="4465"/>
                    <a:pt x="1726" y="4513"/>
                  </a:cubicBezTo>
                  <a:cubicBezTo>
                    <a:pt x="1726" y="4537"/>
                    <a:pt x="1750" y="4562"/>
                    <a:pt x="1774" y="4562"/>
                  </a:cubicBezTo>
                  <a:cubicBezTo>
                    <a:pt x="1799" y="4562"/>
                    <a:pt x="1823" y="4513"/>
                    <a:pt x="1823" y="4489"/>
                  </a:cubicBezTo>
                  <a:cubicBezTo>
                    <a:pt x="1799" y="4440"/>
                    <a:pt x="1774" y="4367"/>
                    <a:pt x="1750" y="4319"/>
                  </a:cubicBezTo>
                  <a:cubicBezTo>
                    <a:pt x="1750" y="4302"/>
                    <a:pt x="1738" y="4285"/>
                    <a:pt x="1722" y="4285"/>
                  </a:cubicBezTo>
                  <a:close/>
                  <a:moveTo>
                    <a:pt x="1799" y="4635"/>
                  </a:moveTo>
                  <a:cubicBezTo>
                    <a:pt x="1774" y="4659"/>
                    <a:pt x="1750" y="4683"/>
                    <a:pt x="1750" y="4708"/>
                  </a:cubicBezTo>
                  <a:lnTo>
                    <a:pt x="1750" y="4780"/>
                  </a:lnTo>
                  <a:lnTo>
                    <a:pt x="1750" y="4878"/>
                  </a:lnTo>
                  <a:cubicBezTo>
                    <a:pt x="1750" y="4902"/>
                    <a:pt x="1774" y="4926"/>
                    <a:pt x="1799" y="4926"/>
                  </a:cubicBezTo>
                  <a:cubicBezTo>
                    <a:pt x="1823" y="4926"/>
                    <a:pt x="1847" y="4902"/>
                    <a:pt x="1847" y="4878"/>
                  </a:cubicBezTo>
                  <a:lnTo>
                    <a:pt x="1847" y="4780"/>
                  </a:lnTo>
                  <a:lnTo>
                    <a:pt x="1847" y="4683"/>
                  </a:lnTo>
                  <a:cubicBezTo>
                    <a:pt x="1847" y="4659"/>
                    <a:pt x="1823" y="4635"/>
                    <a:pt x="1799" y="4635"/>
                  </a:cubicBezTo>
                  <a:close/>
                  <a:moveTo>
                    <a:pt x="1799" y="5023"/>
                  </a:moveTo>
                  <a:cubicBezTo>
                    <a:pt x="1774" y="5023"/>
                    <a:pt x="1750" y="5023"/>
                    <a:pt x="1750" y="5048"/>
                  </a:cubicBezTo>
                  <a:cubicBezTo>
                    <a:pt x="1726" y="5096"/>
                    <a:pt x="1726" y="5145"/>
                    <a:pt x="1726" y="5169"/>
                  </a:cubicBezTo>
                  <a:cubicBezTo>
                    <a:pt x="1701" y="5193"/>
                    <a:pt x="1726" y="5218"/>
                    <a:pt x="1750" y="5242"/>
                  </a:cubicBezTo>
                  <a:cubicBezTo>
                    <a:pt x="1774" y="5242"/>
                    <a:pt x="1799" y="5218"/>
                    <a:pt x="1799" y="5193"/>
                  </a:cubicBezTo>
                  <a:cubicBezTo>
                    <a:pt x="1823" y="5169"/>
                    <a:pt x="1823" y="5121"/>
                    <a:pt x="1823" y="5072"/>
                  </a:cubicBezTo>
                  <a:cubicBezTo>
                    <a:pt x="1847" y="5048"/>
                    <a:pt x="1823" y="5023"/>
                    <a:pt x="1799" y="502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9" name="Google Shape;99;p21"/>
          <p:cNvGrpSpPr/>
          <p:nvPr/>
        </p:nvGrpSpPr>
        <p:grpSpPr>
          <a:xfrm>
            <a:off x="91757" y="3957734"/>
            <a:ext cx="708344" cy="1228537"/>
            <a:chOff x="-1056319" y="1385262"/>
            <a:chExt cx="212940" cy="369285"/>
          </a:xfrm>
        </p:grpSpPr>
        <p:sp>
          <p:nvSpPr>
            <p:cNvPr id="100" name="Google Shape;100;p21"/>
            <p:cNvSpPr/>
            <p:nvPr/>
          </p:nvSpPr>
          <p:spPr>
            <a:xfrm>
              <a:off x="-933315" y="1467563"/>
              <a:ext cx="27460" cy="279194"/>
            </a:xfrm>
            <a:custGeom>
              <a:avLst/>
              <a:gdLst/>
              <a:ahLst/>
              <a:cxnLst/>
              <a:rect l="l" t="t" r="r" b="b"/>
              <a:pathLst>
                <a:path w="705" h="7168" extrusionOk="0">
                  <a:moveTo>
                    <a:pt x="680" y="1"/>
                  </a:moveTo>
                  <a:cubicBezTo>
                    <a:pt x="656" y="1"/>
                    <a:pt x="632" y="25"/>
                    <a:pt x="632" y="50"/>
                  </a:cubicBezTo>
                  <a:cubicBezTo>
                    <a:pt x="608" y="292"/>
                    <a:pt x="0" y="6123"/>
                    <a:pt x="170" y="7119"/>
                  </a:cubicBezTo>
                  <a:cubicBezTo>
                    <a:pt x="170" y="7143"/>
                    <a:pt x="170" y="7167"/>
                    <a:pt x="195" y="7167"/>
                  </a:cubicBezTo>
                  <a:lnTo>
                    <a:pt x="219" y="7167"/>
                  </a:lnTo>
                  <a:cubicBezTo>
                    <a:pt x="243" y="7143"/>
                    <a:pt x="243" y="7119"/>
                    <a:pt x="243" y="7094"/>
                  </a:cubicBezTo>
                  <a:cubicBezTo>
                    <a:pt x="97" y="6123"/>
                    <a:pt x="705" y="122"/>
                    <a:pt x="705" y="74"/>
                  </a:cubicBezTo>
                  <a:cubicBezTo>
                    <a:pt x="705" y="25"/>
                    <a:pt x="705" y="25"/>
                    <a:pt x="6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1"/>
            <p:cNvSpPr/>
            <p:nvPr/>
          </p:nvSpPr>
          <p:spPr>
            <a:xfrm>
              <a:off x="-968331" y="1385262"/>
              <a:ext cx="124952" cy="123978"/>
            </a:xfrm>
            <a:custGeom>
              <a:avLst/>
              <a:gdLst/>
              <a:ahLst/>
              <a:cxnLst/>
              <a:rect l="l" t="t" r="r" b="b"/>
              <a:pathLst>
                <a:path w="3208" h="3183" extrusionOk="0">
                  <a:moveTo>
                    <a:pt x="1555" y="98"/>
                  </a:moveTo>
                  <a:cubicBezTo>
                    <a:pt x="1871" y="171"/>
                    <a:pt x="1871" y="705"/>
                    <a:pt x="1871" y="705"/>
                  </a:cubicBezTo>
                  <a:cubicBezTo>
                    <a:pt x="1871" y="729"/>
                    <a:pt x="1895" y="754"/>
                    <a:pt x="1920" y="754"/>
                  </a:cubicBezTo>
                  <a:cubicBezTo>
                    <a:pt x="1944" y="754"/>
                    <a:pt x="1968" y="754"/>
                    <a:pt x="1968" y="729"/>
                  </a:cubicBezTo>
                  <a:cubicBezTo>
                    <a:pt x="2065" y="535"/>
                    <a:pt x="2260" y="243"/>
                    <a:pt x="2381" y="243"/>
                  </a:cubicBezTo>
                  <a:cubicBezTo>
                    <a:pt x="2405" y="243"/>
                    <a:pt x="2430" y="243"/>
                    <a:pt x="2430" y="268"/>
                  </a:cubicBezTo>
                  <a:cubicBezTo>
                    <a:pt x="2600" y="389"/>
                    <a:pt x="2478" y="802"/>
                    <a:pt x="2405" y="948"/>
                  </a:cubicBezTo>
                  <a:cubicBezTo>
                    <a:pt x="2386" y="988"/>
                    <a:pt x="2414" y="1027"/>
                    <a:pt x="2452" y="1027"/>
                  </a:cubicBezTo>
                  <a:cubicBezTo>
                    <a:pt x="2460" y="1027"/>
                    <a:pt x="2469" y="1025"/>
                    <a:pt x="2478" y="1021"/>
                  </a:cubicBezTo>
                  <a:cubicBezTo>
                    <a:pt x="2600" y="972"/>
                    <a:pt x="2745" y="924"/>
                    <a:pt x="2891" y="924"/>
                  </a:cubicBezTo>
                  <a:cubicBezTo>
                    <a:pt x="2940" y="924"/>
                    <a:pt x="3013" y="924"/>
                    <a:pt x="3061" y="972"/>
                  </a:cubicBezTo>
                  <a:cubicBezTo>
                    <a:pt x="3061" y="972"/>
                    <a:pt x="3061" y="996"/>
                    <a:pt x="3061" y="996"/>
                  </a:cubicBezTo>
                  <a:cubicBezTo>
                    <a:pt x="3037" y="1142"/>
                    <a:pt x="2745" y="1409"/>
                    <a:pt x="2551" y="1580"/>
                  </a:cubicBezTo>
                  <a:cubicBezTo>
                    <a:pt x="2527" y="1580"/>
                    <a:pt x="2527" y="1604"/>
                    <a:pt x="2527" y="1628"/>
                  </a:cubicBezTo>
                  <a:cubicBezTo>
                    <a:pt x="2551" y="1628"/>
                    <a:pt x="2551" y="1652"/>
                    <a:pt x="2575" y="1652"/>
                  </a:cubicBezTo>
                  <a:cubicBezTo>
                    <a:pt x="2721" y="1652"/>
                    <a:pt x="3134" y="1725"/>
                    <a:pt x="3134" y="1920"/>
                  </a:cubicBezTo>
                  <a:cubicBezTo>
                    <a:pt x="3134" y="2114"/>
                    <a:pt x="2624" y="2163"/>
                    <a:pt x="2430" y="2163"/>
                  </a:cubicBezTo>
                  <a:cubicBezTo>
                    <a:pt x="2430" y="2163"/>
                    <a:pt x="2405" y="2163"/>
                    <a:pt x="2405" y="2187"/>
                  </a:cubicBezTo>
                  <a:cubicBezTo>
                    <a:pt x="2381" y="2211"/>
                    <a:pt x="2381" y="2211"/>
                    <a:pt x="2405" y="2235"/>
                  </a:cubicBezTo>
                  <a:cubicBezTo>
                    <a:pt x="2405" y="2235"/>
                    <a:pt x="2697" y="2551"/>
                    <a:pt x="2527" y="2794"/>
                  </a:cubicBezTo>
                  <a:cubicBezTo>
                    <a:pt x="2503" y="2818"/>
                    <a:pt x="2454" y="2843"/>
                    <a:pt x="2430" y="2843"/>
                  </a:cubicBezTo>
                  <a:cubicBezTo>
                    <a:pt x="2260" y="2843"/>
                    <a:pt x="1992" y="2503"/>
                    <a:pt x="1895" y="2381"/>
                  </a:cubicBezTo>
                  <a:cubicBezTo>
                    <a:pt x="1883" y="2369"/>
                    <a:pt x="1871" y="2363"/>
                    <a:pt x="1862" y="2363"/>
                  </a:cubicBezTo>
                  <a:cubicBezTo>
                    <a:pt x="1853" y="2363"/>
                    <a:pt x="1847" y="2369"/>
                    <a:pt x="1847" y="2381"/>
                  </a:cubicBezTo>
                  <a:cubicBezTo>
                    <a:pt x="1822" y="2381"/>
                    <a:pt x="1798" y="2405"/>
                    <a:pt x="1798" y="2430"/>
                  </a:cubicBezTo>
                  <a:cubicBezTo>
                    <a:pt x="1798" y="2430"/>
                    <a:pt x="1871" y="2964"/>
                    <a:pt x="1579" y="3086"/>
                  </a:cubicBezTo>
                  <a:lnTo>
                    <a:pt x="1507" y="3086"/>
                  </a:lnTo>
                  <a:cubicBezTo>
                    <a:pt x="1312" y="3086"/>
                    <a:pt x="1215" y="2624"/>
                    <a:pt x="1215" y="2454"/>
                  </a:cubicBezTo>
                  <a:cubicBezTo>
                    <a:pt x="1215" y="2430"/>
                    <a:pt x="1191" y="2430"/>
                    <a:pt x="1166" y="2430"/>
                  </a:cubicBezTo>
                  <a:cubicBezTo>
                    <a:pt x="1166" y="2430"/>
                    <a:pt x="1166" y="2454"/>
                    <a:pt x="1166" y="2454"/>
                  </a:cubicBezTo>
                  <a:cubicBezTo>
                    <a:pt x="1045" y="2551"/>
                    <a:pt x="899" y="2624"/>
                    <a:pt x="754" y="2624"/>
                  </a:cubicBezTo>
                  <a:cubicBezTo>
                    <a:pt x="656" y="2624"/>
                    <a:pt x="583" y="2600"/>
                    <a:pt x="511" y="2575"/>
                  </a:cubicBezTo>
                  <a:cubicBezTo>
                    <a:pt x="462" y="2551"/>
                    <a:pt x="413" y="2503"/>
                    <a:pt x="413" y="2454"/>
                  </a:cubicBezTo>
                  <a:cubicBezTo>
                    <a:pt x="389" y="2235"/>
                    <a:pt x="729" y="1871"/>
                    <a:pt x="875" y="1725"/>
                  </a:cubicBezTo>
                  <a:cubicBezTo>
                    <a:pt x="875" y="1701"/>
                    <a:pt x="875" y="1701"/>
                    <a:pt x="875" y="1677"/>
                  </a:cubicBezTo>
                  <a:cubicBezTo>
                    <a:pt x="851" y="1652"/>
                    <a:pt x="826" y="1652"/>
                    <a:pt x="826" y="1652"/>
                  </a:cubicBezTo>
                  <a:lnTo>
                    <a:pt x="705" y="1652"/>
                  </a:lnTo>
                  <a:cubicBezTo>
                    <a:pt x="535" y="1652"/>
                    <a:pt x="195" y="1628"/>
                    <a:pt x="146" y="1409"/>
                  </a:cubicBezTo>
                  <a:cubicBezTo>
                    <a:pt x="122" y="1385"/>
                    <a:pt x="122" y="1361"/>
                    <a:pt x="146" y="1337"/>
                  </a:cubicBezTo>
                  <a:cubicBezTo>
                    <a:pt x="219" y="1215"/>
                    <a:pt x="559" y="1191"/>
                    <a:pt x="826" y="1191"/>
                  </a:cubicBezTo>
                  <a:lnTo>
                    <a:pt x="851" y="1191"/>
                  </a:lnTo>
                  <a:cubicBezTo>
                    <a:pt x="899" y="1167"/>
                    <a:pt x="924" y="1118"/>
                    <a:pt x="875" y="1094"/>
                  </a:cubicBezTo>
                  <a:cubicBezTo>
                    <a:pt x="778" y="1021"/>
                    <a:pt x="511" y="778"/>
                    <a:pt x="511" y="608"/>
                  </a:cubicBezTo>
                  <a:cubicBezTo>
                    <a:pt x="511" y="559"/>
                    <a:pt x="511" y="535"/>
                    <a:pt x="535" y="511"/>
                  </a:cubicBezTo>
                  <a:cubicBezTo>
                    <a:pt x="583" y="486"/>
                    <a:pt x="608" y="462"/>
                    <a:pt x="656" y="462"/>
                  </a:cubicBezTo>
                  <a:cubicBezTo>
                    <a:pt x="899" y="511"/>
                    <a:pt x="1118" y="632"/>
                    <a:pt x="1312" y="778"/>
                  </a:cubicBezTo>
                  <a:lnTo>
                    <a:pt x="1361" y="778"/>
                  </a:lnTo>
                  <a:cubicBezTo>
                    <a:pt x="1385" y="754"/>
                    <a:pt x="1385" y="754"/>
                    <a:pt x="1385" y="729"/>
                  </a:cubicBezTo>
                  <a:cubicBezTo>
                    <a:pt x="1361" y="608"/>
                    <a:pt x="1337" y="268"/>
                    <a:pt x="1434" y="146"/>
                  </a:cubicBezTo>
                  <a:cubicBezTo>
                    <a:pt x="1458" y="98"/>
                    <a:pt x="1507" y="98"/>
                    <a:pt x="1555" y="98"/>
                  </a:cubicBezTo>
                  <a:close/>
                  <a:moveTo>
                    <a:pt x="1531" y="1"/>
                  </a:moveTo>
                  <a:cubicBezTo>
                    <a:pt x="1458" y="1"/>
                    <a:pt x="1385" y="25"/>
                    <a:pt x="1337" y="73"/>
                  </a:cubicBezTo>
                  <a:cubicBezTo>
                    <a:pt x="1239" y="243"/>
                    <a:pt x="1215" y="438"/>
                    <a:pt x="1239" y="632"/>
                  </a:cubicBezTo>
                  <a:cubicBezTo>
                    <a:pt x="1069" y="486"/>
                    <a:pt x="875" y="389"/>
                    <a:pt x="632" y="365"/>
                  </a:cubicBezTo>
                  <a:cubicBezTo>
                    <a:pt x="583" y="365"/>
                    <a:pt x="511" y="389"/>
                    <a:pt x="462" y="413"/>
                  </a:cubicBezTo>
                  <a:cubicBezTo>
                    <a:pt x="413" y="462"/>
                    <a:pt x="389" y="535"/>
                    <a:pt x="389" y="584"/>
                  </a:cubicBezTo>
                  <a:cubicBezTo>
                    <a:pt x="438" y="778"/>
                    <a:pt x="559" y="948"/>
                    <a:pt x="705" y="1069"/>
                  </a:cubicBezTo>
                  <a:cubicBezTo>
                    <a:pt x="511" y="1069"/>
                    <a:pt x="171" y="1118"/>
                    <a:pt x="49" y="1264"/>
                  </a:cubicBezTo>
                  <a:cubicBezTo>
                    <a:pt x="0" y="1312"/>
                    <a:pt x="0" y="1361"/>
                    <a:pt x="0" y="1434"/>
                  </a:cubicBezTo>
                  <a:cubicBezTo>
                    <a:pt x="73" y="1701"/>
                    <a:pt x="462" y="1725"/>
                    <a:pt x="681" y="1725"/>
                  </a:cubicBezTo>
                  <a:cubicBezTo>
                    <a:pt x="511" y="1895"/>
                    <a:pt x="243" y="2211"/>
                    <a:pt x="268" y="2454"/>
                  </a:cubicBezTo>
                  <a:cubicBezTo>
                    <a:pt x="292" y="2527"/>
                    <a:pt x="341" y="2600"/>
                    <a:pt x="413" y="2624"/>
                  </a:cubicBezTo>
                  <a:cubicBezTo>
                    <a:pt x="511" y="2673"/>
                    <a:pt x="608" y="2697"/>
                    <a:pt x="705" y="2697"/>
                  </a:cubicBezTo>
                  <a:cubicBezTo>
                    <a:pt x="851" y="2697"/>
                    <a:pt x="996" y="2648"/>
                    <a:pt x="1118" y="2551"/>
                  </a:cubicBezTo>
                  <a:cubicBezTo>
                    <a:pt x="1166" y="2746"/>
                    <a:pt x="1264" y="3183"/>
                    <a:pt x="1507" y="3183"/>
                  </a:cubicBezTo>
                  <a:cubicBezTo>
                    <a:pt x="1531" y="3183"/>
                    <a:pt x="1579" y="3183"/>
                    <a:pt x="1604" y="3159"/>
                  </a:cubicBezTo>
                  <a:cubicBezTo>
                    <a:pt x="1822" y="3037"/>
                    <a:pt x="1944" y="2794"/>
                    <a:pt x="1895" y="2551"/>
                  </a:cubicBezTo>
                  <a:lnTo>
                    <a:pt x="1895" y="2551"/>
                  </a:lnTo>
                  <a:cubicBezTo>
                    <a:pt x="2041" y="2721"/>
                    <a:pt x="2260" y="2940"/>
                    <a:pt x="2430" y="2940"/>
                  </a:cubicBezTo>
                  <a:cubicBezTo>
                    <a:pt x="2503" y="2940"/>
                    <a:pt x="2551" y="2916"/>
                    <a:pt x="2600" y="2867"/>
                  </a:cubicBezTo>
                  <a:cubicBezTo>
                    <a:pt x="2697" y="2648"/>
                    <a:pt x="2673" y="2405"/>
                    <a:pt x="2527" y="2260"/>
                  </a:cubicBezTo>
                  <a:cubicBezTo>
                    <a:pt x="2745" y="2235"/>
                    <a:pt x="3207" y="2163"/>
                    <a:pt x="3207" y="1920"/>
                  </a:cubicBezTo>
                  <a:cubicBezTo>
                    <a:pt x="3207" y="1677"/>
                    <a:pt x="2867" y="1604"/>
                    <a:pt x="2673" y="1580"/>
                  </a:cubicBezTo>
                  <a:cubicBezTo>
                    <a:pt x="2818" y="1434"/>
                    <a:pt x="3134" y="1191"/>
                    <a:pt x="3134" y="1021"/>
                  </a:cubicBezTo>
                  <a:cubicBezTo>
                    <a:pt x="3134" y="972"/>
                    <a:pt x="3110" y="948"/>
                    <a:pt x="3086" y="899"/>
                  </a:cubicBezTo>
                  <a:cubicBezTo>
                    <a:pt x="3037" y="851"/>
                    <a:pt x="2940" y="826"/>
                    <a:pt x="2867" y="826"/>
                  </a:cubicBezTo>
                  <a:cubicBezTo>
                    <a:pt x="2745" y="826"/>
                    <a:pt x="2624" y="851"/>
                    <a:pt x="2503" y="899"/>
                  </a:cubicBezTo>
                  <a:cubicBezTo>
                    <a:pt x="2551" y="729"/>
                    <a:pt x="2648" y="341"/>
                    <a:pt x="2478" y="195"/>
                  </a:cubicBezTo>
                  <a:cubicBezTo>
                    <a:pt x="2430" y="171"/>
                    <a:pt x="2405" y="146"/>
                    <a:pt x="2357" y="146"/>
                  </a:cubicBezTo>
                  <a:cubicBezTo>
                    <a:pt x="2187" y="146"/>
                    <a:pt x="2017" y="389"/>
                    <a:pt x="1920" y="559"/>
                  </a:cubicBezTo>
                  <a:cubicBezTo>
                    <a:pt x="1895" y="365"/>
                    <a:pt x="1798" y="73"/>
                    <a:pt x="15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21"/>
            <p:cNvSpPr/>
            <p:nvPr/>
          </p:nvSpPr>
          <p:spPr>
            <a:xfrm>
              <a:off x="-990104" y="1535297"/>
              <a:ext cx="60606" cy="203864"/>
            </a:xfrm>
            <a:custGeom>
              <a:avLst/>
              <a:gdLst/>
              <a:ahLst/>
              <a:cxnLst/>
              <a:rect l="l" t="t" r="r" b="b"/>
              <a:pathLst>
                <a:path w="1556" h="5234" extrusionOk="0">
                  <a:moveTo>
                    <a:pt x="70" y="1"/>
                  </a:moveTo>
                  <a:cubicBezTo>
                    <a:pt x="64" y="1"/>
                    <a:pt x="56" y="4"/>
                    <a:pt x="49" y="11"/>
                  </a:cubicBezTo>
                  <a:cubicBezTo>
                    <a:pt x="25" y="11"/>
                    <a:pt x="1" y="35"/>
                    <a:pt x="25" y="60"/>
                  </a:cubicBezTo>
                  <a:cubicBezTo>
                    <a:pt x="49" y="108"/>
                    <a:pt x="1458" y="3290"/>
                    <a:pt x="948" y="5185"/>
                  </a:cubicBezTo>
                  <a:cubicBezTo>
                    <a:pt x="948" y="5210"/>
                    <a:pt x="948" y="5234"/>
                    <a:pt x="972" y="5234"/>
                  </a:cubicBezTo>
                  <a:cubicBezTo>
                    <a:pt x="1021" y="5234"/>
                    <a:pt x="1045" y="5234"/>
                    <a:pt x="1045" y="5185"/>
                  </a:cubicBezTo>
                  <a:cubicBezTo>
                    <a:pt x="1555" y="3290"/>
                    <a:pt x="122" y="60"/>
                    <a:pt x="98" y="35"/>
                  </a:cubicBezTo>
                  <a:cubicBezTo>
                    <a:pt x="98" y="18"/>
                    <a:pt x="86" y="1"/>
                    <a:pt x="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21"/>
            <p:cNvSpPr/>
            <p:nvPr/>
          </p:nvSpPr>
          <p:spPr>
            <a:xfrm>
              <a:off x="-1056319" y="1471965"/>
              <a:ext cx="125886" cy="123394"/>
            </a:xfrm>
            <a:custGeom>
              <a:avLst/>
              <a:gdLst/>
              <a:ahLst/>
              <a:cxnLst/>
              <a:rect l="l" t="t" r="r" b="b"/>
              <a:pathLst>
                <a:path w="3232" h="3168" extrusionOk="0">
                  <a:moveTo>
                    <a:pt x="1513" y="97"/>
                  </a:moveTo>
                  <a:cubicBezTo>
                    <a:pt x="1527" y="97"/>
                    <a:pt x="1541" y="99"/>
                    <a:pt x="1555" y="107"/>
                  </a:cubicBezTo>
                  <a:cubicBezTo>
                    <a:pt x="1871" y="155"/>
                    <a:pt x="1895" y="714"/>
                    <a:pt x="1895" y="714"/>
                  </a:cubicBezTo>
                  <a:cubicBezTo>
                    <a:pt x="1895" y="738"/>
                    <a:pt x="1895" y="738"/>
                    <a:pt x="1919" y="738"/>
                  </a:cubicBezTo>
                  <a:cubicBezTo>
                    <a:pt x="1926" y="745"/>
                    <a:pt x="1934" y="748"/>
                    <a:pt x="1940" y="748"/>
                  </a:cubicBezTo>
                  <a:cubicBezTo>
                    <a:pt x="1956" y="748"/>
                    <a:pt x="1968" y="731"/>
                    <a:pt x="1968" y="714"/>
                  </a:cubicBezTo>
                  <a:cubicBezTo>
                    <a:pt x="2065" y="544"/>
                    <a:pt x="2259" y="228"/>
                    <a:pt x="2381" y="228"/>
                  </a:cubicBezTo>
                  <a:cubicBezTo>
                    <a:pt x="2405" y="228"/>
                    <a:pt x="2430" y="252"/>
                    <a:pt x="2454" y="252"/>
                  </a:cubicBezTo>
                  <a:cubicBezTo>
                    <a:pt x="2600" y="398"/>
                    <a:pt x="2478" y="811"/>
                    <a:pt x="2430" y="957"/>
                  </a:cubicBezTo>
                  <a:cubicBezTo>
                    <a:pt x="2405" y="957"/>
                    <a:pt x="2405" y="981"/>
                    <a:pt x="2430" y="1005"/>
                  </a:cubicBezTo>
                  <a:lnTo>
                    <a:pt x="2478" y="1005"/>
                  </a:lnTo>
                  <a:cubicBezTo>
                    <a:pt x="2600" y="933"/>
                    <a:pt x="2745" y="908"/>
                    <a:pt x="2891" y="908"/>
                  </a:cubicBezTo>
                  <a:cubicBezTo>
                    <a:pt x="2940" y="908"/>
                    <a:pt x="3013" y="908"/>
                    <a:pt x="3061" y="957"/>
                  </a:cubicBezTo>
                  <a:cubicBezTo>
                    <a:pt x="3061" y="957"/>
                    <a:pt x="3061" y="981"/>
                    <a:pt x="3061" y="981"/>
                  </a:cubicBezTo>
                  <a:cubicBezTo>
                    <a:pt x="3037" y="1127"/>
                    <a:pt x="2745" y="1394"/>
                    <a:pt x="2551" y="1540"/>
                  </a:cubicBezTo>
                  <a:cubicBezTo>
                    <a:pt x="2551" y="1564"/>
                    <a:pt x="2527" y="1588"/>
                    <a:pt x="2527" y="1588"/>
                  </a:cubicBezTo>
                  <a:cubicBezTo>
                    <a:pt x="2551" y="1613"/>
                    <a:pt x="2551" y="1637"/>
                    <a:pt x="2575" y="1637"/>
                  </a:cubicBezTo>
                  <a:cubicBezTo>
                    <a:pt x="2575" y="1637"/>
                    <a:pt x="3134" y="1710"/>
                    <a:pt x="3134" y="1904"/>
                  </a:cubicBezTo>
                  <a:cubicBezTo>
                    <a:pt x="3134" y="2099"/>
                    <a:pt x="2624" y="2147"/>
                    <a:pt x="2454" y="2147"/>
                  </a:cubicBezTo>
                  <a:cubicBezTo>
                    <a:pt x="2430" y="2147"/>
                    <a:pt x="2405" y="2147"/>
                    <a:pt x="2405" y="2171"/>
                  </a:cubicBezTo>
                  <a:cubicBezTo>
                    <a:pt x="2381" y="2171"/>
                    <a:pt x="2381" y="2196"/>
                    <a:pt x="2405" y="2220"/>
                  </a:cubicBezTo>
                  <a:cubicBezTo>
                    <a:pt x="2405" y="2220"/>
                    <a:pt x="2697" y="2536"/>
                    <a:pt x="2527" y="2779"/>
                  </a:cubicBezTo>
                  <a:cubicBezTo>
                    <a:pt x="2502" y="2803"/>
                    <a:pt x="2478" y="2827"/>
                    <a:pt x="2430" y="2827"/>
                  </a:cubicBezTo>
                  <a:cubicBezTo>
                    <a:pt x="2259" y="2827"/>
                    <a:pt x="1992" y="2487"/>
                    <a:pt x="1895" y="2341"/>
                  </a:cubicBezTo>
                  <a:cubicBezTo>
                    <a:pt x="1895" y="2341"/>
                    <a:pt x="1884" y="2331"/>
                    <a:pt x="1870" y="2331"/>
                  </a:cubicBezTo>
                  <a:cubicBezTo>
                    <a:pt x="1863" y="2331"/>
                    <a:pt x="1855" y="2333"/>
                    <a:pt x="1846" y="2341"/>
                  </a:cubicBezTo>
                  <a:cubicBezTo>
                    <a:pt x="1822" y="2341"/>
                    <a:pt x="1822" y="2366"/>
                    <a:pt x="1822" y="2390"/>
                  </a:cubicBezTo>
                  <a:cubicBezTo>
                    <a:pt x="1822" y="2390"/>
                    <a:pt x="1895" y="2924"/>
                    <a:pt x="1579" y="3046"/>
                  </a:cubicBezTo>
                  <a:lnTo>
                    <a:pt x="1531" y="3046"/>
                  </a:lnTo>
                  <a:cubicBezTo>
                    <a:pt x="1336" y="3046"/>
                    <a:pt x="1239" y="2609"/>
                    <a:pt x="1215" y="2439"/>
                  </a:cubicBezTo>
                  <a:cubicBezTo>
                    <a:pt x="1215" y="2414"/>
                    <a:pt x="1191" y="2414"/>
                    <a:pt x="1191" y="2414"/>
                  </a:cubicBezTo>
                  <a:lnTo>
                    <a:pt x="1142" y="2414"/>
                  </a:lnTo>
                  <a:cubicBezTo>
                    <a:pt x="1021" y="2512"/>
                    <a:pt x="875" y="2584"/>
                    <a:pt x="705" y="2584"/>
                  </a:cubicBezTo>
                  <a:cubicBezTo>
                    <a:pt x="632" y="2584"/>
                    <a:pt x="535" y="2560"/>
                    <a:pt x="462" y="2536"/>
                  </a:cubicBezTo>
                  <a:cubicBezTo>
                    <a:pt x="413" y="2512"/>
                    <a:pt x="389" y="2463"/>
                    <a:pt x="365" y="2414"/>
                  </a:cubicBezTo>
                  <a:cubicBezTo>
                    <a:pt x="340" y="2220"/>
                    <a:pt x="705" y="1831"/>
                    <a:pt x="826" y="1686"/>
                  </a:cubicBezTo>
                  <a:cubicBezTo>
                    <a:pt x="851" y="1661"/>
                    <a:pt x="826" y="1613"/>
                    <a:pt x="802" y="1613"/>
                  </a:cubicBezTo>
                  <a:lnTo>
                    <a:pt x="656" y="1613"/>
                  </a:lnTo>
                  <a:cubicBezTo>
                    <a:pt x="510" y="1613"/>
                    <a:pt x="170" y="1588"/>
                    <a:pt x="122" y="1394"/>
                  </a:cubicBezTo>
                  <a:cubicBezTo>
                    <a:pt x="122" y="1370"/>
                    <a:pt x="122" y="1345"/>
                    <a:pt x="146" y="1321"/>
                  </a:cubicBezTo>
                  <a:cubicBezTo>
                    <a:pt x="219" y="1200"/>
                    <a:pt x="559" y="1175"/>
                    <a:pt x="826" y="1175"/>
                  </a:cubicBezTo>
                  <a:lnTo>
                    <a:pt x="875" y="1175"/>
                  </a:lnTo>
                  <a:cubicBezTo>
                    <a:pt x="875" y="1175"/>
                    <a:pt x="899" y="1151"/>
                    <a:pt x="923" y="1151"/>
                  </a:cubicBezTo>
                  <a:cubicBezTo>
                    <a:pt x="923" y="1127"/>
                    <a:pt x="899" y="1103"/>
                    <a:pt x="899" y="1078"/>
                  </a:cubicBezTo>
                  <a:cubicBezTo>
                    <a:pt x="802" y="1005"/>
                    <a:pt x="510" y="762"/>
                    <a:pt x="510" y="592"/>
                  </a:cubicBezTo>
                  <a:cubicBezTo>
                    <a:pt x="510" y="568"/>
                    <a:pt x="535" y="520"/>
                    <a:pt x="559" y="495"/>
                  </a:cubicBezTo>
                  <a:cubicBezTo>
                    <a:pt x="583" y="471"/>
                    <a:pt x="632" y="471"/>
                    <a:pt x="680" y="471"/>
                  </a:cubicBezTo>
                  <a:cubicBezTo>
                    <a:pt x="899" y="520"/>
                    <a:pt x="1142" y="617"/>
                    <a:pt x="1312" y="762"/>
                  </a:cubicBezTo>
                  <a:cubicBezTo>
                    <a:pt x="1324" y="775"/>
                    <a:pt x="1336" y="781"/>
                    <a:pt x="1345" y="781"/>
                  </a:cubicBezTo>
                  <a:cubicBezTo>
                    <a:pt x="1355" y="781"/>
                    <a:pt x="1361" y="775"/>
                    <a:pt x="1361" y="762"/>
                  </a:cubicBezTo>
                  <a:cubicBezTo>
                    <a:pt x="1385" y="762"/>
                    <a:pt x="1409" y="738"/>
                    <a:pt x="1385" y="714"/>
                  </a:cubicBezTo>
                  <a:cubicBezTo>
                    <a:pt x="1361" y="592"/>
                    <a:pt x="1336" y="252"/>
                    <a:pt x="1434" y="131"/>
                  </a:cubicBezTo>
                  <a:cubicBezTo>
                    <a:pt x="1451" y="114"/>
                    <a:pt x="1480" y="97"/>
                    <a:pt x="1513" y="97"/>
                  </a:cubicBezTo>
                  <a:close/>
                  <a:moveTo>
                    <a:pt x="1497" y="0"/>
                  </a:moveTo>
                  <a:cubicBezTo>
                    <a:pt x="1437" y="0"/>
                    <a:pt x="1373" y="28"/>
                    <a:pt x="1336" y="82"/>
                  </a:cubicBezTo>
                  <a:cubicBezTo>
                    <a:pt x="1263" y="252"/>
                    <a:pt x="1215" y="447"/>
                    <a:pt x="1263" y="617"/>
                  </a:cubicBezTo>
                  <a:cubicBezTo>
                    <a:pt x="1093" y="471"/>
                    <a:pt x="875" y="398"/>
                    <a:pt x="656" y="349"/>
                  </a:cubicBezTo>
                  <a:cubicBezTo>
                    <a:pt x="583" y="349"/>
                    <a:pt x="535" y="374"/>
                    <a:pt x="462" y="422"/>
                  </a:cubicBezTo>
                  <a:cubicBezTo>
                    <a:pt x="413" y="447"/>
                    <a:pt x="389" y="520"/>
                    <a:pt x="389" y="568"/>
                  </a:cubicBezTo>
                  <a:cubicBezTo>
                    <a:pt x="413" y="762"/>
                    <a:pt x="608" y="957"/>
                    <a:pt x="729" y="1054"/>
                  </a:cubicBezTo>
                  <a:cubicBezTo>
                    <a:pt x="510" y="1078"/>
                    <a:pt x="170" y="1103"/>
                    <a:pt x="49" y="1248"/>
                  </a:cubicBezTo>
                  <a:cubicBezTo>
                    <a:pt x="25" y="1297"/>
                    <a:pt x="0" y="1370"/>
                    <a:pt x="25" y="1418"/>
                  </a:cubicBezTo>
                  <a:cubicBezTo>
                    <a:pt x="73" y="1686"/>
                    <a:pt x="462" y="1710"/>
                    <a:pt x="680" y="1710"/>
                  </a:cubicBezTo>
                  <a:cubicBezTo>
                    <a:pt x="535" y="1880"/>
                    <a:pt x="243" y="2220"/>
                    <a:pt x="292" y="2439"/>
                  </a:cubicBezTo>
                  <a:cubicBezTo>
                    <a:pt x="292" y="2536"/>
                    <a:pt x="340" y="2584"/>
                    <a:pt x="438" y="2633"/>
                  </a:cubicBezTo>
                  <a:cubicBezTo>
                    <a:pt x="510" y="2682"/>
                    <a:pt x="608" y="2706"/>
                    <a:pt x="705" y="2706"/>
                  </a:cubicBezTo>
                  <a:cubicBezTo>
                    <a:pt x="875" y="2682"/>
                    <a:pt x="1021" y="2633"/>
                    <a:pt x="1142" y="2560"/>
                  </a:cubicBezTo>
                  <a:cubicBezTo>
                    <a:pt x="1166" y="2730"/>
                    <a:pt x="1263" y="3167"/>
                    <a:pt x="1531" y="3167"/>
                  </a:cubicBezTo>
                  <a:lnTo>
                    <a:pt x="1628" y="3167"/>
                  </a:lnTo>
                  <a:cubicBezTo>
                    <a:pt x="1822" y="3046"/>
                    <a:pt x="1944" y="2803"/>
                    <a:pt x="1919" y="2560"/>
                  </a:cubicBezTo>
                  <a:lnTo>
                    <a:pt x="1919" y="2560"/>
                  </a:lnTo>
                  <a:cubicBezTo>
                    <a:pt x="2041" y="2706"/>
                    <a:pt x="2259" y="2949"/>
                    <a:pt x="2454" y="2949"/>
                  </a:cubicBezTo>
                  <a:cubicBezTo>
                    <a:pt x="2502" y="2949"/>
                    <a:pt x="2575" y="2900"/>
                    <a:pt x="2600" y="2852"/>
                  </a:cubicBezTo>
                  <a:cubicBezTo>
                    <a:pt x="2721" y="2657"/>
                    <a:pt x="2697" y="2414"/>
                    <a:pt x="2551" y="2244"/>
                  </a:cubicBezTo>
                  <a:cubicBezTo>
                    <a:pt x="2745" y="2220"/>
                    <a:pt x="3231" y="2147"/>
                    <a:pt x="3231" y="1904"/>
                  </a:cubicBezTo>
                  <a:cubicBezTo>
                    <a:pt x="3231" y="1661"/>
                    <a:pt x="2891" y="1588"/>
                    <a:pt x="2697" y="1564"/>
                  </a:cubicBezTo>
                  <a:cubicBezTo>
                    <a:pt x="2842" y="1443"/>
                    <a:pt x="3134" y="1175"/>
                    <a:pt x="3134" y="1005"/>
                  </a:cubicBezTo>
                  <a:cubicBezTo>
                    <a:pt x="3134" y="981"/>
                    <a:pt x="3134" y="933"/>
                    <a:pt x="3110" y="908"/>
                  </a:cubicBezTo>
                  <a:cubicBezTo>
                    <a:pt x="3055" y="854"/>
                    <a:pt x="3000" y="826"/>
                    <a:pt x="2935" y="826"/>
                  </a:cubicBezTo>
                  <a:cubicBezTo>
                    <a:pt x="2914" y="826"/>
                    <a:pt x="2891" y="829"/>
                    <a:pt x="2867" y="835"/>
                  </a:cubicBezTo>
                  <a:cubicBezTo>
                    <a:pt x="2745" y="835"/>
                    <a:pt x="2624" y="860"/>
                    <a:pt x="2527" y="884"/>
                  </a:cubicBezTo>
                  <a:cubicBezTo>
                    <a:pt x="2575" y="714"/>
                    <a:pt x="2672" y="349"/>
                    <a:pt x="2478" y="179"/>
                  </a:cubicBezTo>
                  <a:cubicBezTo>
                    <a:pt x="2454" y="155"/>
                    <a:pt x="2405" y="155"/>
                    <a:pt x="2381" y="131"/>
                  </a:cubicBezTo>
                  <a:cubicBezTo>
                    <a:pt x="2211" y="131"/>
                    <a:pt x="2041" y="374"/>
                    <a:pt x="1944" y="544"/>
                  </a:cubicBezTo>
                  <a:cubicBezTo>
                    <a:pt x="1919" y="349"/>
                    <a:pt x="1822" y="58"/>
                    <a:pt x="1555" y="9"/>
                  </a:cubicBezTo>
                  <a:cubicBezTo>
                    <a:pt x="1537" y="3"/>
                    <a:pt x="1517" y="0"/>
                    <a:pt x="14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21"/>
            <p:cNvSpPr/>
            <p:nvPr/>
          </p:nvSpPr>
          <p:spPr>
            <a:xfrm>
              <a:off x="-933315" y="1418369"/>
              <a:ext cx="55854" cy="54919"/>
            </a:xfrm>
            <a:custGeom>
              <a:avLst/>
              <a:gdLst/>
              <a:ahLst/>
              <a:cxnLst/>
              <a:rect l="l" t="t" r="r" b="b"/>
              <a:pathLst>
                <a:path w="1434" h="1410" extrusionOk="0">
                  <a:moveTo>
                    <a:pt x="729" y="1"/>
                  </a:moveTo>
                  <a:cubicBezTo>
                    <a:pt x="340" y="1"/>
                    <a:pt x="0" y="317"/>
                    <a:pt x="0" y="705"/>
                  </a:cubicBezTo>
                  <a:cubicBezTo>
                    <a:pt x="0" y="1094"/>
                    <a:pt x="340" y="1410"/>
                    <a:pt x="729" y="1410"/>
                  </a:cubicBezTo>
                  <a:cubicBezTo>
                    <a:pt x="1118" y="1410"/>
                    <a:pt x="1434" y="1094"/>
                    <a:pt x="1434" y="705"/>
                  </a:cubicBezTo>
                  <a:cubicBezTo>
                    <a:pt x="1434" y="317"/>
                    <a:pt x="1118" y="1"/>
                    <a:pt x="72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1"/>
            <p:cNvSpPr/>
            <p:nvPr/>
          </p:nvSpPr>
          <p:spPr>
            <a:xfrm>
              <a:off x="-1021303" y="1507331"/>
              <a:ext cx="55854" cy="54919"/>
            </a:xfrm>
            <a:custGeom>
              <a:avLst/>
              <a:gdLst/>
              <a:ahLst/>
              <a:cxnLst/>
              <a:rect l="l" t="t" r="r" b="b"/>
              <a:pathLst>
                <a:path w="1434" h="1410" extrusionOk="0">
                  <a:moveTo>
                    <a:pt x="705" y="0"/>
                  </a:moveTo>
                  <a:cubicBezTo>
                    <a:pt x="316" y="0"/>
                    <a:pt x="0" y="316"/>
                    <a:pt x="0" y="705"/>
                  </a:cubicBezTo>
                  <a:cubicBezTo>
                    <a:pt x="0" y="1093"/>
                    <a:pt x="316" y="1409"/>
                    <a:pt x="705" y="1409"/>
                  </a:cubicBezTo>
                  <a:cubicBezTo>
                    <a:pt x="1118" y="1409"/>
                    <a:pt x="1433" y="1093"/>
                    <a:pt x="1433" y="705"/>
                  </a:cubicBezTo>
                  <a:cubicBezTo>
                    <a:pt x="1433" y="316"/>
                    <a:pt x="1118" y="0"/>
                    <a:pt x="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1"/>
            <p:cNvSpPr/>
            <p:nvPr/>
          </p:nvSpPr>
          <p:spPr>
            <a:xfrm>
              <a:off x="-1029833" y="1690513"/>
              <a:ext cx="173717" cy="64034"/>
            </a:xfrm>
            <a:custGeom>
              <a:avLst/>
              <a:gdLst/>
              <a:ahLst/>
              <a:cxnLst/>
              <a:rect l="l" t="t" r="r" b="b"/>
              <a:pathLst>
                <a:path w="4460" h="1644" extrusionOk="0">
                  <a:moveTo>
                    <a:pt x="2533" y="0"/>
                  </a:moveTo>
                  <a:cubicBezTo>
                    <a:pt x="2511" y="0"/>
                    <a:pt x="2492" y="11"/>
                    <a:pt x="2478" y="34"/>
                  </a:cubicBezTo>
                  <a:cubicBezTo>
                    <a:pt x="2308" y="253"/>
                    <a:pt x="1920" y="763"/>
                    <a:pt x="1920" y="763"/>
                  </a:cubicBezTo>
                  <a:cubicBezTo>
                    <a:pt x="1920" y="763"/>
                    <a:pt x="1830" y="97"/>
                    <a:pt x="1603" y="97"/>
                  </a:cubicBezTo>
                  <a:cubicBezTo>
                    <a:pt x="1567" y="97"/>
                    <a:pt x="1526" y="115"/>
                    <a:pt x="1482" y="156"/>
                  </a:cubicBezTo>
                  <a:cubicBezTo>
                    <a:pt x="1288" y="350"/>
                    <a:pt x="1094" y="544"/>
                    <a:pt x="924" y="739"/>
                  </a:cubicBezTo>
                  <a:cubicBezTo>
                    <a:pt x="924" y="739"/>
                    <a:pt x="672" y="73"/>
                    <a:pt x="493" y="73"/>
                  </a:cubicBezTo>
                  <a:cubicBezTo>
                    <a:pt x="464" y="73"/>
                    <a:pt x="437" y="91"/>
                    <a:pt x="413" y="131"/>
                  </a:cubicBezTo>
                  <a:cubicBezTo>
                    <a:pt x="243" y="617"/>
                    <a:pt x="98" y="1103"/>
                    <a:pt x="0" y="1613"/>
                  </a:cubicBezTo>
                  <a:cubicBezTo>
                    <a:pt x="0" y="1613"/>
                    <a:pt x="1039" y="1644"/>
                    <a:pt x="2099" y="1644"/>
                  </a:cubicBezTo>
                  <a:cubicBezTo>
                    <a:pt x="3158" y="1644"/>
                    <a:pt x="4239" y="1613"/>
                    <a:pt x="4324" y="1492"/>
                  </a:cubicBezTo>
                  <a:cubicBezTo>
                    <a:pt x="4459" y="1289"/>
                    <a:pt x="4115" y="108"/>
                    <a:pt x="3813" y="108"/>
                  </a:cubicBezTo>
                  <a:cubicBezTo>
                    <a:pt x="3789" y="108"/>
                    <a:pt x="3765" y="115"/>
                    <a:pt x="3741" y="131"/>
                  </a:cubicBezTo>
                  <a:cubicBezTo>
                    <a:pt x="3523" y="350"/>
                    <a:pt x="3353" y="642"/>
                    <a:pt x="3280" y="933"/>
                  </a:cubicBezTo>
                  <a:cubicBezTo>
                    <a:pt x="3280" y="933"/>
                    <a:pt x="2744" y="0"/>
                    <a:pt x="253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7" name="Google Shape;107;p21"/>
          <p:cNvGrpSpPr/>
          <p:nvPr/>
        </p:nvGrpSpPr>
        <p:grpSpPr>
          <a:xfrm>
            <a:off x="8410820" y="4473980"/>
            <a:ext cx="537854" cy="555858"/>
            <a:chOff x="5294267" y="4624350"/>
            <a:chExt cx="383005" cy="395854"/>
          </a:xfrm>
        </p:grpSpPr>
        <p:sp>
          <p:nvSpPr>
            <p:cNvPr id="108" name="Google Shape;108;p21"/>
            <p:cNvSpPr/>
            <p:nvPr/>
          </p:nvSpPr>
          <p:spPr>
            <a:xfrm>
              <a:off x="5358550" y="4859712"/>
              <a:ext cx="58369" cy="160492"/>
            </a:xfrm>
            <a:custGeom>
              <a:avLst/>
              <a:gdLst/>
              <a:ahLst/>
              <a:cxnLst/>
              <a:rect l="l" t="t" r="r" b="b"/>
              <a:pathLst>
                <a:path w="671" h="1845" extrusionOk="0">
                  <a:moveTo>
                    <a:pt x="106" y="0"/>
                  </a:moveTo>
                  <a:cubicBezTo>
                    <a:pt x="55" y="0"/>
                    <a:pt x="0" y="47"/>
                    <a:pt x="15" y="119"/>
                  </a:cubicBezTo>
                  <a:lnTo>
                    <a:pt x="501" y="1796"/>
                  </a:lnTo>
                  <a:cubicBezTo>
                    <a:pt x="501" y="1820"/>
                    <a:pt x="525" y="1844"/>
                    <a:pt x="573" y="1844"/>
                  </a:cubicBezTo>
                  <a:lnTo>
                    <a:pt x="598" y="1844"/>
                  </a:lnTo>
                  <a:cubicBezTo>
                    <a:pt x="646" y="1844"/>
                    <a:pt x="671" y="1796"/>
                    <a:pt x="646" y="1747"/>
                  </a:cubicBezTo>
                  <a:lnTo>
                    <a:pt x="185" y="71"/>
                  </a:lnTo>
                  <a:cubicBezTo>
                    <a:pt x="175" y="22"/>
                    <a:pt x="141" y="0"/>
                    <a:pt x="1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21"/>
            <p:cNvSpPr/>
            <p:nvPr/>
          </p:nvSpPr>
          <p:spPr>
            <a:xfrm>
              <a:off x="5294267" y="4894594"/>
              <a:ext cx="175454" cy="68546"/>
            </a:xfrm>
            <a:custGeom>
              <a:avLst/>
              <a:gdLst/>
              <a:ahLst/>
              <a:cxnLst/>
              <a:rect l="l" t="t" r="r" b="b"/>
              <a:pathLst>
                <a:path w="2017" h="788" extrusionOk="0">
                  <a:moveTo>
                    <a:pt x="1934" y="0"/>
                  </a:moveTo>
                  <a:cubicBezTo>
                    <a:pt x="1921" y="0"/>
                    <a:pt x="1908" y="3"/>
                    <a:pt x="1895" y="10"/>
                  </a:cubicBezTo>
                  <a:lnTo>
                    <a:pt x="49" y="617"/>
                  </a:lnTo>
                  <a:cubicBezTo>
                    <a:pt x="25" y="642"/>
                    <a:pt x="1" y="666"/>
                    <a:pt x="1" y="714"/>
                  </a:cubicBezTo>
                  <a:cubicBezTo>
                    <a:pt x="1" y="739"/>
                    <a:pt x="49" y="763"/>
                    <a:pt x="74" y="763"/>
                  </a:cubicBezTo>
                  <a:lnTo>
                    <a:pt x="98" y="787"/>
                  </a:lnTo>
                  <a:lnTo>
                    <a:pt x="1944" y="180"/>
                  </a:lnTo>
                  <a:cubicBezTo>
                    <a:pt x="1993" y="156"/>
                    <a:pt x="2017" y="107"/>
                    <a:pt x="1993" y="59"/>
                  </a:cubicBezTo>
                  <a:cubicBezTo>
                    <a:pt x="1993" y="23"/>
                    <a:pt x="1967" y="0"/>
                    <a:pt x="19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21"/>
            <p:cNvSpPr/>
            <p:nvPr/>
          </p:nvSpPr>
          <p:spPr>
            <a:xfrm>
              <a:off x="5310447" y="4883895"/>
              <a:ext cx="150836" cy="94033"/>
            </a:xfrm>
            <a:custGeom>
              <a:avLst/>
              <a:gdLst/>
              <a:ahLst/>
              <a:cxnLst/>
              <a:rect l="l" t="t" r="r" b="b"/>
              <a:pathLst>
                <a:path w="1734" h="1081" extrusionOk="0">
                  <a:moveTo>
                    <a:pt x="110" y="0"/>
                  </a:moveTo>
                  <a:cubicBezTo>
                    <a:pt x="38" y="0"/>
                    <a:pt x="0" y="92"/>
                    <a:pt x="82" y="133"/>
                  </a:cubicBezTo>
                  <a:lnTo>
                    <a:pt x="1588" y="1080"/>
                  </a:lnTo>
                  <a:lnTo>
                    <a:pt x="1637" y="1080"/>
                  </a:lnTo>
                  <a:cubicBezTo>
                    <a:pt x="1661" y="1080"/>
                    <a:pt x="1685" y="1080"/>
                    <a:pt x="1709" y="1056"/>
                  </a:cubicBezTo>
                  <a:cubicBezTo>
                    <a:pt x="1734" y="1007"/>
                    <a:pt x="1709" y="959"/>
                    <a:pt x="1685" y="935"/>
                  </a:cubicBezTo>
                  <a:lnTo>
                    <a:pt x="155" y="11"/>
                  </a:lnTo>
                  <a:cubicBezTo>
                    <a:pt x="139" y="4"/>
                    <a:pt x="124" y="0"/>
                    <a:pt x="1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21"/>
            <p:cNvSpPr/>
            <p:nvPr/>
          </p:nvSpPr>
          <p:spPr>
            <a:xfrm>
              <a:off x="5340805" y="4845446"/>
              <a:ext cx="97252" cy="157795"/>
            </a:xfrm>
            <a:custGeom>
              <a:avLst/>
              <a:gdLst/>
              <a:ahLst/>
              <a:cxnLst/>
              <a:rect l="l" t="t" r="r" b="b"/>
              <a:pathLst>
                <a:path w="1118" h="1814" extrusionOk="0">
                  <a:moveTo>
                    <a:pt x="1010" y="0"/>
                  </a:moveTo>
                  <a:cubicBezTo>
                    <a:pt x="984" y="0"/>
                    <a:pt x="962" y="12"/>
                    <a:pt x="947" y="41"/>
                  </a:cubicBezTo>
                  <a:lnTo>
                    <a:pt x="24" y="1717"/>
                  </a:lnTo>
                  <a:cubicBezTo>
                    <a:pt x="0" y="1741"/>
                    <a:pt x="24" y="1790"/>
                    <a:pt x="49" y="1814"/>
                  </a:cubicBezTo>
                  <a:lnTo>
                    <a:pt x="97" y="1814"/>
                  </a:lnTo>
                  <a:cubicBezTo>
                    <a:pt x="122" y="1814"/>
                    <a:pt x="146" y="1814"/>
                    <a:pt x="170" y="1790"/>
                  </a:cubicBezTo>
                  <a:lnTo>
                    <a:pt x="1093" y="113"/>
                  </a:lnTo>
                  <a:cubicBezTo>
                    <a:pt x="1118" y="89"/>
                    <a:pt x="1093" y="41"/>
                    <a:pt x="1069" y="16"/>
                  </a:cubicBezTo>
                  <a:cubicBezTo>
                    <a:pt x="1049" y="6"/>
                    <a:pt x="1029" y="0"/>
                    <a:pt x="10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21"/>
            <p:cNvSpPr/>
            <p:nvPr/>
          </p:nvSpPr>
          <p:spPr>
            <a:xfrm>
              <a:off x="5499297" y="4624350"/>
              <a:ext cx="175454" cy="150575"/>
            </a:xfrm>
            <a:custGeom>
              <a:avLst/>
              <a:gdLst/>
              <a:ahLst/>
              <a:cxnLst/>
              <a:rect l="l" t="t" r="r" b="b"/>
              <a:pathLst>
                <a:path w="2017" h="1731" extrusionOk="0">
                  <a:moveTo>
                    <a:pt x="1166" y="175"/>
                  </a:moveTo>
                  <a:cubicBezTo>
                    <a:pt x="1555" y="175"/>
                    <a:pt x="1871" y="467"/>
                    <a:pt x="1871" y="856"/>
                  </a:cubicBezTo>
                  <a:cubicBezTo>
                    <a:pt x="1871" y="1285"/>
                    <a:pt x="1511" y="1569"/>
                    <a:pt x="1144" y="1569"/>
                  </a:cubicBezTo>
                  <a:cubicBezTo>
                    <a:pt x="971" y="1569"/>
                    <a:pt x="796" y="1506"/>
                    <a:pt x="656" y="1366"/>
                  </a:cubicBezTo>
                  <a:cubicBezTo>
                    <a:pt x="219" y="929"/>
                    <a:pt x="534" y="175"/>
                    <a:pt x="1166" y="175"/>
                  </a:cubicBezTo>
                  <a:close/>
                  <a:moveTo>
                    <a:pt x="1142" y="1"/>
                  </a:moveTo>
                  <a:cubicBezTo>
                    <a:pt x="930" y="1"/>
                    <a:pt x="714" y="77"/>
                    <a:pt x="534" y="248"/>
                  </a:cubicBezTo>
                  <a:cubicBezTo>
                    <a:pt x="0" y="807"/>
                    <a:pt x="389" y="1730"/>
                    <a:pt x="1166" y="1730"/>
                  </a:cubicBezTo>
                  <a:cubicBezTo>
                    <a:pt x="1628" y="1730"/>
                    <a:pt x="2016" y="1342"/>
                    <a:pt x="2016" y="856"/>
                  </a:cubicBezTo>
                  <a:cubicBezTo>
                    <a:pt x="2016" y="344"/>
                    <a:pt x="1590" y="1"/>
                    <a:pt x="11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21"/>
            <p:cNvSpPr/>
            <p:nvPr/>
          </p:nvSpPr>
          <p:spPr>
            <a:xfrm>
              <a:off x="5615653" y="4833656"/>
              <a:ext cx="32352" cy="88957"/>
            </a:xfrm>
            <a:custGeom>
              <a:avLst/>
              <a:gdLst/>
              <a:ahLst/>
              <a:cxnLst/>
              <a:rect l="l" t="t" r="r" b="b"/>
              <a:pathLst>
                <a:path w="671" h="1845" extrusionOk="0">
                  <a:moveTo>
                    <a:pt x="106" y="0"/>
                  </a:moveTo>
                  <a:cubicBezTo>
                    <a:pt x="55" y="0"/>
                    <a:pt x="0" y="47"/>
                    <a:pt x="15" y="119"/>
                  </a:cubicBezTo>
                  <a:lnTo>
                    <a:pt x="501" y="1796"/>
                  </a:lnTo>
                  <a:cubicBezTo>
                    <a:pt x="501" y="1820"/>
                    <a:pt x="525" y="1844"/>
                    <a:pt x="573" y="1844"/>
                  </a:cubicBezTo>
                  <a:lnTo>
                    <a:pt x="598" y="1844"/>
                  </a:lnTo>
                  <a:cubicBezTo>
                    <a:pt x="646" y="1844"/>
                    <a:pt x="671" y="1796"/>
                    <a:pt x="646" y="1747"/>
                  </a:cubicBezTo>
                  <a:lnTo>
                    <a:pt x="185" y="71"/>
                  </a:lnTo>
                  <a:cubicBezTo>
                    <a:pt x="175" y="22"/>
                    <a:pt x="141" y="0"/>
                    <a:pt x="1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21"/>
            <p:cNvSpPr/>
            <p:nvPr/>
          </p:nvSpPr>
          <p:spPr>
            <a:xfrm>
              <a:off x="5580022" y="4852990"/>
              <a:ext cx="97250" cy="37993"/>
            </a:xfrm>
            <a:custGeom>
              <a:avLst/>
              <a:gdLst/>
              <a:ahLst/>
              <a:cxnLst/>
              <a:rect l="l" t="t" r="r" b="b"/>
              <a:pathLst>
                <a:path w="2017" h="788" extrusionOk="0">
                  <a:moveTo>
                    <a:pt x="1934" y="0"/>
                  </a:moveTo>
                  <a:cubicBezTo>
                    <a:pt x="1921" y="0"/>
                    <a:pt x="1908" y="3"/>
                    <a:pt x="1895" y="10"/>
                  </a:cubicBezTo>
                  <a:lnTo>
                    <a:pt x="49" y="617"/>
                  </a:lnTo>
                  <a:cubicBezTo>
                    <a:pt x="25" y="642"/>
                    <a:pt x="1" y="666"/>
                    <a:pt x="1" y="714"/>
                  </a:cubicBezTo>
                  <a:cubicBezTo>
                    <a:pt x="1" y="739"/>
                    <a:pt x="49" y="763"/>
                    <a:pt x="74" y="763"/>
                  </a:cubicBezTo>
                  <a:lnTo>
                    <a:pt x="98" y="787"/>
                  </a:lnTo>
                  <a:lnTo>
                    <a:pt x="1944" y="180"/>
                  </a:lnTo>
                  <a:cubicBezTo>
                    <a:pt x="1993" y="156"/>
                    <a:pt x="2017" y="107"/>
                    <a:pt x="1993" y="59"/>
                  </a:cubicBezTo>
                  <a:cubicBezTo>
                    <a:pt x="1993" y="23"/>
                    <a:pt x="1967" y="0"/>
                    <a:pt x="19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21"/>
            <p:cNvSpPr/>
            <p:nvPr/>
          </p:nvSpPr>
          <p:spPr>
            <a:xfrm>
              <a:off x="5588990" y="4847059"/>
              <a:ext cx="83605" cy="52120"/>
            </a:xfrm>
            <a:custGeom>
              <a:avLst/>
              <a:gdLst/>
              <a:ahLst/>
              <a:cxnLst/>
              <a:rect l="l" t="t" r="r" b="b"/>
              <a:pathLst>
                <a:path w="1734" h="1081" extrusionOk="0">
                  <a:moveTo>
                    <a:pt x="110" y="0"/>
                  </a:moveTo>
                  <a:cubicBezTo>
                    <a:pt x="38" y="0"/>
                    <a:pt x="0" y="92"/>
                    <a:pt x="82" y="133"/>
                  </a:cubicBezTo>
                  <a:lnTo>
                    <a:pt x="1588" y="1080"/>
                  </a:lnTo>
                  <a:lnTo>
                    <a:pt x="1637" y="1080"/>
                  </a:lnTo>
                  <a:cubicBezTo>
                    <a:pt x="1661" y="1080"/>
                    <a:pt x="1685" y="1080"/>
                    <a:pt x="1709" y="1056"/>
                  </a:cubicBezTo>
                  <a:cubicBezTo>
                    <a:pt x="1734" y="1007"/>
                    <a:pt x="1709" y="959"/>
                    <a:pt x="1685" y="935"/>
                  </a:cubicBezTo>
                  <a:lnTo>
                    <a:pt x="155" y="11"/>
                  </a:lnTo>
                  <a:cubicBezTo>
                    <a:pt x="139" y="4"/>
                    <a:pt x="124" y="0"/>
                    <a:pt x="1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21"/>
            <p:cNvSpPr/>
            <p:nvPr/>
          </p:nvSpPr>
          <p:spPr>
            <a:xfrm>
              <a:off x="5605817" y="4825749"/>
              <a:ext cx="53904" cy="87462"/>
            </a:xfrm>
            <a:custGeom>
              <a:avLst/>
              <a:gdLst/>
              <a:ahLst/>
              <a:cxnLst/>
              <a:rect l="l" t="t" r="r" b="b"/>
              <a:pathLst>
                <a:path w="1118" h="1814" extrusionOk="0">
                  <a:moveTo>
                    <a:pt x="1010" y="0"/>
                  </a:moveTo>
                  <a:cubicBezTo>
                    <a:pt x="984" y="0"/>
                    <a:pt x="962" y="12"/>
                    <a:pt x="947" y="41"/>
                  </a:cubicBezTo>
                  <a:lnTo>
                    <a:pt x="24" y="1717"/>
                  </a:lnTo>
                  <a:cubicBezTo>
                    <a:pt x="0" y="1741"/>
                    <a:pt x="24" y="1790"/>
                    <a:pt x="49" y="1814"/>
                  </a:cubicBezTo>
                  <a:lnTo>
                    <a:pt x="97" y="1814"/>
                  </a:lnTo>
                  <a:cubicBezTo>
                    <a:pt x="122" y="1814"/>
                    <a:pt x="146" y="1814"/>
                    <a:pt x="170" y="1790"/>
                  </a:cubicBezTo>
                  <a:lnTo>
                    <a:pt x="1093" y="113"/>
                  </a:lnTo>
                  <a:cubicBezTo>
                    <a:pt x="1118" y="89"/>
                    <a:pt x="1093" y="41"/>
                    <a:pt x="1069" y="16"/>
                  </a:cubicBezTo>
                  <a:cubicBezTo>
                    <a:pt x="1049" y="6"/>
                    <a:pt x="1029" y="0"/>
                    <a:pt x="101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7" name="Google Shape;117;p21"/>
          <p:cNvGrpSpPr/>
          <p:nvPr/>
        </p:nvGrpSpPr>
        <p:grpSpPr>
          <a:xfrm>
            <a:off x="122843" y="125316"/>
            <a:ext cx="604647" cy="578038"/>
            <a:chOff x="122843" y="125316"/>
            <a:chExt cx="604647" cy="578038"/>
          </a:xfrm>
        </p:grpSpPr>
        <p:sp>
          <p:nvSpPr>
            <p:cNvPr id="118" name="Google Shape;118;p21"/>
            <p:cNvSpPr/>
            <p:nvPr/>
          </p:nvSpPr>
          <p:spPr>
            <a:xfrm rot="10232062">
              <a:off x="183718" y="463675"/>
              <a:ext cx="246284" cy="220932"/>
            </a:xfrm>
            <a:custGeom>
              <a:avLst/>
              <a:gdLst/>
              <a:ahLst/>
              <a:cxnLst/>
              <a:rect l="l" t="t" r="r" b="b"/>
              <a:pathLst>
                <a:path w="2891" h="2593" extrusionOk="0">
                  <a:moveTo>
                    <a:pt x="2397" y="0"/>
                  </a:moveTo>
                  <a:cubicBezTo>
                    <a:pt x="2197" y="0"/>
                    <a:pt x="1879" y="238"/>
                    <a:pt x="1117" y="367"/>
                  </a:cubicBezTo>
                  <a:cubicBezTo>
                    <a:pt x="0" y="586"/>
                    <a:pt x="389" y="2213"/>
                    <a:pt x="389" y="2335"/>
                  </a:cubicBezTo>
                  <a:cubicBezTo>
                    <a:pt x="672" y="2505"/>
                    <a:pt x="988" y="2592"/>
                    <a:pt x="1309" y="2592"/>
                  </a:cubicBezTo>
                  <a:cubicBezTo>
                    <a:pt x="1538" y="2592"/>
                    <a:pt x="1769" y="2547"/>
                    <a:pt x="1992" y="2456"/>
                  </a:cubicBezTo>
                  <a:cubicBezTo>
                    <a:pt x="2891" y="2092"/>
                    <a:pt x="2891" y="683"/>
                    <a:pt x="2648" y="221"/>
                  </a:cubicBezTo>
                  <a:cubicBezTo>
                    <a:pt x="2567" y="59"/>
                    <a:pt x="2497" y="0"/>
                    <a:pt x="239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21"/>
            <p:cNvSpPr/>
            <p:nvPr/>
          </p:nvSpPr>
          <p:spPr>
            <a:xfrm rot="10232062">
              <a:off x="259551" y="505895"/>
              <a:ext cx="122162" cy="100199"/>
            </a:xfrm>
            <a:custGeom>
              <a:avLst/>
              <a:gdLst/>
              <a:ahLst/>
              <a:cxnLst/>
              <a:rect l="l" t="t" r="r" b="b"/>
              <a:pathLst>
                <a:path w="1434" h="1176" extrusionOk="0">
                  <a:moveTo>
                    <a:pt x="1347" y="0"/>
                  </a:moveTo>
                  <a:cubicBezTo>
                    <a:pt x="1312" y="0"/>
                    <a:pt x="1281" y="23"/>
                    <a:pt x="1264" y="58"/>
                  </a:cubicBezTo>
                  <a:cubicBezTo>
                    <a:pt x="1069" y="520"/>
                    <a:pt x="49" y="1030"/>
                    <a:pt x="49" y="1030"/>
                  </a:cubicBezTo>
                  <a:cubicBezTo>
                    <a:pt x="25" y="1054"/>
                    <a:pt x="0" y="1103"/>
                    <a:pt x="25" y="1151"/>
                  </a:cubicBezTo>
                  <a:cubicBezTo>
                    <a:pt x="49" y="1176"/>
                    <a:pt x="73" y="1176"/>
                    <a:pt x="98" y="1176"/>
                  </a:cubicBezTo>
                  <a:lnTo>
                    <a:pt x="122" y="1176"/>
                  </a:lnTo>
                  <a:cubicBezTo>
                    <a:pt x="171" y="1151"/>
                    <a:pt x="1166" y="641"/>
                    <a:pt x="1409" y="107"/>
                  </a:cubicBezTo>
                  <a:cubicBezTo>
                    <a:pt x="1434" y="82"/>
                    <a:pt x="1409" y="34"/>
                    <a:pt x="1385" y="10"/>
                  </a:cubicBezTo>
                  <a:cubicBezTo>
                    <a:pt x="1372" y="3"/>
                    <a:pt x="1359" y="0"/>
                    <a:pt x="1347" y="0"/>
                  </a:cubicBezTo>
                  <a:close/>
                </a:path>
              </a:pathLst>
            </a:custGeom>
            <a:solidFill>
              <a:srgbClr val="261B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1"/>
            <p:cNvSpPr/>
            <p:nvPr/>
          </p:nvSpPr>
          <p:spPr>
            <a:xfrm rot="10232062">
              <a:off x="138246" y="172035"/>
              <a:ext cx="254633" cy="208407"/>
            </a:xfrm>
            <a:custGeom>
              <a:avLst/>
              <a:gdLst/>
              <a:ahLst/>
              <a:cxnLst/>
              <a:rect l="l" t="t" r="r" b="b"/>
              <a:pathLst>
                <a:path w="2989" h="2446" extrusionOk="0">
                  <a:moveTo>
                    <a:pt x="1122" y="0"/>
                  </a:moveTo>
                  <a:cubicBezTo>
                    <a:pt x="708" y="0"/>
                    <a:pt x="337" y="106"/>
                    <a:pt x="292" y="117"/>
                  </a:cubicBezTo>
                  <a:cubicBezTo>
                    <a:pt x="25" y="628"/>
                    <a:pt x="0" y="1211"/>
                    <a:pt x="267" y="1721"/>
                  </a:cubicBezTo>
                  <a:cubicBezTo>
                    <a:pt x="520" y="2255"/>
                    <a:pt x="1145" y="2445"/>
                    <a:pt x="1692" y="2445"/>
                  </a:cubicBezTo>
                  <a:cubicBezTo>
                    <a:pt x="2040" y="2445"/>
                    <a:pt x="2357" y="2368"/>
                    <a:pt x="2527" y="2255"/>
                  </a:cubicBezTo>
                  <a:cubicBezTo>
                    <a:pt x="2988" y="1939"/>
                    <a:pt x="2551" y="1842"/>
                    <a:pt x="2284" y="725"/>
                  </a:cubicBezTo>
                  <a:cubicBezTo>
                    <a:pt x="2128" y="140"/>
                    <a:pt x="1597" y="0"/>
                    <a:pt x="112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21"/>
            <p:cNvSpPr/>
            <p:nvPr/>
          </p:nvSpPr>
          <p:spPr>
            <a:xfrm rot="10232062">
              <a:off x="241030" y="237329"/>
              <a:ext cx="109810" cy="114769"/>
            </a:xfrm>
            <a:custGeom>
              <a:avLst/>
              <a:gdLst/>
              <a:ahLst/>
              <a:cxnLst/>
              <a:rect l="l" t="t" r="r" b="b"/>
              <a:pathLst>
                <a:path w="1289" h="1347" extrusionOk="0">
                  <a:moveTo>
                    <a:pt x="91" y="0"/>
                  </a:moveTo>
                  <a:cubicBezTo>
                    <a:pt x="78" y="0"/>
                    <a:pt x="64" y="3"/>
                    <a:pt x="49" y="11"/>
                  </a:cubicBezTo>
                  <a:cubicBezTo>
                    <a:pt x="1" y="35"/>
                    <a:pt x="1" y="83"/>
                    <a:pt x="25" y="132"/>
                  </a:cubicBezTo>
                  <a:cubicBezTo>
                    <a:pt x="49" y="156"/>
                    <a:pt x="632" y="1128"/>
                    <a:pt x="1167" y="1347"/>
                  </a:cubicBezTo>
                  <a:lnTo>
                    <a:pt x="1191" y="1347"/>
                  </a:lnTo>
                  <a:cubicBezTo>
                    <a:pt x="1215" y="1347"/>
                    <a:pt x="1240" y="1322"/>
                    <a:pt x="1264" y="1298"/>
                  </a:cubicBezTo>
                  <a:cubicBezTo>
                    <a:pt x="1288" y="1249"/>
                    <a:pt x="1264" y="1201"/>
                    <a:pt x="1215" y="1201"/>
                  </a:cubicBezTo>
                  <a:cubicBezTo>
                    <a:pt x="754" y="1006"/>
                    <a:pt x="171" y="35"/>
                    <a:pt x="171" y="35"/>
                  </a:cubicBezTo>
                  <a:cubicBezTo>
                    <a:pt x="154" y="18"/>
                    <a:pt x="124" y="0"/>
                    <a:pt x="91" y="0"/>
                  </a:cubicBezTo>
                  <a:close/>
                </a:path>
              </a:pathLst>
            </a:custGeom>
            <a:solidFill>
              <a:srgbClr val="261B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21"/>
            <p:cNvSpPr/>
            <p:nvPr/>
          </p:nvSpPr>
          <p:spPr>
            <a:xfrm rot="10232062">
              <a:off x="467454" y="143954"/>
              <a:ext cx="244239" cy="212326"/>
            </a:xfrm>
            <a:custGeom>
              <a:avLst/>
              <a:gdLst/>
              <a:ahLst/>
              <a:cxnLst/>
              <a:rect l="l" t="t" r="r" b="b"/>
              <a:pathLst>
                <a:path w="2867" h="2492" extrusionOk="0">
                  <a:moveTo>
                    <a:pt x="1588" y="0"/>
                  </a:moveTo>
                  <a:cubicBezTo>
                    <a:pt x="1396" y="0"/>
                    <a:pt x="1204" y="32"/>
                    <a:pt x="1021" y="99"/>
                  </a:cubicBezTo>
                  <a:cubicBezTo>
                    <a:pt x="122" y="391"/>
                    <a:pt x="0" y="1775"/>
                    <a:pt x="195" y="2261"/>
                  </a:cubicBezTo>
                  <a:cubicBezTo>
                    <a:pt x="272" y="2432"/>
                    <a:pt x="340" y="2492"/>
                    <a:pt x="447" y="2492"/>
                  </a:cubicBezTo>
                  <a:cubicBezTo>
                    <a:pt x="643" y="2492"/>
                    <a:pt x="970" y="2291"/>
                    <a:pt x="1725" y="2213"/>
                  </a:cubicBezTo>
                  <a:cubicBezTo>
                    <a:pt x="2867" y="2115"/>
                    <a:pt x="2624" y="439"/>
                    <a:pt x="2624" y="342"/>
                  </a:cubicBezTo>
                  <a:cubicBezTo>
                    <a:pt x="2321" y="119"/>
                    <a:pt x="1955" y="0"/>
                    <a:pt x="15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21"/>
            <p:cNvSpPr/>
            <p:nvPr/>
          </p:nvSpPr>
          <p:spPr>
            <a:xfrm rot="10232062">
              <a:off x="506806" y="218606"/>
              <a:ext cx="128381" cy="91934"/>
            </a:xfrm>
            <a:custGeom>
              <a:avLst/>
              <a:gdLst/>
              <a:ahLst/>
              <a:cxnLst/>
              <a:rect l="l" t="t" r="r" b="b"/>
              <a:pathLst>
                <a:path w="1507" h="1079" extrusionOk="0">
                  <a:moveTo>
                    <a:pt x="1423" y="0"/>
                  </a:moveTo>
                  <a:cubicBezTo>
                    <a:pt x="1411" y="0"/>
                    <a:pt x="1398" y="3"/>
                    <a:pt x="1385" y="10"/>
                  </a:cubicBezTo>
                  <a:cubicBezTo>
                    <a:pt x="1336" y="34"/>
                    <a:pt x="292" y="471"/>
                    <a:pt x="25" y="957"/>
                  </a:cubicBezTo>
                  <a:cubicBezTo>
                    <a:pt x="0" y="1006"/>
                    <a:pt x="0" y="1054"/>
                    <a:pt x="49" y="1079"/>
                  </a:cubicBezTo>
                  <a:lnTo>
                    <a:pt x="98" y="1079"/>
                  </a:lnTo>
                  <a:cubicBezTo>
                    <a:pt x="122" y="1079"/>
                    <a:pt x="146" y="1054"/>
                    <a:pt x="146" y="1054"/>
                  </a:cubicBezTo>
                  <a:cubicBezTo>
                    <a:pt x="413" y="593"/>
                    <a:pt x="1458" y="156"/>
                    <a:pt x="1458" y="156"/>
                  </a:cubicBezTo>
                  <a:cubicBezTo>
                    <a:pt x="1482" y="131"/>
                    <a:pt x="1506" y="83"/>
                    <a:pt x="1482" y="59"/>
                  </a:cubicBezTo>
                  <a:cubicBezTo>
                    <a:pt x="1482" y="23"/>
                    <a:pt x="1456" y="0"/>
                    <a:pt x="1423" y="0"/>
                  </a:cubicBezTo>
                  <a:close/>
                </a:path>
              </a:pathLst>
            </a:custGeom>
            <a:solidFill>
              <a:srgbClr val="261B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21"/>
            <p:cNvSpPr/>
            <p:nvPr/>
          </p:nvSpPr>
          <p:spPr>
            <a:xfrm rot="10232062">
              <a:off x="212752" y="211973"/>
              <a:ext cx="453381" cy="339193"/>
            </a:xfrm>
            <a:custGeom>
              <a:avLst/>
              <a:gdLst/>
              <a:ahLst/>
              <a:cxnLst/>
              <a:rect l="l" t="t" r="r" b="b"/>
              <a:pathLst>
                <a:path w="5322" h="3981" extrusionOk="0">
                  <a:moveTo>
                    <a:pt x="2229" y="0"/>
                  </a:moveTo>
                  <a:cubicBezTo>
                    <a:pt x="2176" y="0"/>
                    <a:pt x="2121" y="3"/>
                    <a:pt x="2061" y="9"/>
                  </a:cubicBezTo>
                  <a:cubicBezTo>
                    <a:pt x="1523" y="53"/>
                    <a:pt x="1298" y="507"/>
                    <a:pt x="1299" y="894"/>
                  </a:cubicBezTo>
                  <a:lnTo>
                    <a:pt x="1299" y="894"/>
                  </a:lnTo>
                  <a:cubicBezTo>
                    <a:pt x="1256" y="882"/>
                    <a:pt x="1211" y="870"/>
                    <a:pt x="1163" y="859"/>
                  </a:cubicBezTo>
                  <a:cubicBezTo>
                    <a:pt x="1123" y="851"/>
                    <a:pt x="1085" y="847"/>
                    <a:pt x="1048" y="847"/>
                  </a:cubicBezTo>
                  <a:cubicBezTo>
                    <a:pt x="240" y="847"/>
                    <a:pt x="0" y="2788"/>
                    <a:pt x="604" y="2997"/>
                  </a:cubicBezTo>
                  <a:cubicBezTo>
                    <a:pt x="676" y="3025"/>
                    <a:pt x="742" y="3037"/>
                    <a:pt x="801" y="3037"/>
                  </a:cubicBezTo>
                  <a:cubicBezTo>
                    <a:pt x="824" y="3037"/>
                    <a:pt x="847" y="3035"/>
                    <a:pt x="868" y="3032"/>
                  </a:cubicBezTo>
                  <a:lnTo>
                    <a:pt x="868" y="3032"/>
                  </a:lnTo>
                  <a:cubicBezTo>
                    <a:pt x="1077" y="3454"/>
                    <a:pt x="1536" y="3921"/>
                    <a:pt x="2132" y="3921"/>
                  </a:cubicBezTo>
                  <a:cubicBezTo>
                    <a:pt x="2149" y="3921"/>
                    <a:pt x="2166" y="3921"/>
                    <a:pt x="2183" y="3920"/>
                  </a:cubicBezTo>
                  <a:cubicBezTo>
                    <a:pt x="2358" y="3908"/>
                    <a:pt x="2491" y="3882"/>
                    <a:pt x="2590" y="3846"/>
                  </a:cubicBezTo>
                  <a:lnTo>
                    <a:pt x="2590" y="3846"/>
                  </a:lnTo>
                  <a:cubicBezTo>
                    <a:pt x="2678" y="3927"/>
                    <a:pt x="2799" y="3981"/>
                    <a:pt x="2960" y="3981"/>
                  </a:cubicBezTo>
                  <a:cubicBezTo>
                    <a:pt x="3070" y="3981"/>
                    <a:pt x="3199" y="3955"/>
                    <a:pt x="3349" y="3896"/>
                  </a:cubicBezTo>
                  <a:cubicBezTo>
                    <a:pt x="3931" y="3671"/>
                    <a:pt x="4211" y="3324"/>
                    <a:pt x="4262" y="3034"/>
                  </a:cubicBezTo>
                  <a:lnTo>
                    <a:pt x="4262" y="3034"/>
                  </a:lnTo>
                  <a:cubicBezTo>
                    <a:pt x="4365" y="3023"/>
                    <a:pt x="4482" y="2989"/>
                    <a:pt x="4612" y="2924"/>
                  </a:cubicBezTo>
                  <a:cubicBezTo>
                    <a:pt x="5321" y="2580"/>
                    <a:pt x="4915" y="1660"/>
                    <a:pt x="4479" y="1295"/>
                  </a:cubicBezTo>
                  <a:lnTo>
                    <a:pt x="4479" y="1295"/>
                  </a:lnTo>
                  <a:cubicBezTo>
                    <a:pt x="4597" y="1026"/>
                    <a:pt x="4485" y="563"/>
                    <a:pt x="3835" y="179"/>
                  </a:cubicBezTo>
                  <a:cubicBezTo>
                    <a:pt x="3619" y="52"/>
                    <a:pt x="3439" y="3"/>
                    <a:pt x="3289" y="3"/>
                  </a:cubicBezTo>
                  <a:cubicBezTo>
                    <a:pt x="3074" y="3"/>
                    <a:pt x="2921" y="104"/>
                    <a:pt x="2817" y="220"/>
                  </a:cubicBezTo>
                  <a:lnTo>
                    <a:pt x="2817" y="220"/>
                  </a:lnTo>
                  <a:cubicBezTo>
                    <a:pt x="2713" y="96"/>
                    <a:pt x="2527" y="0"/>
                    <a:pt x="222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21"/>
            <p:cNvSpPr/>
            <p:nvPr/>
          </p:nvSpPr>
          <p:spPr>
            <a:xfrm rot="10232062">
              <a:off x="230506" y="204162"/>
              <a:ext cx="422201" cy="355297"/>
            </a:xfrm>
            <a:custGeom>
              <a:avLst/>
              <a:gdLst/>
              <a:ahLst/>
              <a:cxnLst/>
              <a:rect l="l" t="t" r="r" b="b"/>
              <a:pathLst>
                <a:path w="4956" h="4170" extrusionOk="0">
                  <a:moveTo>
                    <a:pt x="2673" y="452"/>
                  </a:moveTo>
                  <a:cubicBezTo>
                    <a:pt x="2697" y="501"/>
                    <a:pt x="2721" y="574"/>
                    <a:pt x="2697" y="647"/>
                  </a:cubicBezTo>
                  <a:cubicBezTo>
                    <a:pt x="2697" y="695"/>
                    <a:pt x="2697" y="744"/>
                    <a:pt x="2648" y="768"/>
                  </a:cubicBezTo>
                  <a:lnTo>
                    <a:pt x="2600" y="768"/>
                  </a:lnTo>
                  <a:cubicBezTo>
                    <a:pt x="2575" y="768"/>
                    <a:pt x="2551" y="720"/>
                    <a:pt x="2551" y="671"/>
                  </a:cubicBezTo>
                  <a:cubicBezTo>
                    <a:pt x="2575" y="598"/>
                    <a:pt x="2624" y="525"/>
                    <a:pt x="2673" y="452"/>
                  </a:cubicBezTo>
                  <a:close/>
                  <a:moveTo>
                    <a:pt x="1264" y="1108"/>
                  </a:moveTo>
                  <a:lnTo>
                    <a:pt x="1264" y="1108"/>
                  </a:lnTo>
                  <a:cubicBezTo>
                    <a:pt x="1579" y="1230"/>
                    <a:pt x="1677" y="1400"/>
                    <a:pt x="1652" y="1448"/>
                  </a:cubicBezTo>
                  <a:cubicBezTo>
                    <a:pt x="1652" y="1473"/>
                    <a:pt x="1604" y="1473"/>
                    <a:pt x="1579" y="1473"/>
                  </a:cubicBezTo>
                  <a:cubicBezTo>
                    <a:pt x="1531" y="1473"/>
                    <a:pt x="1506" y="1473"/>
                    <a:pt x="1458" y="1448"/>
                  </a:cubicBezTo>
                  <a:cubicBezTo>
                    <a:pt x="1336" y="1400"/>
                    <a:pt x="1264" y="1254"/>
                    <a:pt x="1264" y="1108"/>
                  </a:cubicBezTo>
                  <a:close/>
                  <a:moveTo>
                    <a:pt x="3984" y="1303"/>
                  </a:moveTo>
                  <a:cubicBezTo>
                    <a:pt x="4009" y="1303"/>
                    <a:pt x="4033" y="1327"/>
                    <a:pt x="4081" y="1327"/>
                  </a:cubicBezTo>
                  <a:cubicBezTo>
                    <a:pt x="4130" y="1351"/>
                    <a:pt x="4179" y="1375"/>
                    <a:pt x="4252" y="1424"/>
                  </a:cubicBezTo>
                  <a:cubicBezTo>
                    <a:pt x="4203" y="1473"/>
                    <a:pt x="4130" y="1521"/>
                    <a:pt x="4057" y="1545"/>
                  </a:cubicBezTo>
                  <a:cubicBezTo>
                    <a:pt x="4039" y="1552"/>
                    <a:pt x="4019" y="1555"/>
                    <a:pt x="3999" y="1555"/>
                  </a:cubicBezTo>
                  <a:cubicBezTo>
                    <a:pt x="3940" y="1555"/>
                    <a:pt x="3881" y="1527"/>
                    <a:pt x="3863" y="1473"/>
                  </a:cubicBezTo>
                  <a:cubicBezTo>
                    <a:pt x="3839" y="1424"/>
                    <a:pt x="3839" y="1400"/>
                    <a:pt x="3863" y="1351"/>
                  </a:cubicBezTo>
                  <a:cubicBezTo>
                    <a:pt x="3887" y="1327"/>
                    <a:pt x="3936" y="1303"/>
                    <a:pt x="3984" y="1303"/>
                  </a:cubicBezTo>
                  <a:close/>
                  <a:moveTo>
                    <a:pt x="826" y="2541"/>
                  </a:moveTo>
                  <a:cubicBezTo>
                    <a:pt x="923" y="2541"/>
                    <a:pt x="972" y="2614"/>
                    <a:pt x="972" y="2687"/>
                  </a:cubicBezTo>
                  <a:cubicBezTo>
                    <a:pt x="996" y="2833"/>
                    <a:pt x="923" y="2979"/>
                    <a:pt x="778" y="3027"/>
                  </a:cubicBezTo>
                  <a:cubicBezTo>
                    <a:pt x="705" y="2906"/>
                    <a:pt x="681" y="2736"/>
                    <a:pt x="729" y="2590"/>
                  </a:cubicBezTo>
                  <a:cubicBezTo>
                    <a:pt x="729" y="2566"/>
                    <a:pt x="753" y="2541"/>
                    <a:pt x="802" y="2541"/>
                  </a:cubicBezTo>
                  <a:close/>
                  <a:moveTo>
                    <a:pt x="3720" y="2701"/>
                  </a:moveTo>
                  <a:cubicBezTo>
                    <a:pt x="3727" y="2701"/>
                    <a:pt x="3734" y="2704"/>
                    <a:pt x="3741" y="2712"/>
                  </a:cubicBezTo>
                  <a:lnTo>
                    <a:pt x="3814" y="2712"/>
                  </a:lnTo>
                  <a:cubicBezTo>
                    <a:pt x="3960" y="2736"/>
                    <a:pt x="4081" y="2906"/>
                    <a:pt x="4057" y="3052"/>
                  </a:cubicBezTo>
                  <a:cubicBezTo>
                    <a:pt x="4038" y="3055"/>
                    <a:pt x="4020" y="3056"/>
                    <a:pt x="4001" y="3056"/>
                  </a:cubicBezTo>
                  <a:cubicBezTo>
                    <a:pt x="3875" y="3056"/>
                    <a:pt x="3756" y="2987"/>
                    <a:pt x="3693" y="2882"/>
                  </a:cubicBezTo>
                  <a:cubicBezTo>
                    <a:pt x="3669" y="2833"/>
                    <a:pt x="3644" y="2784"/>
                    <a:pt x="3669" y="2736"/>
                  </a:cubicBezTo>
                  <a:cubicBezTo>
                    <a:pt x="3686" y="2719"/>
                    <a:pt x="3703" y="2701"/>
                    <a:pt x="3720" y="2701"/>
                  </a:cubicBezTo>
                  <a:close/>
                  <a:moveTo>
                    <a:pt x="2381" y="3343"/>
                  </a:moveTo>
                  <a:cubicBezTo>
                    <a:pt x="2527" y="3392"/>
                    <a:pt x="2624" y="3537"/>
                    <a:pt x="2648" y="3683"/>
                  </a:cubicBezTo>
                  <a:cubicBezTo>
                    <a:pt x="2648" y="3756"/>
                    <a:pt x="2600" y="3805"/>
                    <a:pt x="2478" y="3853"/>
                  </a:cubicBezTo>
                  <a:cubicBezTo>
                    <a:pt x="2405" y="3756"/>
                    <a:pt x="2357" y="3610"/>
                    <a:pt x="2357" y="3465"/>
                  </a:cubicBezTo>
                  <a:cubicBezTo>
                    <a:pt x="2357" y="3367"/>
                    <a:pt x="2381" y="3343"/>
                    <a:pt x="2381" y="3343"/>
                  </a:cubicBezTo>
                  <a:close/>
                  <a:moveTo>
                    <a:pt x="3124" y="188"/>
                  </a:moveTo>
                  <a:cubicBezTo>
                    <a:pt x="3276" y="188"/>
                    <a:pt x="3445" y="243"/>
                    <a:pt x="3620" y="355"/>
                  </a:cubicBezTo>
                  <a:cubicBezTo>
                    <a:pt x="4130" y="671"/>
                    <a:pt x="4300" y="1011"/>
                    <a:pt x="4276" y="1278"/>
                  </a:cubicBezTo>
                  <a:cubicBezTo>
                    <a:pt x="4203" y="1230"/>
                    <a:pt x="4154" y="1205"/>
                    <a:pt x="4081" y="1181"/>
                  </a:cubicBezTo>
                  <a:cubicBezTo>
                    <a:pt x="4033" y="1157"/>
                    <a:pt x="3984" y="1157"/>
                    <a:pt x="3936" y="1157"/>
                  </a:cubicBezTo>
                  <a:cubicBezTo>
                    <a:pt x="3839" y="1157"/>
                    <a:pt x="3741" y="1205"/>
                    <a:pt x="3693" y="1303"/>
                  </a:cubicBezTo>
                  <a:cubicBezTo>
                    <a:pt x="3644" y="1375"/>
                    <a:pt x="3644" y="1473"/>
                    <a:pt x="3693" y="1570"/>
                  </a:cubicBezTo>
                  <a:cubicBezTo>
                    <a:pt x="3741" y="1667"/>
                    <a:pt x="3863" y="1716"/>
                    <a:pt x="3984" y="1716"/>
                  </a:cubicBezTo>
                  <a:lnTo>
                    <a:pt x="4033" y="1716"/>
                  </a:lnTo>
                  <a:cubicBezTo>
                    <a:pt x="4154" y="1716"/>
                    <a:pt x="4276" y="1643"/>
                    <a:pt x="4349" y="1545"/>
                  </a:cubicBezTo>
                  <a:cubicBezTo>
                    <a:pt x="4616" y="1788"/>
                    <a:pt x="4762" y="2153"/>
                    <a:pt x="4762" y="2541"/>
                  </a:cubicBezTo>
                  <a:cubicBezTo>
                    <a:pt x="4737" y="2736"/>
                    <a:pt x="4592" y="2906"/>
                    <a:pt x="4422" y="2979"/>
                  </a:cubicBezTo>
                  <a:cubicBezTo>
                    <a:pt x="4349" y="3027"/>
                    <a:pt x="4276" y="3052"/>
                    <a:pt x="4203" y="3052"/>
                  </a:cubicBezTo>
                  <a:cubicBezTo>
                    <a:pt x="4203" y="2833"/>
                    <a:pt x="4057" y="2614"/>
                    <a:pt x="3814" y="2566"/>
                  </a:cubicBezTo>
                  <a:cubicBezTo>
                    <a:pt x="3791" y="2560"/>
                    <a:pt x="3767" y="2557"/>
                    <a:pt x="3742" y="2557"/>
                  </a:cubicBezTo>
                  <a:cubicBezTo>
                    <a:pt x="3662" y="2557"/>
                    <a:pt x="3578" y="2589"/>
                    <a:pt x="3523" y="2663"/>
                  </a:cubicBezTo>
                  <a:cubicBezTo>
                    <a:pt x="3474" y="2760"/>
                    <a:pt x="3474" y="2882"/>
                    <a:pt x="3547" y="2979"/>
                  </a:cubicBezTo>
                  <a:cubicBezTo>
                    <a:pt x="3644" y="3124"/>
                    <a:pt x="3814" y="3222"/>
                    <a:pt x="4009" y="3246"/>
                  </a:cubicBezTo>
                  <a:cubicBezTo>
                    <a:pt x="3839" y="3562"/>
                    <a:pt x="3547" y="3805"/>
                    <a:pt x="3207" y="3926"/>
                  </a:cubicBezTo>
                  <a:cubicBezTo>
                    <a:pt x="3093" y="3983"/>
                    <a:pt x="2979" y="4007"/>
                    <a:pt x="2865" y="4007"/>
                  </a:cubicBezTo>
                  <a:cubicBezTo>
                    <a:pt x="2785" y="4007"/>
                    <a:pt x="2704" y="3995"/>
                    <a:pt x="2624" y="3975"/>
                  </a:cubicBezTo>
                  <a:cubicBezTo>
                    <a:pt x="2721" y="3902"/>
                    <a:pt x="2770" y="3805"/>
                    <a:pt x="2794" y="3707"/>
                  </a:cubicBezTo>
                  <a:cubicBezTo>
                    <a:pt x="2770" y="3489"/>
                    <a:pt x="2624" y="3295"/>
                    <a:pt x="2405" y="3222"/>
                  </a:cubicBezTo>
                  <a:cubicBezTo>
                    <a:pt x="2393" y="3209"/>
                    <a:pt x="2387" y="3203"/>
                    <a:pt x="2381" y="3203"/>
                  </a:cubicBezTo>
                  <a:cubicBezTo>
                    <a:pt x="2375" y="3203"/>
                    <a:pt x="2369" y="3209"/>
                    <a:pt x="2357" y="3222"/>
                  </a:cubicBezTo>
                  <a:cubicBezTo>
                    <a:pt x="2284" y="3222"/>
                    <a:pt x="2211" y="3270"/>
                    <a:pt x="2211" y="3343"/>
                  </a:cubicBezTo>
                  <a:cubicBezTo>
                    <a:pt x="2138" y="3537"/>
                    <a:pt x="2187" y="3756"/>
                    <a:pt x="2308" y="3950"/>
                  </a:cubicBezTo>
                  <a:cubicBezTo>
                    <a:pt x="2211" y="3950"/>
                    <a:pt x="2114" y="3975"/>
                    <a:pt x="2041" y="3975"/>
                  </a:cubicBezTo>
                  <a:cubicBezTo>
                    <a:pt x="1531" y="3975"/>
                    <a:pt x="1069" y="3683"/>
                    <a:pt x="851" y="3222"/>
                  </a:cubicBezTo>
                  <a:cubicBezTo>
                    <a:pt x="1021" y="3124"/>
                    <a:pt x="1142" y="2930"/>
                    <a:pt x="1118" y="2736"/>
                  </a:cubicBezTo>
                  <a:cubicBezTo>
                    <a:pt x="1118" y="2546"/>
                    <a:pt x="989" y="2411"/>
                    <a:pt x="828" y="2411"/>
                  </a:cubicBezTo>
                  <a:cubicBezTo>
                    <a:pt x="804" y="2411"/>
                    <a:pt x="779" y="2414"/>
                    <a:pt x="753" y="2420"/>
                  </a:cubicBezTo>
                  <a:cubicBezTo>
                    <a:pt x="681" y="2420"/>
                    <a:pt x="608" y="2493"/>
                    <a:pt x="559" y="2566"/>
                  </a:cubicBezTo>
                  <a:cubicBezTo>
                    <a:pt x="511" y="2736"/>
                    <a:pt x="511" y="2930"/>
                    <a:pt x="608" y="3100"/>
                  </a:cubicBezTo>
                  <a:cubicBezTo>
                    <a:pt x="559" y="3100"/>
                    <a:pt x="511" y="3076"/>
                    <a:pt x="486" y="3076"/>
                  </a:cubicBezTo>
                  <a:cubicBezTo>
                    <a:pt x="243" y="2979"/>
                    <a:pt x="146" y="2493"/>
                    <a:pt x="243" y="1958"/>
                  </a:cubicBezTo>
                  <a:cubicBezTo>
                    <a:pt x="316" y="1545"/>
                    <a:pt x="535" y="1060"/>
                    <a:pt x="899" y="1060"/>
                  </a:cubicBezTo>
                  <a:lnTo>
                    <a:pt x="996" y="1060"/>
                  </a:lnTo>
                  <a:lnTo>
                    <a:pt x="1069" y="1084"/>
                  </a:lnTo>
                  <a:cubicBezTo>
                    <a:pt x="1045" y="1303"/>
                    <a:pt x="1191" y="1521"/>
                    <a:pt x="1385" y="1643"/>
                  </a:cubicBezTo>
                  <a:cubicBezTo>
                    <a:pt x="1444" y="1662"/>
                    <a:pt x="1497" y="1671"/>
                    <a:pt x="1545" y="1671"/>
                  </a:cubicBezTo>
                  <a:cubicBezTo>
                    <a:pt x="1675" y="1671"/>
                    <a:pt x="1762" y="1604"/>
                    <a:pt x="1798" y="1497"/>
                  </a:cubicBezTo>
                  <a:cubicBezTo>
                    <a:pt x="1847" y="1327"/>
                    <a:pt x="1652" y="1108"/>
                    <a:pt x="1239" y="962"/>
                  </a:cubicBezTo>
                  <a:cubicBezTo>
                    <a:pt x="1239" y="574"/>
                    <a:pt x="1531" y="234"/>
                    <a:pt x="1919" y="209"/>
                  </a:cubicBezTo>
                  <a:cubicBezTo>
                    <a:pt x="1976" y="197"/>
                    <a:pt x="2032" y="191"/>
                    <a:pt x="2088" y="191"/>
                  </a:cubicBezTo>
                  <a:cubicBezTo>
                    <a:pt x="2248" y="191"/>
                    <a:pt x="2401" y="241"/>
                    <a:pt x="2527" y="331"/>
                  </a:cubicBezTo>
                  <a:cubicBezTo>
                    <a:pt x="2454" y="428"/>
                    <a:pt x="2405" y="525"/>
                    <a:pt x="2357" y="647"/>
                  </a:cubicBezTo>
                  <a:cubicBezTo>
                    <a:pt x="2357" y="647"/>
                    <a:pt x="2357" y="671"/>
                    <a:pt x="2357" y="671"/>
                  </a:cubicBezTo>
                  <a:cubicBezTo>
                    <a:pt x="2381" y="768"/>
                    <a:pt x="2430" y="962"/>
                    <a:pt x="2575" y="962"/>
                  </a:cubicBezTo>
                  <a:cubicBezTo>
                    <a:pt x="2624" y="938"/>
                    <a:pt x="2673" y="938"/>
                    <a:pt x="2721" y="914"/>
                  </a:cubicBezTo>
                  <a:cubicBezTo>
                    <a:pt x="2770" y="865"/>
                    <a:pt x="2818" y="768"/>
                    <a:pt x="2843" y="695"/>
                  </a:cubicBezTo>
                  <a:cubicBezTo>
                    <a:pt x="2867" y="574"/>
                    <a:pt x="2818" y="428"/>
                    <a:pt x="2745" y="331"/>
                  </a:cubicBezTo>
                  <a:cubicBezTo>
                    <a:pt x="2851" y="237"/>
                    <a:pt x="2980" y="188"/>
                    <a:pt x="3124" y="188"/>
                  </a:cubicBezTo>
                  <a:close/>
                  <a:moveTo>
                    <a:pt x="2083" y="0"/>
                  </a:moveTo>
                  <a:cubicBezTo>
                    <a:pt x="2029" y="0"/>
                    <a:pt x="1974" y="5"/>
                    <a:pt x="1919" y="15"/>
                  </a:cubicBezTo>
                  <a:cubicBezTo>
                    <a:pt x="1482" y="64"/>
                    <a:pt x="1118" y="428"/>
                    <a:pt x="1094" y="890"/>
                  </a:cubicBezTo>
                  <a:lnTo>
                    <a:pt x="1045" y="890"/>
                  </a:lnTo>
                  <a:cubicBezTo>
                    <a:pt x="996" y="890"/>
                    <a:pt x="948" y="865"/>
                    <a:pt x="923" y="865"/>
                  </a:cubicBezTo>
                  <a:cubicBezTo>
                    <a:pt x="438" y="865"/>
                    <a:pt x="170" y="1424"/>
                    <a:pt x="98" y="1910"/>
                  </a:cubicBezTo>
                  <a:cubicBezTo>
                    <a:pt x="0" y="2444"/>
                    <a:pt x="98" y="3052"/>
                    <a:pt x="438" y="3197"/>
                  </a:cubicBezTo>
                  <a:cubicBezTo>
                    <a:pt x="535" y="3222"/>
                    <a:pt x="608" y="3246"/>
                    <a:pt x="705" y="3246"/>
                  </a:cubicBezTo>
                  <a:cubicBezTo>
                    <a:pt x="948" y="3732"/>
                    <a:pt x="1434" y="4072"/>
                    <a:pt x="1992" y="4096"/>
                  </a:cubicBezTo>
                  <a:lnTo>
                    <a:pt x="2065" y="4096"/>
                  </a:lnTo>
                  <a:cubicBezTo>
                    <a:pt x="2187" y="4096"/>
                    <a:pt x="2308" y="4072"/>
                    <a:pt x="2430" y="4048"/>
                  </a:cubicBezTo>
                  <a:cubicBezTo>
                    <a:pt x="2551" y="4120"/>
                    <a:pt x="2697" y="4169"/>
                    <a:pt x="2843" y="4169"/>
                  </a:cubicBezTo>
                  <a:cubicBezTo>
                    <a:pt x="2988" y="4169"/>
                    <a:pt x="3134" y="4120"/>
                    <a:pt x="3280" y="4072"/>
                  </a:cubicBezTo>
                  <a:cubicBezTo>
                    <a:pt x="3693" y="3926"/>
                    <a:pt x="4033" y="3610"/>
                    <a:pt x="4203" y="3197"/>
                  </a:cubicBezTo>
                  <a:cubicBezTo>
                    <a:pt x="4300" y="3173"/>
                    <a:pt x="4397" y="3149"/>
                    <a:pt x="4494" y="3100"/>
                  </a:cubicBezTo>
                  <a:cubicBezTo>
                    <a:pt x="4737" y="3003"/>
                    <a:pt x="4907" y="2784"/>
                    <a:pt x="4932" y="2517"/>
                  </a:cubicBezTo>
                  <a:cubicBezTo>
                    <a:pt x="4956" y="2080"/>
                    <a:pt x="4762" y="1643"/>
                    <a:pt x="4446" y="1351"/>
                  </a:cubicBezTo>
                  <a:cubicBezTo>
                    <a:pt x="4543" y="1035"/>
                    <a:pt x="4349" y="574"/>
                    <a:pt x="3741" y="209"/>
                  </a:cubicBezTo>
                  <a:cubicBezTo>
                    <a:pt x="3523" y="88"/>
                    <a:pt x="3322" y="27"/>
                    <a:pt x="3143" y="27"/>
                  </a:cubicBezTo>
                  <a:cubicBezTo>
                    <a:pt x="2964" y="27"/>
                    <a:pt x="2806" y="88"/>
                    <a:pt x="2673" y="209"/>
                  </a:cubicBezTo>
                  <a:cubicBezTo>
                    <a:pt x="2499" y="74"/>
                    <a:pt x="2294" y="0"/>
                    <a:pt x="2083" y="0"/>
                  </a:cubicBezTo>
                  <a:close/>
                </a:path>
              </a:pathLst>
            </a:custGeom>
            <a:solidFill>
              <a:srgbClr val="261B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21"/>
            <p:cNvSpPr/>
            <p:nvPr/>
          </p:nvSpPr>
          <p:spPr>
            <a:xfrm rot="10232062">
              <a:off x="373215" y="314255"/>
              <a:ext cx="132470" cy="134621"/>
            </a:xfrm>
            <a:custGeom>
              <a:avLst/>
              <a:gdLst/>
              <a:ahLst/>
              <a:cxnLst/>
              <a:rect l="l" t="t" r="r" b="b"/>
              <a:pathLst>
                <a:path w="1555" h="1580" extrusionOk="0">
                  <a:moveTo>
                    <a:pt x="777" y="1"/>
                  </a:moveTo>
                  <a:cubicBezTo>
                    <a:pt x="340" y="1"/>
                    <a:pt x="0" y="365"/>
                    <a:pt x="0" y="802"/>
                  </a:cubicBezTo>
                  <a:cubicBezTo>
                    <a:pt x="0" y="1239"/>
                    <a:pt x="340" y="1580"/>
                    <a:pt x="777" y="1580"/>
                  </a:cubicBezTo>
                  <a:cubicBezTo>
                    <a:pt x="1215" y="1580"/>
                    <a:pt x="1555" y="1239"/>
                    <a:pt x="1555" y="802"/>
                  </a:cubicBezTo>
                  <a:cubicBezTo>
                    <a:pt x="1555" y="365"/>
                    <a:pt x="1215" y="1"/>
                    <a:pt x="777"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3278250" y="2532650"/>
            <a:ext cx="2587500" cy="627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29" name="Google Shape;129;p22"/>
          <p:cNvSpPr txBox="1">
            <a:spLocks noGrp="1"/>
          </p:cNvSpPr>
          <p:nvPr>
            <p:ph type="subTitle" idx="1"/>
          </p:nvPr>
        </p:nvSpPr>
        <p:spPr>
          <a:xfrm>
            <a:off x="3192450" y="3213963"/>
            <a:ext cx="2759100" cy="505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Font typeface="Arial"/>
              <a:buNone/>
              <a:defRPr sz="1400">
                <a:solidFill>
                  <a:schemeClr val="dk1"/>
                </a:solidFill>
                <a:latin typeface="Arial"/>
                <a:ea typeface="Arial"/>
                <a:cs typeface="Arial"/>
                <a:sym typeface="Arial"/>
              </a:defRPr>
            </a:lvl1pPr>
            <a:lvl2pPr lvl="1"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2pPr>
            <a:lvl3pPr lvl="2"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3pPr>
            <a:lvl4pPr lvl="3"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4pPr>
            <a:lvl5pPr lvl="4"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5pPr>
            <a:lvl6pPr lvl="5"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6pPr>
            <a:lvl7pPr lvl="6"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7pPr>
            <a:lvl8pPr lvl="7"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8pPr>
            <a:lvl9pPr lvl="8"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9pPr>
          </a:lstStyle>
          <a:p>
            <a:endParaRPr/>
          </a:p>
        </p:txBody>
      </p:sp>
      <p:sp>
        <p:nvSpPr>
          <p:cNvPr id="130" name="Google Shape;130;p22"/>
          <p:cNvSpPr txBox="1">
            <a:spLocks noGrp="1"/>
          </p:cNvSpPr>
          <p:nvPr>
            <p:ph type="title" idx="2"/>
          </p:nvPr>
        </p:nvSpPr>
        <p:spPr>
          <a:xfrm>
            <a:off x="3507450" y="1220213"/>
            <a:ext cx="2129100" cy="1379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0"/>
              <a:buNone/>
              <a:defRPr sz="10000">
                <a:latin typeface="Arial"/>
                <a:ea typeface="Arial"/>
                <a:cs typeface="Arial"/>
                <a:sym typeface="Aria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grpSp>
        <p:nvGrpSpPr>
          <p:cNvPr id="131" name="Google Shape;131;p22"/>
          <p:cNvGrpSpPr/>
          <p:nvPr/>
        </p:nvGrpSpPr>
        <p:grpSpPr>
          <a:xfrm>
            <a:off x="490201" y="2041207"/>
            <a:ext cx="2037701" cy="1610804"/>
            <a:chOff x="855987" y="2204128"/>
            <a:chExt cx="1217483" cy="962421"/>
          </a:xfrm>
        </p:grpSpPr>
        <p:grpSp>
          <p:nvGrpSpPr>
            <p:cNvPr id="132" name="Google Shape;132;p22"/>
            <p:cNvGrpSpPr/>
            <p:nvPr/>
          </p:nvGrpSpPr>
          <p:grpSpPr>
            <a:xfrm>
              <a:off x="855987" y="2204128"/>
              <a:ext cx="1146638" cy="962421"/>
              <a:chOff x="958238" y="2157575"/>
              <a:chExt cx="1115190" cy="936025"/>
            </a:xfrm>
          </p:grpSpPr>
          <p:sp>
            <p:nvSpPr>
              <p:cNvPr id="133" name="Google Shape;133;p22"/>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22"/>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22"/>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22"/>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22"/>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22"/>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9" name="Google Shape;139;p22"/>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0" name="Google Shape;140;p22"/>
          <p:cNvGrpSpPr/>
          <p:nvPr/>
        </p:nvGrpSpPr>
        <p:grpSpPr>
          <a:xfrm>
            <a:off x="6118692" y="214687"/>
            <a:ext cx="2525880" cy="1610799"/>
            <a:chOff x="7239867" y="1514550"/>
            <a:chExt cx="2525880" cy="1610799"/>
          </a:xfrm>
        </p:grpSpPr>
        <p:grpSp>
          <p:nvGrpSpPr>
            <p:cNvPr id="141" name="Google Shape;141;p22"/>
            <p:cNvGrpSpPr/>
            <p:nvPr/>
          </p:nvGrpSpPr>
          <p:grpSpPr>
            <a:xfrm>
              <a:off x="7346663" y="1514550"/>
              <a:ext cx="2419084" cy="1551618"/>
              <a:chOff x="7410211" y="1555307"/>
              <a:chExt cx="2355486" cy="1510826"/>
            </a:xfrm>
          </p:grpSpPr>
          <p:grpSp>
            <p:nvGrpSpPr>
              <p:cNvPr id="142" name="Google Shape;142;p22"/>
              <p:cNvGrpSpPr/>
              <p:nvPr/>
            </p:nvGrpSpPr>
            <p:grpSpPr>
              <a:xfrm>
                <a:off x="7410211" y="1555307"/>
                <a:ext cx="2355486" cy="1510826"/>
                <a:chOff x="761258" y="2062484"/>
                <a:chExt cx="1646502" cy="1056078"/>
              </a:xfrm>
            </p:grpSpPr>
            <p:sp>
              <p:nvSpPr>
                <p:cNvPr id="143" name="Google Shape;143;p22"/>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22"/>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22"/>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22"/>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22"/>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22"/>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9" name="Google Shape;149;p22"/>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22"/>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1" name="Google Shape;151;p22"/>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2" name="Google Shape;152;p22"/>
          <p:cNvSpPr/>
          <p:nvPr/>
        </p:nvSpPr>
        <p:spPr>
          <a:xfrm>
            <a:off x="710027" y="4529276"/>
            <a:ext cx="2759105" cy="634799"/>
          </a:xfrm>
          <a:custGeom>
            <a:avLst/>
            <a:gdLst/>
            <a:ahLst/>
            <a:cxnLst/>
            <a:rect l="l" t="t" r="r" b="b"/>
            <a:pathLst>
              <a:path w="7289" h="1677" extrusionOk="0">
                <a:moveTo>
                  <a:pt x="2819" y="1"/>
                </a:moveTo>
                <a:lnTo>
                  <a:pt x="2114" y="1191"/>
                </a:lnTo>
                <a:lnTo>
                  <a:pt x="1604" y="268"/>
                </a:lnTo>
                <a:lnTo>
                  <a:pt x="1118" y="1361"/>
                </a:lnTo>
                <a:lnTo>
                  <a:pt x="584" y="754"/>
                </a:lnTo>
                <a:lnTo>
                  <a:pt x="1" y="1677"/>
                </a:lnTo>
                <a:lnTo>
                  <a:pt x="7289" y="1677"/>
                </a:lnTo>
                <a:lnTo>
                  <a:pt x="6657" y="559"/>
                </a:lnTo>
                <a:lnTo>
                  <a:pt x="6001" y="1191"/>
                </a:lnTo>
                <a:lnTo>
                  <a:pt x="5394" y="268"/>
                </a:lnTo>
                <a:lnTo>
                  <a:pt x="4738" y="1191"/>
                </a:lnTo>
                <a:lnTo>
                  <a:pt x="4252" y="1"/>
                </a:lnTo>
                <a:lnTo>
                  <a:pt x="3353" y="1118"/>
                </a:lnTo>
                <a:lnTo>
                  <a:pt x="28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2">
  <p:cSld name="TITLE_ONLY_1_1">
    <p:bg>
      <p:bgPr>
        <a:blipFill>
          <a:blip r:embed="rId2">
            <a:alphaModFix/>
          </a:blip>
          <a:stretch>
            <a:fillRect/>
          </a:stretch>
        </a:blipFill>
        <a:effectLst/>
      </p:bgPr>
    </p:bg>
    <p:spTree>
      <p:nvGrpSpPr>
        <p:cNvPr id="1" name="Shape 153"/>
        <p:cNvGrpSpPr/>
        <p:nvPr/>
      </p:nvGrpSpPr>
      <p:grpSpPr>
        <a:xfrm>
          <a:off x="0" y="0"/>
          <a:ext cx="0" cy="0"/>
          <a:chOff x="0" y="0"/>
          <a:chExt cx="0" cy="0"/>
        </a:xfrm>
      </p:grpSpPr>
      <p:sp>
        <p:nvSpPr>
          <p:cNvPr id="154" name="Google Shape;154;p23"/>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grpSp>
        <p:nvGrpSpPr>
          <p:cNvPr id="155" name="Google Shape;155;p23"/>
          <p:cNvGrpSpPr/>
          <p:nvPr/>
        </p:nvGrpSpPr>
        <p:grpSpPr>
          <a:xfrm>
            <a:off x="8460808" y="926675"/>
            <a:ext cx="1025973" cy="811032"/>
            <a:chOff x="855987" y="2204128"/>
            <a:chExt cx="1217483" cy="962421"/>
          </a:xfrm>
        </p:grpSpPr>
        <p:grpSp>
          <p:nvGrpSpPr>
            <p:cNvPr id="156" name="Google Shape;156;p23"/>
            <p:cNvGrpSpPr/>
            <p:nvPr/>
          </p:nvGrpSpPr>
          <p:grpSpPr>
            <a:xfrm>
              <a:off x="855987" y="2204128"/>
              <a:ext cx="1146638" cy="962421"/>
              <a:chOff x="958238" y="2157575"/>
              <a:chExt cx="1115190" cy="936025"/>
            </a:xfrm>
          </p:grpSpPr>
          <p:sp>
            <p:nvSpPr>
              <p:cNvPr id="157" name="Google Shape;157;p23"/>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23"/>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23"/>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23"/>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23"/>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23"/>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3" name="Google Shape;163;p23"/>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64" name="Google Shape;164;p23"/>
          <p:cNvGrpSpPr/>
          <p:nvPr/>
        </p:nvGrpSpPr>
        <p:grpSpPr>
          <a:xfrm rot="3617422">
            <a:off x="59340" y="4604956"/>
            <a:ext cx="639248" cy="382015"/>
            <a:chOff x="1202177" y="4613417"/>
            <a:chExt cx="528376" cy="315758"/>
          </a:xfrm>
        </p:grpSpPr>
        <p:sp>
          <p:nvSpPr>
            <p:cNvPr id="165" name="Google Shape;165;p23"/>
            <p:cNvSpPr/>
            <p:nvPr/>
          </p:nvSpPr>
          <p:spPr>
            <a:xfrm>
              <a:off x="1564214" y="4671691"/>
              <a:ext cx="166339" cy="48340"/>
            </a:xfrm>
            <a:custGeom>
              <a:avLst/>
              <a:gdLst/>
              <a:ahLst/>
              <a:cxnLst/>
              <a:rect l="l" t="t" r="r" b="b"/>
              <a:pathLst>
                <a:path w="1507" h="438" extrusionOk="0">
                  <a:moveTo>
                    <a:pt x="1409" y="1"/>
                  </a:moveTo>
                  <a:lnTo>
                    <a:pt x="73" y="316"/>
                  </a:lnTo>
                  <a:cubicBezTo>
                    <a:pt x="25" y="316"/>
                    <a:pt x="0" y="341"/>
                    <a:pt x="25" y="389"/>
                  </a:cubicBezTo>
                  <a:cubicBezTo>
                    <a:pt x="25" y="414"/>
                    <a:pt x="49" y="438"/>
                    <a:pt x="73" y="438"/>
                  </a:cubicBezTo>
                  <a:lnTo>
                    <a:pt x="98" y="438"/>
                  </a:lnTo>
                  <a:lnTo>
                    <a:pt x="1434" y="122"/>
                  </a:lnTo>
                  <a:cubicBezTo>
                    <a:pt x="1506" y="122"/>
                    <a:pt x="1482" y="1"/>
                    <a:pt x="14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3"/>
            <p:cNvSpPr/>
            <p:nvPr/>
          </p:nvSpPr>
          <p:spPr>
            <a:xfrm>
              <a:off x="1602846" y="4613417"/>
              <a:ext cx="60708" cy="176363"/>
            </a:xfrm>
            <a:custGeom>
              <a:avLst/>
              <a:gdLst/>
              <a:ahLst/>
              <a:cxnLst/>
              <a:rect l="l" t="t" r="r" b="b"/>
              <a:pathLst>
                <a:path w="550" h="1598" extrusionOk="0">
                  <a:moveTo>
                    <a:pt x="77" y="0"/>
                  </a:moveTo>
                  <a:cubicBezTo>
                    <a:pt x="39" y="0"/>
                    <a:pt x="0" y="32"/>
                    <a:pt x="15" y="91"/>
                  </a:cubicBezTo>
                  <a:lnTo>
                    <a:pt x="403" y="1573"/>
                  </a:lnTo>
                  <a:cubicBezTo>
                    <a:pt x="428" y="1597"/>
                    <a:pt x="452" y="1597"/>
                    <a:pt x="476" y="1597"/>
                  </a:cubicBezTo>
                  <a:lnTo>
                    <a:pt x="501" y="1597"/>
                  </a:lnTo>
                  <a:cubicBezTo>
                    <a:pt x="525" y="1597"/>
                    <a:pt x="549" y="1549"/>
                    <a:pt x="525" y="1525"/>
                  </a:cubicBezTo>
                  <a:lnTo>
                    <a:pt x="136" y="43"/>
                  </a:lnTo>
                  <a:cubicBezTo>
                    <a:pt x="127" y="14"/>
                    <a:pt x="102" y="0"/>
                    <a:pt x="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3"/>
            <p:cNvSpPr/>
            <p:nvPr/>
          </p:nvSpPr>
          <p:spPr>
            <a:xfrm>
              <a:off x="1582978" y="4629421"/>
              <a:ext cx="104638" cy="138950"/>
            </a:xfrm>
            <a:custGeom>
              <a:avLst/>
              <a:gdLst/>
              <a:ahLst/>
              <a:cxnLst/>
              <a:rect l="l" t="t" r="r" b="b"/>
              <a:pathLst>
                <a:path w="948" h="1259" extrusionOk="0">
                  <a:moveTo>
                    <a:pt x="875" y="1"/>
                  </a:moveTo>
                  <a:cubicBezTo>
                    <a:pt x="857" y="1"/>
                    <a:pt x="838" y="7"/>
                    <a:pt x="826" y="19"/>
                  </a:cubicBezTo>
                  <a:lnTo>
                    <a:pt x="25" y="1161"/>
                  </a:lnTo>
                  <a:cubicBezTo>
                    <a:pt x="0" y="1185"/>
                    <a:pt x="0" y="1234"/>
                    <a:pt x="49" y="1258"/>
                  </a:cubicBezTo>
                  <a:lnTo>
                    <a:pt x="122" y="1258"/>
                  </a:lnTo>
                  <a:lnTo>
                    <a:pt x="924" y="92"/>
                  </a:lnTo>
                  <a:cubicBezTo>
                    <a:pt x="948" y="68"/>
                    <a:pt x="948" y="19"/>
                    <a:pt x="924" y="19"/>
                  </a:cubicBezTo>
                  <a:cubicBezTo>
                    <a:pt x="911" y="7"/>
                    <a:pt x="893" y="1"/>
                    <a:pt x="87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3"/>
            <p:cNvSpPr/>
            <p:nvPr/>
          </p:nvSpPr>
          <p:spPr>
            <a:xfrm>
              <a:off x="1548982" y="4644430"/>
              <a:ext cx="160158" cy="102419"/>
            </a:xfrm>
            <a:custGeom>
              <a:avLst/>
              <a:gdLst/>
              <a:ahLst/>
              <a:cxnLst/>
              <a:rect l="l" t="t" r="r" b="b"/>
              <a:pathLst>
                <a:path w="1451" h="928" extrusionOk="0">
                  <a:moveTo>
                    <a:pt x="115" y="1"/>
                  </a:moveTo>
                  <a:cubicBezTo>
                    <a:pt x="51" y="1"/>
                    <a:pt x="0" y="83"/>
                    <a:pt x="65" y="126"/>
                  </a:cubicBezTo>
                  <a:lnTo>
                    <a:pt x="1329" y="928"/>
                  </a:lnTo>
                  <a:lnTo>
                    <a:pt x="1377" y="928"/>
                  </a:lnTo>
                  <a:cubicBezTo>
                    <a:pt x="1426" y="928"/>
                    <a:pt x="1450" y="831"/>
                    <a:pt x="1402" y="806"/>
                  </a:cubicBezTo>
                  <a:lnTo>
                    <a:pt x="138" y="5"/>
                  </a:lnTo>
                  <a:cubicBezTo>
                    <a:pt x="130" y="2"/>
                    <a:pt x="123" y="1"/>
                    <a:pt x="1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3"/>
            <p:cNvSpPr/>
            <p:nvPr/>
          </p:nvSpPr>
          <p:spPr>
            <a:xfrm>
              <a:off x="1202177" y="4673346"/>
              <a:ext cx="177156" cy="151310"/>
            </a:xfrm>
            <a:custGeom>
              <a:avLst/>
              <a:gdLst/>
              <a:ahLst/>
              <a:cxnLst/>
              <a:rect l="l" t="t" r="r" b="b"/>
              <a:pathLst>
                <a:path w="1605" h="1371" extrusionOk="0">
                  <a:moveTo>
                    <a:pt x="924" y="131"/>
                  </a:moveTo>
                  <a:cubicBezTo>
                    <a:pt x="1216" y="131"/>
                    <a:pt x="1458" y="374"/>
                    <a:pt x="1483" y="690"/>
                  </a:cubicBezTo>
                  <a:cubicBezTo>
                    <a:pt x="1483" y="1019"/>
                    <a:pt x="1204" y="1248"/>
                    <a:pt x="911" y="1248"/>
                  </a:cubicBezTo>
                  <a:cubicBezTo>
                    <a:pt x="771" y="1248"/>
                    <a:pt x="629" y="1196"/>
                    <a:pt x="511" y="1079"/>
                  </a:cubicBezTo>
                  <a:cubicBezTo>
                    <a:pt x="171" y="739"/>
                    <a:pt x="414" y="131"/>
                    <a:pt x="924" y="131"/>
                  </a:cubicBezTo>
                  <a:close/>
                  <a:moveTo>
                    <a:pt x="907" y="1"/>
                  </a:moveTo>
                  <a:cubicBezTo>
                    <a:pt x="740" y="1"/>
                    <a:pt x="571" y="63"/>
                    <a:pt x="438" y="204"/>
                  </a:cubicBezTo>
                  <a:cubicBezTo>
                    <a:pt x="1" y="641"/>
                    <a:pt x="317" y="1370"/>
                    <a:pt x="924" y="1370"/>
                  </a:cubicBezTo>
                  <a:cubicBezTo>
                    <a:pt x="1288" y="1370"/>
                    <a:pt x="1604" y="1079"/>
                    <a:pt x="1604" y="690"/>
                  </a:cubicBezTo>
                  <a:cubicBezTo>
                    <a:pt x="1604" y="278"/>
                    <a:pt x="1258" y="1"/>
                    <a:pt x="9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23"/>
            <p:cNvSpPr/>
            <p:nvPr/>
          </p:nvSpPr>
          <p:spPr>
            <a:xfrm>
              <a:off x="1389928" y="4832385"/>
              <a:ext cx="115344" cy="96790"/>
            </a:xfrm>
            <a:custGeom>
              <a:avLst/>
              <a:gdLst/>
              <a:ahLst/>
              <a:cxnLst/>
              <a:rect l="l" t="t" r="r" b="b"/>
              <a:pathLst>
                <a:path w="1045" h="877" extrusionOk="0">
                  <a:moveTo>
                    <a:pt x="583" y="124"/>
                  </a:moveTo>
                  <a:cubicBezTo>
                    <a:pt x="753" y="124"/>
                    <a:pt x="899" y="269"/>
                    <a:pt x="899" y="439"/>
                  </a:cubicBezTo>
                  <a:cubicBezTo>
                    <a:pt x="899" y="622"/>
                    <a:pt x="741" y="747"/>
                    <a:pt x="587" y="747"/>
                  </a:cubicBezTo>
                  <a:cubicBezTo>
                    <a:pt x="515" y="747"/>
                    <a:pt x="443" y="720"/>
                    <a:pt x="389" y="658"/>
                  </a:cubicBezTo>
                  <a:cubicBezTo>
                    <a:pt x="195" y="464"/>
                    <a:pt x="316" y="124"/>
                    <a:pt x="583" y="124"/>
                  </a:cubicBezTo>
                  <a:close/>
                  <a:moveTo>
                    <a:pt x="584" y="0"/>
                  </a:moveTo>
                  <a:cubicBezTo>
                    <a:pt x="473" y="0"/>
                    <a:pt x="361" y="38"/>
                    <a:pt x="268" y="124"/>
                  </a:cubicBezTo>
                  <a:cubicBezTo>
                    <a:pt x="0" y="415"/>
                    <a:pt x="195" y="877"/>
                    <a:pt x="583" y="877"/>
                  </a:cubicBezTo>
                  <a:cubicBezTo>
                    <a:pt x="826" y="877"/>
                    <a:pt x="1021" y="682"/>
                    <a:pt x="1045" y="439"/>
                  </a:cubicBezTo>
                  <a:cubicBezTo>
                    <a:pt x="1045" y="175"/>
                    <a:pt x="820" y="0"/>
                    <a:pt x="5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1" name="Google Shape;171;p23"/>
          <p:cNvGrpSpPr/>
          <p:nvPr/>
        </p:nvGrpSpPr>
        <p:grpSpPr>
          <a:xfrm>
            <a:off x="8460810" y="4194779"/>
            <a:ext cx="666114" cy="973447"/>
            <a:chOff x="-1047799" y="3300294"/>
            <a:chExt cx="439013" cy="641607"/>
          </a:xfrm>
        </p:grpSpPr>
        <p:sp>
          <p:nvSpPr>
            <p:cNvPr id="172" name="Google Shape;172;p23"/>
            <p:cNvSpPr/>
            <p:nvPr/>
          </p:nvSpPr>
          <p:spPr>
            <a:xfrm>
              <a:off x="-994003" y="3750695"/>
              <a:ext cx="138774" cy="63785"/>
            </a:xfrm>
            <a:custGeom>
              <a:avLst/>
              <a:gdLst/>
              <a:ahLst/>
              <a:cxnLst/>
              <a:rect l="l" t="t" r="r" b="b"/>
              <a:pathLst>
                <a:path w="1847" h="849" extrusionOk="0">
                  <a:moveTo>
                    <a:pt x="728" y="0"/>
                  </a:moveTo>
                  <a:cubicBezTo>
                    <a:pt x="502" y="0"/>
                    <a:pt x="254" y="68"/>
                    <a:pt x="1" y="252"/>
                  </a:cubicBezTo>
                  <a:cubicBezTo>
                    <a:pt x="1" y="252"/>
                    <a:pt x="350" y="848"/>
                    <a:pt x="1002" y="848"/>
                  </a:cubicBezTo>
                  <a:cubicBezTo>
                    <a:pt x="1243" y="848"/>
                    <a:pt x="1526" y="767"/>
                    <a:pt x="1847" y="544"/>
                  </a:cubicBezTo>
                  <a:cubicBezTo>
                    <a:pt x="1847" y="544"/>
                    <a:pt x="1369" y="0"/>
                    <a:pt x="72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23"/>
            <p:cNvSpPr/>
            <p:nvPr/>
          </p:nvSpPr>
          <p:spPr>
            <a:xfrm>
              <a:off x="-950199" y="3777592"/>
              <a:ext cx="98652" cy="17656"/>
            </a:xfrm>
            <a:custGeom>
              <a:avLst/>
              <a:gdLst/>
              <a:ahLst/>
              <a:cxnLst/>
              <a:rect l="l" t="t" r="r" b="b"/>
              <a:pathLst>
                <a:path w="1313" h="235" extrusionOk="0">
                  <a:moveTo>
                    <a:pt x="500" y="0"/>
                  </a:moveTo>
                  <a:cubicBezTo>
                    <a:pt x="349" y="0"/>
                    <a:pt x="197" y="14"/>
                    <a:pt x="49" y="40"/>
                  </a:cubicBezTo>
                  <a:cubicBezTo>
                    <a:pt x="25" y="40"/>
                    <a:pt x="1" y="64"/>
                    <a:pt x="25" y="89"/>
                  </a:cubicBezTo>
                  <a:cubicBezTo>
                    <a:pt x="25" y="113"/>
                    <a:pt x="49" y="113"/>
                    <a:pt x="73" y="113"/>
                  </a:cubicBezTo>
                  <a:cubicBezTo>
                    <a:pt x="191" y="98"/>
                    <a:pt x="311" y="90"/>
                    <a:pt x="431" y="90"/>
                  </a:cubicBezTo>
                  <a:cubicBezTo>
                    <a:pt x="708" y="90"/>
                    <a:pt x="985" y="133"/>
                    <a:pt x="1239" y="234"/>
                  </a:cubicBezTo>
                  <a:lnTo>
                    <a:pt x="1264" y="234"/>
                  </a:lnTo>
                  <a:cubicBezTo>
                    <a:pt x="1288" y="234"/>
                    <a:pt x="1288" y="210"/>
                    <a:pt x="1312" y="210"/>
                  </a:cubicBezTo>
                  <a:cubicBezTo>
                    <a:pt x="1312" y="186"/>
                    <a:pt x="1312" y="162"/>
                    <a:pt x="1288" y="137"/>
                  </a:cubicBezTo>
                  <a:cubicBezTo>
                    <a:pt x="1039" y="44"/>
                    <a:pt x="770" y="0"/>
                    <a:pt x="5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23"/>
            <p:cNvSpPr/>
            <p:nvPr/>
          </p:nvSpPr>
          <p:spPr>
            <a:xfrm>
              <a:off x="-949448" y="3639053"/>
              <a:ext cx="114280" cy="249281"/>
            </a:xfrm>
            <a:custGeom>
              <a:avLst/>
              <a:gdLst/>
              <a:ahLst/>
              <a:cxnLst/>
              <a:rect l="l" t="t" r="r" b="b"/>
              <a:pathLst>
                <a:path w="1521" h="3318" extrusionOk="0">
                  <a:moveTo>
                    <a:pt x="69" y="0"/>
                  </a:moveTo>
                  <a:cubicBezTo>
                    <a:pt x="40" y="0"/>
                    <a:pt x="0" y="67"/>
                    <a:pt x="39" y="86"/>
                  </a:cubicBezTo>
                  <a:cubicBezTo>
                    <a:pt x="63" y="86"/>
                    <a:pt x="1327" y="961"/>
                    <a:pt x="1424" y="3269"/>
                  </a:cubicBezTo>
                  <a:cubicBezTo>
                    <a:pt x="1424" y="3293"/>
                    <a:pt x="1448" y="3317"/>
                    <a:pt x="1472" y="3317"/>
                  </a:cubicBezTo>
                  <a:cubicBezTo>
                    <a:pt x="1497" y="3293"/>
                    <a:pt x="1521" y="3293"/>
                    <a:pt x="1521" y="3269"/>
                  </a:cubicBezTo>
                  <a:cubicBezTo>
                    <a:pt x="1424" y="912"/>
                    <a:pt x="88" y="14"/>
                    <a:pt x="88" y="14"/>
                  </a:cubicBezTo>
                  <a:cubicBezTo>
                    <a:pt x="83" y="4"/>
                    <a:pt x="76" y="0"/>
                    <a:pt x="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23"/>
            <p:cNvSpPr/>
            <p:nvPr/>
          </p:nvSpPr>
          <p:spPr>
            <a:xfrm>
              <a:off x="-1047799" y="3504796"/>
              <a:ext cx="229087" cy="179936"/>
            </a:xfrm>
            <a:custGeom>
              <a:avLst/>
              <a:gdLst/>
              <a:ahLst/>
              <a:cxnLst/>
              <a:rect l="l" t="t" r="r" b="b"/>
              <a:pathLst>
                <a:path w="3049" h="2395" extrusionOk="0">
                  <a:moveTo>
                    <a:pt x="2055" y="1"/>
                  </a:moveTo>
                  <a:cubicBezTo>
                    <a:pt x="1883" y="1"/>
                    <a:pt x="1883" y="562"/>
                    <a:pt x="1883" y="562"/>
                  </a:cubicBezTo>
                  <a:cubicBezTo>
                    <a:pt x="1761" y="416"/>
                    <a:pt x="1615" y="294"/>
                    <a:pt x="1445" y="197"/>
                  </a:cubicBezTo>
                  <a:cubicBezTo>
                    <a:pt x="1434" y="193"/>
                    <a:pt x="1423" y="192"/>
                    <a:pt x="1413" y="192"/>
                  </a:cubicBezTo>
                  <a:cubicBezTo>
                    <a:pt x="1234" y="192"/>
                    <a:pt x="1300" y="780"/>
                    <a:pt x="1300" y="780"/>
                  </a:cubicBezTo>
                  <a:cubicBezTo>
                    <a:pt x="1154" y="635"/>
                    <a:pt x="984" y="537"/>
                    <a:pt x="814" y="416"/>
                  </a:cubicBezTo>
                  <a:cubicBezTo>
                    <a:pt x="785" y="400"/>
                    <a:pt x="760" y="393"/>
                    <a:pt x="740" y="393"/>
                  </a:cubicBezTo>
                  <a:cubicBezTo>
                    <a:pt x="532" y="393"/>
                    <a:pt x="692" y="1096"/>
                    <a:pt x="692" y="1096"/>
                  </a:cubicBezTo>
                  <a:cubicBezTo>
                    <a:pt x="692" y="1096"/>
                    <a:pt x="357" y="857"/>
                    <a:pt x="178" y="857"/>
                  </a:cubicBezTo>
                  <a:cubicBezTo>
                    <a:pt x="136" y="857"/>
                    <a:pt x="103" y="870"/>
                    <a:pt x="85" y="902"/>
                  </a:cubicBezTo>
                  <a:cubicBezTo>
                    <a:pt x="1" y="1049"/>
                    <a:pt x="662" y="2395"/>
                    <a:pt x="1533" y="2395"/>
                  </a:cubicBezTo>
                  <a:cubicBezTo>
                    <a:pt x="1669" y="2395"/>
                    <a:pt x="1811" y="2362"/>
                    <a:pt x="1955" y="2286"/>
                  </a:cubicBezTo>
                  <a:cubicBezTo>
                    <a:pt x="3049" y="1728"/>
                    <a:pt x="2684" y="926"/>
                    <a:pt x="2684" y="926"/>
                  </a:cubicBezTo>
                  <a:cubicBezTo>
                    <a:pt x="2684" y="926"/>
                    <a:pt x="2368" y="197"/>
                    <a:pt x="2125" y="27"/>
                  </a:cubicBezTo>
                  <a:cubicBezTo>
                    <a:pt x="2099" y="9"/>
                    <a:pt x="2076" y="1"/>
                    <a:pt x="205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23"/>
            <p:cNvSpPr/>
            <p:nvPr/>
          </p:nvSpPr>
          <p:spPr>
            <a:xfrm>
              <a:off x="-1006775" y="3550625"/>
              <a:ext cx="157032" cy="111418"/>
            </a:xfrm>
            <a:custGeom>
              <a:avLst/>
              <a:gdLst/>
              <a:ahLst/>
              <a:cxnLst/>
              <a:rect l="l" t="t" r="r" b="b"/>
              <a:pathLst>
                <a:path w="2090" h="1483" extrusionOk="0">
                  <a:moveTo>
                    <a:pt x="1652" y="292"/>
                  </a:moveTo>
                  <a:cubicBezTo>
                    <a:pt x="1677" y="292"/>
                    <a:pt x="1701" y="316"/>
                    <a:pt x="1725" y="340"/>
                  </a:cubicBezTo>
                  <a:cubicBezTo>
                    <a:pt x="1749" y="365"/>
                    <a:pt x="1749" y="389"/>
                    <a:pt x="1774" y="413"/>
                  </a:cubicBezTo>
                  <a:lnTo>
                    <a:pt x="1725" y="389"/>
                  </a:lnTo>
                  <a:cubicBezTo>
                    <a:pt x="1701" y="365"/>
                    <a:pt x="1677" y="316"/>
                    <a:pt x="1652" y="292"/>
                  </a:cubicBezTo>
                  <a:close/>
                  <a:moveTo>
                    <a:pt x="802" y="656"/>
                  </a:moveTo>
                  <a:lnTo>
                    <a:pt x="802" y="656"/>
                  </a:lnTo>
                  <a:cubicBezTo>
                    <a:pt x="826" y="680"/>
                    <a:pt x="851" y="729"/>
                    <a:pt x="875" y="778"/>
                  </a:cubicBezTo>
                  <a:cubicBezTo>
                    <a:pt x="851" y="729"/>
                    <a:pt x="826" y="705"/>
                    <a:pt x="802" y="656"/>
                  </a:cubicBezTo>
                  <a:close/>
                  <a:moveTo>
                    <a:pt x="535" y="923"/>
                  </a:moveTo>
                  <a:lnTo>
                    <a:pt x="535" y="923"/>
                  </a:lnTo>
                  <a:cubicBezTo>
                    <a:pt x="583" y="948"/>
                    <a:pt x="608" y="996"/>
                    <a:pt x="608" y="1045"/>
                  </a:cubicBezTo>
                  <a:cubicBezTo>
                    <a:pt x="583" y="996"/>
                    <a:pt x="559" y="972"/>
                    <a:pt x="535" y="923"/>
                  </a:cubicBezTo>
                  <a:close/>
                  <a:moveTo>
                    <a:pt x="1944" y="0"/>
                  </a:moveTo>
                  <a:cubicBezTo>
                    <a:pt x="1920" y="25"/>
                    <a:pt x="1920" y="49"/>
                    <a:pt x="1920" y="73"/>
                  </a:cubicBezTo>
                  <a:cubicBezTo>
                    <a:pt x="1944" y="146"/>
                    <a:pt x="2017" y="292"/>
                    <a:pt x="1968" y="365"/>
                  </a:cubicBezTo>
                  <a:cubicBezTo>
                    <a:pt x="1968" y="389"/>
                    <a:pt x="1944" y="413"/>
                    <a:pt x="1920" y="413"/>
                  </a:cubicBezTo>
                  <a:lnTo>
                    <a:pt x="1847" y="413"/>
                  </a:lnTo>
                  <a:cubicBezTo>
                    <a:pt x="1847" y="365"/>
                    <a:pt x="1822" y="316"/>
                    <a:pt x="1798" y="267"/>
                  </a:cubicBezTo>
                  <a:cubicBezTo>
                    <a:pt x="1774" y="195"/>
                    <a:pt x="1701" y="170"/>
                    <a:pt x="1628" y="146"/>
                  </a:cubicBezTo>
                  <a:cubicBezTo>
                    <a:pt x="1604" y="146"/>
                    <a:pt x="1579" y="170"/>
                    <a:pt x="1555" y="195"/>
                  </a:cubicBezTo>
                  <a:cubicBezTo>
                    <a:pt x="1531" y="243"/>
                    <a:pt x="1555" y="316"/>
                    <a:pt x="1604" y="365"/>
                  </a:cubicBezTo>
                  <a:cubicBezTo>
                    <a:pt x="1652" y="413"/>
                    <a:pt x="1701" y="462"/>
                    <a:pt x="1749" y="486"/>
                  </a:cubicBezTo>
                  <a:lnTo>
                    <a:pt x="1749" y="510"/>
                  </a:lnTo>
                  <a:cubicBezTo>
                    <a:pt x="1749" y="559"/>
                    <a:pt x="1701" y="559"/>
                    <a:pt x="1628" y="559"/>
                  </a:cubicBezTo>
                  <a:cubicBezTo>
                    <a:pt x="1555" y="559"/>
                    <a:pt x="1482" y="535"/>
                    <a:pt x="1409" y="510"/>
                  </a:cubicBezTo>
                  <a:cubicBezTo>
                    <a:pt x="1385" y="437"/>
                    <a:pt x="1337" y="389"/>
                    <a:pt x="1288" y="365"/>
                  </a:cubicBezTo>
                  <a:cubicBezTo>
                    <a:pt x="1256" y="365"/>
                    <a:pt x="1234" y="354"/>
                    <a:pt x="1209" y="354"/>
                  </a:cubicBezTo>
                  <a:cubicBezTo>
                    <a:pt x="1196" y="354"/>
                    <a:pt x="1183" y="357"/>
                    <a:pt x="1166" y="365"/>
                  </a:cubicBezTo>
                  <a:cubicBezTo>
                    <a:pt x="1166" y="389"/>
                    <a:pt x="1142" y="413"/>
                    <a:pt x="1166" y="437"/>
                  </a:cubicBezTo>
                  <a:cubicBezTo>
                    <a:pt x="1215" y="486"/>
                    <a:pt x="1264" y="559"/>
                    <a:pt x="1337" y="583"/>
                  </a:cubicBezTo>
                  <a:cubicBezTo>
                    <a:pt x="1385" y="656"/>
                    <a:pt x="1385" y="753"/>
                    <a:pt x="1361" y="850"/>
                  </a:cubicBezTo>
                  <a:cubicBezTo>
                    <a:pt x="1343" y="905"/>
                    <a:pt x="1311" y="932"/>
                    <a:pt x="1255" y="932"/>
                  </a:cubicBezTo>
                  <a:cubicBezTo>
                    <a:pt x="1236" y="932"/>
                    <a:pt x="1215" y="929"/>
                    <a:pt x="1191" y="923"/>
                  </a:cubicBezTo>
                  <a:cubicBezTo>
                    <a:pt x="1142" y="923"/>
                    <a:pt x="1069" y="899"/>
                    <a:pt x="1021" y="850"/>
                  </a:cubicBezTo>
                  <a:cubicBezTo>
                    <a:pt x="996" y="729"/>
                    <a:pt x="924" y="608"/>
                    <a:pt x="826" y="535"/>
                  </a:cubicBezTo>
                  <a:lnTo>
                    <a:pt x="729" y="535"/>
                  </a:lnTo>
                  <a:cubicBezTo>
                    <a:pt x="705" y="559"/>
                    <a:pt x="705" y="583"/>
                    <a:pt x="705" y="632"/>
                  </a:cubicBezTo>
                  <a:cubicBezTo>
                    <a:pt x="754" y="753"/>
                    <a:pt x="826" y="850"/>
                    <a:pt x="924" y="923"/>
                  </a:cubicBezTo>
                  <a:cubicBezTo>
                    <a:pt x="948" y="972"/>
                    <a:pt x="948" y="1021"/>
                    <a:pt x="924" y="1093"/>
                  </a:cubicBezTo>
                  <a:cubicBezTo>
                    <a:pt x="924" y="1129"/>
                    <a:pt x="898" y="1151"/>
                    <a:pt x="874" y="1151"/>
                  </a:cubicBezTo>
                  <a:cubicBezTo>
                    <a:pt x="865" y="1151"/>
                    <a:pt x="857" y="1148"/>
                    <a:pt x="851" y="1142"/>
                  </a:cubicBezTo>
                  <a:cubicBezTo>
                    <a:pt x="802" y="1142"/>
                    <a:pt x="754" y="1118"/>
                    <a:pt x="729" y="1093"/>
                  </a:cubicBezTo>
                  <a:cubicBezTo>
                    <a:pt x="729" y="972"/>
                    <a:pt x="656" y="875"/>
                    <a:pt x="559" y="826"/>
                  </a:cubicBezTo>
                  <a:cubicBezTo>
                    <a:pt x="547" y="814"/>
                    <a:pt x="529" y="808"/>
                    <a:pt x="508" y="808"/>
                  </a:cubicBezTo>
                  <a:cubicBezTo>
                    <a:pt x="486" y="808"/>
                    <a:pt x="462" y="814"/>
                    <a:pt x="438" y="826"/>
                  </a:cubicBezTo>
                  <a:cubicBezTo>
                    <a:pt x="438" y="826"/>
                    <a:pt x="413" y="875"/>
                    <a:pt x="438" y="899"/>
                  </a:cubicBezTo>
                  <a:cubicBezTo>
                    <a:pt x="462" y="996"/>
                    <a:pt x="535" y="1093"/>
                    <a:pt x="632" y="1166"/>
                  </a:cubicBezTo>
                  <a:cubicBezTo>
                    <a:pt x="608" y="1239"/>
                    <a:pt x="559" y="1312"/>
                    <a:pt x="486" y="1336"/>
                  </a:cubicBezTo>
                  <a:cubicBezTo>
                    <a:pt x="455" y="1356"/>
                    <a:pt x="424" y="1364"/>
                    <a:pt x="393" y="1364"/>
                  </a:cubicBezTo>
                  <a:cubicBezTo>
                    <a:pt x="234" y="1364"/>
                    <a:pt x="98" y="1142"/>
                    <a:pt x="98" y="1142"/>
                  </a:cubicBezTo>
                  <a:cubicBezTo>
                    <a:pt x="85" y="1130"/>
                    <a:pt x="73" y="1124"/>
                    <a:pt x="64" y="1124"/>
                  </a:cubicBezTo>
                  <a:cubicBezTo>
                    <a:pt x="55" y="1124"/>
                    <a:pt x="49" y="1130"/>
                    <a:pt x="49" y="1142"/>
                  </a:cubicBezTo>
                  <a:cubicBezTo>
                    <a:pt x="25" y="1166"/>
                    <a:pt x="0" y="1191"/>
                    <a:pt x="25" y="1215"/>
                  </a:cubicBezTo>
                  <a:cubicBezTo>
                    <a:pt x="25" y="1215"/>
                    <a:pt x="195" y="1482"/>
                    <a:pt x="389" y="1482"/>
                  </a:cubicBezTo>
                  <a:cubicBezTo>
                    <a:pt x="438" y="1458"/>
                    <a:pt x="486" y="1433"/>
                    <a:pt x="535" y="1385"/>
                  </a:cubicBezTo>
                  <a:cubicBezTo>
                    <a:pt x="608" y="1336"/>
                    <a:pt x="681" y="1263"/>
                    <a:pt x="705" y="1166"/>
                  </a:cubicBezTo>
                  <a:cubicBezTo>
                    <a:pt x="754" y="1191"/>
                    <a:pt x="778" y="1191"/>
                    <a:pt x="826" y="1215"/>
                  </a:cubicBezTo>
                  <a:cubicBezTo>
                    <a:pt x="839" y="1219"/>
                    <a:pt x="852" y="1221"/>
                    <a:pt x="866" y="1221"/>
                  </a:cubicBezTo>
                  <a:cubicBezTo>
                    <a:pt x="930" y="1221"/>
                    <a:pt x="1001" y="1174"/>
                    <a:pt x="1021" y="1093"/>
                  </a:cubicBezTo>
                  <a:cubicBezTo>
                    <a:pt x="1021" y="1045"/>
                    <a:pt x="1021" y="996"/>
                    <a:pt x="1021" y="948"/>
                  </a:cubicBezTo>
                  <a:cubicBezTo>
                    <a:pt x="1069" y="972"/>
                    <a:pt x="1118" y="996"/>
                    <a:pt x="1166" y="996"/>
                  </a:cubicBezTo>
                  <a:cubicBezTo>
                    <a:pt x="1192" y="1007"/>
                    <a:pt x="1218" y="1011"/>
                    <a:pt x="1243" y="1011"/>
                  </a:cubicBezTo>
                  <a:cubicBezTo>
                    <a:pt x="1335" y="1011"/>
                    <a:pt x="1415" y="946"/>
                    <a:pt x="1434" y="850"/>
                  </a:cubicBezTo>
                  <a:cubicBezTo>
                    <a:pt x="1458" y="778"/>
                    <a:pt x="1458" y="680"/>
                    <a:pt x="1434" y="608"/>
                  </a:cubicBezTo>
                  <a:cubicBezTo>
                    <a:pt x="1507" y="608"/>
                    <a:pt x="1555" y="632"/>
                    <a:pt x="1628" y="632"/>
                  </a:cubicBezTo>
                  <a:cubicBezTo>
                    <a:pt x="1701" y="632"/>
                    <a:pt x="1798" y="608"/>
                    <a:pt x="1822" y="535"/>
                  </a:cubicBezTo>
                  <a:cubicBezTo>
                    <a:pt x="1847" y="510"/>
                    <a:pt x="1847" y="510"/>
                    <a:pt x="1847" y="486"/>
                  </a:cubicBezTo>
                  <a:cubicBezTo>
                    <a:pt x="1859" y="498"/>
                    <a:pt x="1877" y="504"/>
                    <a:pt x="1895" y="504"/>
                  </a:cubicBezTo>
                  <a:cubicBezTo>
                    <a:pt x="1913" y="504"/>
                    <a:pt x="1932" y="498"/>
                    <a:pt x="1944" y="486"/>
                  </a:cubicBezTo>
                  <a:cubicBezTo>
                    <a:pt x="1992" y="486"/>
                    <a:pt x="2041" y="462"/>
                    <a:pt x="2065" y="413"/>
                  </a:cubicBezTo>
                  <a:cubicBezTo>
                    <a:pt x="2090" y="267"/>
                    <a:pt x="2065" y="146"/>
                    <a:pt x="2017" y="25"/>
                  </a:cubicBezTo>
                  <a:cubicBezTo>
                    <a:pt x="1992" y="0"/>
                    <a:pt x="1968" y="0"/>
                    <a:pt x="19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23"/>
            <p:cNvSpPr/>
            <p:nvPr/>
          </p:nvSpPr>
          <p:spPr>
            <a:xfrm>
              <a:off x="-868753" y="3630488"/>
              <a:ext cx="108420" cy="91959"/>
            </a:xfrm>
            <a:custGeom>
              <a:avLst/>
              <a:gdLst/>
              <a:ahLst/>
              <a:cxnLst/>
              <a:rect l="l" t="t" r="r" b="b"/>
              <a:pathLst>
                <a:path w="1443" h="1224" extrusionOk="0">
                  <a:moveTo>
                    <a:pt x="158" y="1"/>
                  </a:moveTo>
                  <a:cubicBezTo>
                    <a:pt x="118" y="1"/>
                    <a:pt x="76" y="3"/>
                    <a:pt x="34" y="6"/>
                  </a:cubicBezTo>
                  <a:cubicBezTo>
                    <a:pt x="34" y="6"/>
                    <a:pt x="34" y="6"/>
                    <a:pt x="34" y="6"/>
                  </a:cubicBezTo>
                  <a:lnTo>
                    <a:pt x="34" y="6"/>
                  </a:lnTo>
                  <a:cubicBezTo>
                    <a:pt x="33" y="6"/>
                    <a:pt x="1" y="1224"/>
                    <a:pt x="1328" y="1224"/>
                  </a:cubicBezTo>
                  <a:cubicBezTo>
                    <a:pt x="1365" y="1224"/>
                    <a:pt x="1404" y="1223"/>
                    <a:pt x="1443" y="1221"/>
                  </a:cubicBezTo>
                  <a:cubicBezTo>
                    <a:pt x="1443" y="1221"/>
                    <a:pt x="1240" y="1"/>
                    <a:pt x="1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23"/>
            <p:cNvSpPr/>
            <p:nvPr/>
          </p:nvSpPr>
          <p:spPr>
            <a:xfrm>
              <a:off x="-837046" y="3663019"/>
              <a:ext cx="80394" cy="62884"/>
            </a:xfrm>
            <a:custGeom>
              <a:avLst/>
              <a:gdLst/>
              <a:ahLst/>
              <a:cxnLst/>
              <a:rect l="l" t="t" r="r" b="b"/>
              <a:pathLst>
                <a:path w="1070" h="837" extrusionOk="0">
                  <a:moveTo>
                    <a:pt x="53" y="0"/>
                  </a:moveTo>
                  <a:cubicBezTo>
                    <a:pt x="37" y="0"/>
                    <a:pt x="25" y="17"/>
                    <a:pt x="25" y="35"/>
                  </a:cubicBezTo>
                  <a:cubicBezTo>
                    <a:pt x="1" y="59"/>
                    <a:pt x="25" y="83"/>
                    <a:pt x="49" y="83"/>
                  </a:cubicBezTo>
                  <a:cubicBezTo>
                    <a:pt x="414" y="253"/>
                    <a:pt x="729" y="496"/>
                    <a:pt x="997" y="812"/>
                  </a:cubicBezTo>
                  <a:cubicBezTo>
                    <a:pt x="997" y="812"/>
                    <a:pt x="1021" y="836"/>
                    <a:pt x="1021" y="836"/>
                  </a:cubicBezTo>
                  <a:lnTo>
                    <a:pt x="1045" y="812"/>
                  </a:lnTo>
                  <a:cubicBezTo>
                    <a:pt x="1069" y="812"/>
                    <a:pt x="1069" y="788"/>
                    <a:pt x="1069" y="763"/>
                  </a:cubicBezTo>
                  <a:cubicBezTo>
                    <a:pt x="802" y="423"/>
                    <a:pt x="462" y="156"/>
                    <a:pt x="74" y="10"/>
                  </a:cubicBezTo>
                  <a:cubicBezTo>
                    <a:pt x="66" y="3"/>
                    <a:pt x="59" y="0"/>
                    <a:pt x="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23"/>
            <p:cNvSpPr/>
            <p:nvPr/>
          </p:nvSpPr>
          <p:spPr>
            <a:xfrm>
              <a:off x="-764015" y="3539732"/>
              <a:ext cx="129683" cy="73101"/>
            </a:xfrm>
            <a:custGeom>
              <a:avLst/>
              <a:gdLst/>
              <a:ahLst/>
              <a:cxnLst/>
              <a:rect l="l" t="t" r="r" b="b"/>
              <a:pathLst>
                <a:path w="1726" h="973" extrusionOk="0">
                  <a:moveTo>
                    <a:pt x="1242" y="0"/>
                  </a:moveTo>
                  <a:cubicBezTo>
                    <a:pt x="434" y="0"/>
                    <a:pt x="0" y="850"/>
                    <a:pt x="0" y="850"/>
                  </a:cubicBezTo>
                  <a:cubicBezTo>
                    <a:pt x="232" y="937"/>
                    <a:pt x="435" y="973"/>
                    <a:pt x="612" y="973"/>
                  </a:cubicBezTo>
                  <a:cubicBezTo>
                    <a:pt x="1474" y="973"/>
                    <a:pt x="1725" y="117"/>
                    <a:pt x="1725" y="97"/>
                  </a:cubicBezTo>
                  <a:cubicBezTo>
                    <a:pt x="1552" y="29"/>
                    <a:pt x="1391" y="0"/>
                    <a:pt x="124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23"/>
            <p:cNvSpPr/>
            <p:nvPr/>
          </p:nvSpPr>
          <p:spPr>
            <a:xfrm>
              <a:off x="-769500" y="3568882"/>
              <a:ext cx="94971" cy="38391"/>
            </a:xfrm>
            <a:custGeom>
              <a:avLst/>
              <a:gdLst/>
              <a:ahLst/>
              <a:cxnLst/>
              <a:rect l="l" t="t" r="r" b="b"/>
              <a:pathLst>
                <a:path w="1264" h="511" extrusionOk="0">
                  <a:moveTo>
                    <a:pt x="1191" y="0"/>
                  </a:moveTo>
                  <a:cubicBezTo>
                    <a:pt x="778" y="49"/>
                    <a:pt x="389" y="194"/>
                    <a:pt x="25" y="413"/>
                  </a:cubicBezTo>
                  <a:cubicBezTo>
                    <a:pt x="0" y="462"/>
                    <a:pt x="25" y="510"/>
                    <a:pt x="73" y="510"/>
                  </a:cubicBezTo>
                  <a:cubicBezTo>
                    <a:pt x="73" y="510"/>
                    <a:pt x="98" y="510"/>
                    <a:pt x="98" y="486"/>
                  </a:cubicBezTo>
                  <a:cubicBezTo>
                    <a:pt x="438" y="267"/>
                    <a:pt x="802" y="146"/>
                    <a:pt x="1215" y="97"/>
                  </a:cubicBezTo>
                  <a:cubicBezTo>
                    <a:pt x="1239" y="97"/>
                    <a:pt x="1264" y="73"/>
                    <a:pt x="1264" y="49"/>
                  </a:cubicBezTo>
                  <a:cubicBezTo>
                    <a:pt x="1239" y="24"/>
                    <a:pt x="1215" y="0"/>
                    <a:pt x="11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23"/>
            <p:cNvSpPr/>
            <p:nvPr/>
          </p:nvSpPr>
          <p:spPr>
            <a:xfrm>
              <a:off x="-800981" y="3409081"/>
              <a:ext cx="60784" cy="462801"/>
            </a:xfrm>
            <a:custGeom>
              <a:avLst/>
              <a:gdLst/>
              <a:ahLst/>
              <a:cxnLst/>
              <a:rect l="l" t="t" r="r" b="b"/>
              <a:pathLst>
                <a:path w="809" h="6160" extrusionOk="0">
                  <a:moveTo>
                    <a:pt x="69" y="1"/>
                  </a:moveTo>
                  <a:cubicBezTo>
                    <a:pt x="37" y="1"/>
                    <a:pt x="0" y="32"/>
                    <a:pt x="31" y="62"/>
                  </a:cubicBezTo>
                  <a:cubicBezTo>
                    <a:pt x="711" y="1860"/>
                    <a:pt x="541" y="6063"/>
                    <a:pt x="541" y="6111"/>
                  </a:cubicBezTo>
                  <a:cubicBezTo>
                    <a:pt x="541" y="6135"/>
                    <a:pt x="565" y="6135"/>
                    <a:pt x="589" y="6160"/>
                  </a:cubicBezTo>
                  <a:cubicBezTo>
                    <a:pt x="614" y="6135"/>
                    <a:pt x="638" y="6135"/>
                    <a:pt x="638" y="6111"/>
                  </a:cubicBezTo>
                  <a:cubicBezTo>
                    <a:pt x="638" y="6063"/>
                    <a:pt x="808" y="1836"/>
                    <a:pt x="104" y="38"/>
                  </a:cubicBezTo>
                  <a:cubicBezTo>
                    <a:pt x="104" y="11"/>
                    <a:pt x="87" y="1"/>
                    <a:pt x="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23"/>
            <p:cNvSpPr/>
            <p:nvPr/>
          </p:nvSpPr>
          <p:spPr>
            <a:xfrm>
              <a:off x="-905869" y="3300294"/>
              <a:ext cx="198507" cy="165361"/>
            </a:xfrm>
            <a:custGeom>
              <a:avLst/>
              <a:gdLst/>
              <a:ahLst/>
              <a:cxnLst/>
              <a:rect l="l" t="t" r="r" b="b"/>
              <a:pathLst>
                <a:path w="2642" h="2201" extrusionOk="0">
                  <a:moveTo>
                    <a:pt x="898" y="1"/>
                  </a:moveTo>
                  <a:cubicBezTo>
                    <a:pt x="722" y="1"/>
                    <a:pt x="649" y="636"/>
                    <a:pt x="649" y="636"/>
                  </a:cubicBezTo>
                  <a:cubicBezTo>
                    <a:pt x="649" y="636"/>
                    <a:pt x="381" y="252"/>
                    <a:pt x="219" y="252"/>
                  </a:cubicBezTo>
                  <a:cubicBezTo>
                    <a:pt x="198" y="252"/>
                    <a:pt x="180" y="258"/>
                    <a:pt x="164" y="271"/>
                  </a:cubicBezTo>
                  <a:cubicBezTo>
                    <a:pt x="0" y="365"/>
                    <a:pt x="217" y="2201"/>
                    <a:pt x="1307" y="2201"/>
                  </a:cubicBezTo>
                  <a:cubicBezTo>
                    <a:pt x="1353" y="2201"/>
                    <a:pt x="1401" y="2197"/>
                    <a:pt x="1451" y="2190"/>
                  </a:cubicBezTo>
                  <a:cubicBezTo>
                    <a:pt x="2641" y="2045"/>
                    <a:pt x="2569" y="1170"/>
                    <a:pt x="2569" y="1170"/>
                  </a:cubicBezTo>
                  <a:cubicBezTo>
                    <a:pt x="2569" y="1170"/>
                    <a:pt x="2544" y="369"/>
                    <a:pt x="2374" y="126"/>
                  </a:cubicBezTo>
                  <a:cubicBezTo>
                    <a:pt x="2348" y="89"/>
                    <a:pt x="2321" y="73"/>
                    <a:pt x="2293" y="73"/>
                  </a:cubicBezTo>
                  <a:cubicBezTo>
                    <a:pt x="2136" y="73"/>
                    <a:pt x="1961" y="563"/>
                    <a:pt x="1961" y="563"/>
                  </a:cubicBezTo>
                  <a:cubicBezTo>
                    <a:pt x="1888" y="369"/>
                    <a:pt x="1791" y="199"/>
                    <a:pt x="1670" y="53"/>
                  </a:cubicBezTo>
                  <a:cubicBezTo>
                    <a:pt x="1650" y="38"/>
                    <a:pt x="1631" y="32"/>
                    <a:pt x="1612" y="32"/>
                  </a:cubicBezTo>
                  <a:cubicBezTo>
                    <a:pt x="1443" y="32"/>
                    <a:pt x="1305" y="563"/>
                    <a:pt x="1305" y="563"/>
                  </a:cubicBezTo>
                  <a:cubicBezTo>
                    <a:pt x="1232" y="369"/>
                    <a:pt x="1111" y="199"/>
                    <a:pt x="990" y="53"/>
                  </a:cubicBezTo>
                  <a:cubicBezTo>
                    <a:pt x="957" y="16"/>
                    <a:pt x="926" y="1"/>
                    <a:pt x="89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23"/>
            <p:cNvSpPr/>
            <p:nvPr/>
          </p:nvSpPr>
          <p:spPr>
            <a:xfrm>
              <a:off x="-884456" y="3364454"/>
              <a:ext cx="171608" cy="62133"/>
            </a:xfrm>
            <a:custGeom>
              <a:avLst/>
              <a:gdLst/>
              <a:ahLst/>
              <a:cxnLst/>
              <a:rect l="l" t="t" r="r" b="b"/>
              <a:pathLst>
                <a:path w="2284" h="827" extrusionOk="0">
                  <a:moveTo>
                    <a:pt x="1846" y="122"/>
                  </a:moveTo>
                  <a:lnTo>
                    <a:pt x="1846" y="122"/>
                  </a:lnTo>
                  <a:cubicBezTo>
                    <a:pt x="1871" y="146"/>
                    <a:pt x="1895" y="146"/>
                    <a:pt x="1919" y="195"/>
                  </a:cubicBezTo>
                  <a:cubicBezTo>
                    <a:pt x="1919" y="219"/>
                    <a:pt x="1919" y="243"/>
                    <a:pt x="1919" y="268"/>
                  </a:cubicBezTo>
                  <a:cubicBezTo>
                    <a:pt x="1895" y="268"/>
                    <a:pt x="1895" y="243"/>
                    <a:pt x="1895" y="243"/>
                  </a:cubicBezTo>
                  <a:cubicBezTo>
                    <a:pt x="1871" y="195"/>
                    <a:pt x="1846" y="146"/>
                    <a:pt x="1846" y="122"/>
                  </a:cubicBezTo>
                  <a:close/>
                  <a:moveTo>
                    <a:pt x="923" y="170"/>
                  </a:moveTo>
                  <a:lnTo>
                    <a:pt x="923" y="170"/>
                  </a:lnTo>
                  <a:cubicBezTo>
                    <a:pt x="947" y="219"/>
                    <a:pt x="947" y="268"/>
                    <a:pt x="972" y="292"/>
                  </a:cubicBezTo>
                  <a:cubicBezTo>
                    <a:pt x="947" y="268"/>
                    <a:pt x="923" y="219"/>
                    <a:pt x="923" y="170"/>
                  </a:cubicBezTo>
                  <a:close/>
                  <a:moveTo>
                    <a:pt x="583" y="341"/>
                  </a:moveTo>
                  <a:lnTo>
                    <a:pt x="583" y="341"/>
                  </a:lnTo>
                  <a:cubicBezTo>
                    <a:pt x="607" y="365"/>
                    <a:pt x="632" y="413"/>
                    <a:pt x="632" y="486"/>
                  </a:cubicBezTo>
                  <a:cubicBezTo>
                    <a:pt x="607" y="438"/>
                    <a:pt x="583" y="389"/>
                    <a:pt x="583" y="341"/>
                  </a:cubicBezTo>
                  <a:close/>
                  <a:moveTo>
                    <a:pt x="2211" y="0"/>
                  </a:moveTo>
                  <a:cubicBezTo>
                    <a:pt x="2186" y="0"/>
                    <a:pt x="2162" y="25"/>
                    <a:pt x="2186" y="49"/>
                  </a:cubicBezTo>
                  <a:cubicBezTo>
                    <a:pt x="2186" y="122"/>
                    <a:pt x="2186" y="292"/>
                    <a:pt x="2138" y="341"/>
                  </a:cubicBezTo>
                  <a:cubicBezTo>
                    <a:pt x="2113" y="365"/>
                    <a:pt x="2089" y="365"/>
                    <a:pt x="2065" y="365"/>
                  </a:cubicBezTo>
                  <a:cubicBezTo>
                    <a:pt x="2041" y="365"/>
                    <a:pt x="2016" y="365"/>
                    <a:pt x="1992" y="341"/>
                  </a:cubicBezTo>
                  <a:cubicBezTo>
                    <a:pt x="2016" y="292"/>
                    <a:pt x="2016" y="243"/>
                    <a:pt x="1992" y="195"/>
                  </a:cubicBezTo>
                  <a:cubicBezTo>
                    <a:pt x="1992" y="122"/>
                    <a:pt x="1943" y="49"/>
                    <a:pt x="1895" y="25"/>
                  </a:cubicBezTo>
                  <a:cubicBezTo>
                    <a:pt x="1846" y="25"/>
                    <a:pt x="1822" y="25"/>
                    <a:pt x="1798" y="49"/>
                  </a:cubicBezTo>
                  <a:cubicBezTo>
                    <a:pt x="1749" y="98"/>
                    <a:pt x="1749" y="170"/>
                    <a:pt x="1798" y="219"/>
                  </a:cubicBezTo>
                  <a:cubicBezTo>
                    <a:pt x="1822" y="292"/>
                    <a:pt x="1846" y="341"/>
                    <a:pt x="1895" y="365"/>
                  </a:cubicBezTo>
                  <a:lnTo>
                    <a:pt x="1871" y="389"/>
                  </a:lnTo>
                  <a:cubicBezTo>
                    <a:pt x="1858" y="401"/>
                    <a:pt x="1834" y="407"/>
                    <a:pt x="1810" y="407"/>
                  </a:cubicBezTo>
                  <a:cubicBezTo>
                    <a:pt x="1786" y="407"/>
                    <a:pt x="1761" y="401"/>
                    <a:pt x="1749" y="389"/>
                  </a:cubicBezTo>
                  <a:cubicBezTo>
                    <a:pt x="1676" y="365"/>
                    <a:pt x="1603" y="316"/>
                    <a:pt x="1555" y="268"/>
                  </a:cubicBezTo>
                  <a:cubicBezTo>
                    <a:pt x="1555" y="195"/>
                    <a:pt x="1530" y="146"/>
                    <a:pt x="1482" y="98"/>
                  </a:cubicBezTo>
                  <a:cubicBezTo>
                    <a:pt x="1458" y="49"/>
                    <a:pt x="1409" y="49"/>
                    <a:pt x="1385" y="49"/>
                  </a:cubicBezTo>
                  <a:cubicBezTo>
                    <a:pt x="1360" y="73"/>
                    <a:pt x="1336" y="98"/>
                    <a:pt x="1336" y="122"/>
                  </a:cubicBezTo>
                  <a:cubicBezTo>
                    <a:pt x="1360" y="195"/>
                    <a:pt x="1409" y="268"/>
                    <a:pt x="1458" y="316"/>
                  </a:cubicBezTo>
                  <a:cubicBezTo>
                    <a:pt x="1458" y="413"/>
                    <a:pt x="1433" y="511"/>
                    <a:pt x="1385" y="583"/>
                  </a:cubicBezTo>
                  <a:cubicBezTo>
                    <a:pt x="1360" y="608"/>
                    <a:pt x="1336" y="620"/>
                    <a:pt x="1309" y="620"/>
                  </a:cubicBezTo>
                  <a:cubicBezTo>
                    <a:pt x="1281" y="620"/>
                    <a:pt x="1251" y="608"/>
                    <a:pt x="1215" y="583"/>
                  </a:cubicBezTo>
                  <a:cubicBezTo>
                    <a:pt x="1142" y="559"/>
                    <a:pt x="1093" y="511"/>
                    <a:pt x="1069" y="462"/>
                  </a:cubicBezTo>
                  <a:cubicBezTo>
                    <a:pt x="1093" y="341"/>
                    <a:pt x="1069" y="195"/>
                    <a:pt x="996" y="98"/>
                  </a:cubicBezTo>
                  <a:cubicBezTo>
                    <a:pt x="979" y="80"/>
                    <a:pt x="950" y="63"/>
                    <a:pt x="925" y="63"/>
                  </a:cubicBezTo>
                  <a:cubicBezTo>
                    <a:pt x="915" y="63"/>
                    <a:pt x="906" y="66"/>
                    <a:pt x="899" y="73"/>
                  </a:cubicBezTo>
                  <a:cubicBezTo>
                    <a:pt x="850" y="73"/>
                    <a:pt x="850" y="98"/>
                    <a:pt x="850" y="146"/>
                  </a:cubicBezTo>
                  <a:cubicBezTo>
                    <a:pt x="850" y="243"/>
                    <a:pt x="875" y="365"/>
                    <a:pt x="947" y="462"/>
                  </a:cubicBezTo>
                  <a:cubicBezTo>
                    <a:pt x="947" y="535"/>
                    <a:pt x="923" y="583"/>
                    <a:pt x="899" y="632"/>
                  </a:cubicBezTo>
                  <a:cubicBezTo>
                    <a:pt x="885" y="660"/>
                    <a:pt x="862" y="672"/>
                    <a:pt x="836" y="672"/>
                  </a:cubicBezTo>
                  <a:cubicBezTo>
                    <a:pt x="818" y="672"/>
                    <a:pt x="798" y="666"/>
                    <a:pt x="777" y="656"/>
                  </a:cubicBezTo>
                  <a:cubicBezTo>
                    <a:pt x="753" y="632"/>
                    <a:pt x="729" y="608"/>
                    <a:pt x="705" y="559"/>
                  </a:cubicBezTo>
                  <a:cubicBezTo>
                    <a:pt x="729" y="462"/>
                    <a:pt x="729" y="341"/>
                    <a:pt x="632" y="243"/>
                  </a:cubicBezTo>
                  <a:cubicBezTo>
                    <a:pt x="607" y="219"/>
                    <a:pt x="559" y="219"/>
                    <a:pt x="534" y="219"/>
                  </a:cubicBezTo>
                  <a:cubicBezTo>
                    <a:pt x="510" y="219"/>
                    <a:pt x="486" y="243"/>
                    <a:pt x="486" y="292"/>
                  </a:cubicBezTo>
                  <a:cubicBezTo>
                    <a:pt x="486" y="389"/>
                    <a:pt x="510" y="486"/>
                    <a:pt x="583" y="583"/>
                  </a:cubicBezTo>
                  <a:cubicBezTo>
                    <a:pt x="534" y="656"/>
                    <a:pt x="462" y="705"/>
                    <a:pt x="389" y="705"/>
                  </a:cubicBezTo>
                  <a:cubicBezTo>
                    <a:pt x="374" y="708"/>
                    <a:pt x="360" y="710"/>
                    <a:pt x="347" y="710"/>
                  </a:cubicBezTo>
                  <a:cubicBezTo>
                    <a:pt x="161" y="710"/>
                    <a:pt x="97" y="413"/>
                    <a:pt x="97" y="413"/>
                  </a:cubicBezTo>
                  <a:cubicBezTo>
                    <a:pt x="97" y="389"/>
                    <a:pt x="73" y="365"/>
                    <a:pt x="49" y="365"/>
                  </a:cubicBezTo>
                  <a:cubicBezTo>
                    <a:pt x="24" y="389"/>
                    <a:pt x="0" y="413"/>
                    <a:pt x="0" y="438"/>
                  </a:cubicBezTo>
                  <a:cubicBezTo>
                    <a:pt x="0" y="438"/>
                    <a:pt x="97" y="826"/>
                    <a:pt x="364" y="826"/>
                  </a:cubicBezTo>
                  <a:lnTo>
                    <a:pt x="413" y="802"/>
                  </a:lnTo>
                  <a:cubicBezTo>
                    <a:pt x="510" y="802"/>
                    <a:pt x="583" y="753"/>
                    <a:pt x="656" y="656"/>
                  </a:cubicBezTo>
                  <a:cubicBezTo>
                    <a:pt x="680" y="681"/>
                    <a:pt x="705" y="729"/>
                    <a:pt x="753" y="729"/>
                  </a:cubicBezTo>
                  <a:cubicBezTo>
                    <a:pt x="784" y="760"/>
                    <a:pt x="818" y="773"/>
                    <a:pt x="852" y="773"/>
                  </a:cubicBezTo>
                  <a:cubicBezTo>
                    <a:pt x="899" y="773"/>
                    <a:pt x="943" y="747"/>
                    <a:pt x="972" y="705"/>
                  </a:cubicBezTo>
                  <a:cubicBezTo>
                    <a:pt x="996" y="656"/>
                    <a:pt x="1020" y="608"/>
                    <a:pt x="1045" y="559"/>
                  </a:cubicBezTo>
                  <a:cubicBezTo>
                    <a:pt x="1069" y="608"/>
                    <a:pt x="1117" y="632"/>
                    <a:pt x="1166" y="656"/>
                  </a:cubicBezTo>
                  <a:cubicBezTo>
                    <a:pt x="1198" y="699"/>
                    <a:pt x="1244" y="718"/>
                    <a:pt x="1292" y="718"/>
                  </a:cubicBezTo>
                  <a:cubicBezTo>
                    <a:pt x="1353" y="718"/>
                    <a:pt x="1417" y="687"/>
                    <a:pt x="1458" y="632"/>
                  </a:cubicBezTo>
                  <a:cubicBezTo>
                    <a:pt x="1506" y="559"/>
                    <a:pt x="1530" y="462"/>
                    <a:pt x="1555" y="389"/>
                  </a:cubicBezTo>
                  <a:cubicBezTo>
                    <a:pt x="1603" y="413"/>
                    <a:pt x="1652" y="438"/>
                    <a:pt x="1700" y="462"/>
                  </a:cubicBezTo>
                  <a:cubicBezTo>
                    <a:pt x="1737" y="486"/>
                    <a:pt x="1779" y="498"/>
                    <a:pt x="1822" y="498"/>
                  </a:cubicBezTo>
                  <a:cubicBezTo>
                    <a:pt x="1864" y="498"/>
                    <a:pt x="1907" y="486"/>
                    <a:pt x="1943" y="462"/>
                  </a:cubicBezTo>
                  <a:lnTo>
                    <a:pt x="1968" y="413"/>
                  </a:lnTo>
                  <a:cubicBezTo>
                    <a:pt x="1992" y="438"/>
                    <a:pt x="2016" y="438"/>
                    <a:pt x="2065" y="462"/>
                  </a:cubicBezTo>
                  <a:cubicBezTo>
                    <a:pt x="2113" y="462"/>
                    <a:pt x="2162" y="438"/>
                    <a:pt x="2211" y="413"/>
                  </a:cubicBezTo>
                  <a:cubicBezTo>
                    <a:pt x="2259" y="292"/>
                    <a:pt x="2284" y="170"/>
                    <a:pt x="2284" y="25"/>
                  </a:cubicBezTo>
                  <a:cubicBezTo>
                    <a:pt x="2259" y="0"/>
                    <a:pt x="2235" y="0"/>
                    <a:pt x="22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23"/>
            <p:cNvSpPr/>
            <p:nvPr/>
          </p:nvSpPr>
          <p:spPr>
            <a:xfrm>
              <a:off x="-945691" y="3813429"/>
              <a:ext cx="336905" cy="128472"/>
            </a:xfrm>
            <a:custGeom>
              <a:avLst/>
              <a:gdLst/>
              <a:ahLst/>
              <a:cxnLst/>
              <a:rect l="l" t="t" r="r" b="b"/>
              <a:pathLst>
                <a:path w="4484" h="1710" extrusionOk="0">
                  <a:moveTo>
                    <a:pt x="3927" y="0"/>
                  </a:moveTo>
                  <a:cubicBezTo>
                    <a:pt x="3752" y="0"/>
                    <a:pt x="3511" y="705"/>
                    <a:pt x="3511" y="705"/>
                  </a:cubicBezTo>
                  <a:cubicBezTo>
                    <a:pt x="3341" y="510"/>
                    <a:pt x="3147" y="316"/>
                    <a:pt x="2928" y="146"/>
                  </a:cubicBezTo>
                  <a:cubicBezTo>
                    <a:pt x="2885" y="106"/>
                    <a:pt x="2847" y="89"/>
                    <a:pt x="2812" y="89"/>
                  </a:cubicBezTo>
                  <a:cubicBezTo>
                    <a:pt x="2594" y="89"/>
                    <a:pt x="2540" y="778"/>
                    <a:pt x="2540" y="778"/>
                  </a:cubicBezTo>
                  <a:cubicBezTo>
                    <a:pt x="2540" y="778"/>
                    <a:pt x="2103" y="268"/>
                    <a:pt x="1957" y="49"/>
                  </a:cubicBezTo>
                  <a:cubicBezTo>
                    <a:pt x="1944" y="34"/>
                    <a:pt x="1928" y="27"/>
                    <a:pt x="1910" y="27"/>
                  </a:cubicBezTo>
                  <a:cubicBezTo>
                    <a:pt x="1697" y="27"/>
                    <a:pt x="1179" y="1021"/>
                    <a:pt x="1179" y="1021"/>
                  </a:cubicBezTo>
                  <a:cubicBezTo>
                    <a:pt x="1082" y="729"/>
                    <a:pt x="912" y="438"/>
                    <a:pt x="669" y="219"/>
                  </a:cubicBezTo>
                  <a:cubicBezTo>
                    <a:pt x="649" y="206"/>
                    <a:pt x="628" y="200"/>
                    <a:pt x="607" y="200"/>
                  </a:cubicBezTo>
                  <a:cubicBezTo>
                    <a:pt x="308" y="200"/>
                    <a:pt x="0" y="1424"/>
                    <a:pt x="159" y="1628"/>
                  </a:cubicBezTo>
                  <a:cubicBezTo>
                    <a:pt x="206" y="1688"/>
                    <a:pt x="548" y="1709"/>
                    <a:pt x="1022" y="1709"/>
                  </a:cubicBezTo>
                  <a:cubicBezTo>
                    <a:pt x="2286" y="1709"/>
                    <a:pt x="4483" y="1555"/>
                    <a:pt x="4483" y="1555"/>
                  </a:cubicBezTo>
                  <a:cubicBezTo>
                    <a:pt x="4362" y="1045"/>
                    <a:pt x="4192" y="535"/>
                    <a:pt x="3997" y="49"/>
                  </a:cubicBezTo>
                  <a:cubicBezTo>
                    <a:pt x="3976" y="15"/>
                    <a:pt x="3952" y="0"/>
                    <a:pt x="392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5" name="Google Shape;185;p23"/>
          <p:cNvGrpSpPr/>
          <p:nvPr/>
        </p:nvGrpSpPr>
        <p:grpSpPr>
          <a:xfrm rot="10800000">
            <a:off x="-220996" y="-221970"/>
            <a:ext cx="1590405" cy="693261"/>
            <a:chOff x="3965010" y="571479"/>
            <a:chExt cx="1651683" cy="719972"/>
          </a:xfrm>
        </p:grpSpPr>
        <p:grpSp>
          <p:nvGrpSpPr>
            <p:cNvPr id="186" name="Google Shape;186;p23"/>
            <p:cNvGrpSpPr/>
            <p:nvPr/>
          </p:nvGrpSpPr>
          <p:grpSpPr>
            <a:xfrm>
              <a:off x="3965010" y="571479"/>
              <a:ext cx="1446820" cy="719972"/>
              <a:chOff x="3953250" y="571500"/>
              <a:chExt cx="1383325" cy="766825"/>
            </a:xfrm>
          </p:grpSpPr>
          <p:grpSp>
            <p:nvGrpSpPr>
              <p:cNvPr id="187" name="Google Shape;187;p23"/>
              <p:cNvGrpSpPr/>
              <p:nvPr/>
            </p:nvGrpSpPr>
            <p:grpSpPr>
              <a:xfrm>
                <a:off x="3953250" y="571500"/>
                <a:ext cx="1383165" cy="669650"/>
                <a:chOff x="897088" y="2374675"/>
                <a:chExt cx="1383165" cy="669650"/>
              </a:xfrm>
            </p:grpSpPr>
            <p:sp>
              <p:nvSpPr>
                <p:cNvPr id="188" name="Google Shape;188;p23"/>
                <p:cNvSpPr/>
                <p:nvPr/>
              </p:nvSpPr>
              <p:spPr>
                <a:xfrm>
                  <a:off x="1135613" y="2416700"/>
                  <a:ext cx="622500" cy="62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23"/>
                <p:cNvSpPr/>
                <p:nvPr/>
              </p:nvSpPr>
              <p:spPr>
                <a:xfrm>
                  <a:off x="1479050" y="23746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23"/>
                <p:cNvSpPr/>
                <p:nvPr/>
              </p:nvSpPr>
              <p:spPr>
                <a:xfrm>
                  <a:off x="897088" y="2689700"/>
                  <a:ext cx="492600" cy="354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23"/>
                <p:cNvSpPr/>
                <p:nvPr/>
              </p:nvSpPr>
              <p:spPr>
                <a:xfrm>
                  <a:off x="1657753" y="2551725"/>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2" name="Google Shape;192;p23"/>
              <p:cNvSpPr/>
              <p:nvPr/>
            </p:nvSpPr>
            <p:spPr>
              <a:xfrm>
                <a:off x="3972775" y="907225"/>
                <a:ext cx="1363800" cy="431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3" name="Google Shape;193;p23"/>
            <p:cNvSpPr/>
            <p:nvPr/>
          </p:nvSpPr>
          <p:spPr>
            <a:xfrm>
              <a:off x="4006544" y="571481"/>
              <a:ext cx="1610148" cy="660750"/>
            </a:xfrm>
            <a:custGeom>
              <a:avLst/>
              <a:gdLst/>
              <a:ahLst/>
              <a:cxnLst/>
              <a:rect l="l" t="t" r="r" b="b"/>
              <a:pathLst>
                <a:path w="3864" h="1872" extrusionOk="0">
                  <a:moveTo>
                    <a:pt x="1847" y="365"/>
                  </a:moveTo>
                  <a:cubicBezTo>
                    <a:pt x="1920" y="487"/>
                    <a:pt x="1920" y="633"/>
                    <a:pt x="1871" y="754"/>
                  </a:cubicBezTo>
                  <a:lnTo>
                    <a:pt x="1847" y="754"/>
                  </a:lnTo>
                  <a:cubicBezTo>
                    <a:pt x="1847" y="754"/>
                    <a:pt x="1823" y="754"/>
                    <a:pt x="1798" y="705"/>
                  </a:cubicBezTo>
                  <a:cubicBezTo>
                    <a:pt x="1774" y="608"/>
                    <a:pt x="1774" y="487"/>
                    <a:pt x="1847" y="390"/>
                  </a:cubicBezTo>
                  <a:lnTo>
                    <a:pt x="1847" y="365"/>
                  </a:lnTo>
                  <a:close/>
                  <a:moveTo>
                    <a:pt x="2891" y="584"/>
                  </a:moveTo>
                  <a:lnTo>
                    <a:pt x="2891" y="608"/>
                  </a:lnTo>
                  <a:cubicBezTo>
                    <a:pt x="2940" y="754"/>
                    <a:pt x="2940" y="900"/>
                    <a:pt x="2867" y="948"/>
                  </a:cubicBezTo>
                  <a:cubicBezTo>
                    <a:pt x="2831" y="960"/>
                    <a:pt x="2806" y="967"/>
                    <a:pt x="2791" y="967"/>
                  </a:cubicBezTo>
                  <a:cubicBezTo>
                    <a:pt x="2776" y="967"/>
                    <a:pt x="2770" y="960"/>
                    <a:pt x="2770" y="948"/>
                  </a:cubicBezTo>
                  <a:cubicBezTo>
                    <a:pt x="2770" y="803"/>
                    <a:pt x="2794" y="681"/>
                    <a:pt x="2891" y="584"/>
                  </a:cubicBezTo>
                  <a:close/>
                  <a:moveTo>
                    <a:pt x="754" y="1021"/>
                  </a:moveTo>
                  <a:cubicBezTo>
                    <a:pt x="851" y="1021"/>
                    <a:pt x="924" y="1070"/>
                    <a:pt x="972" y="1143"/>
                  </a:cubicBezTo>
                  <a:cubicBezTo>
                    <a:pt x="997" y="1216"/>
                    <a:pt x="972" y="1288"/>
                    <a:pt x="899" y="1337"/>
                  </a:cubicBezTo>
                  <a:cubicBezTo>
                    <a:pt x="887" y="1349"/>
                    <a:pt x="875" y="1355"/>
                    <a:pt x="863" y="1355"/>
                  </a:cubicBezTo>
                  <a:cubicBezTo>
                    <a:pt x="851" y="1355"/>
                    <a:pt x="839" y="1349"/>
                    <a:pt x="827" y="1337"/>
                  </a:cubicBezTo>
                  <a:cubicBezTo>
                    <a:pt x="754" y="1240"/>
                    <a:pt x="754" y="1143"/>
                    <a:pt x="754" y="1045"/>
                  </a:cubicBezTo>
                  <a:lnTo>
                    <a:pt x="754" y="1021"/>
                  </a:lnTo>
                  <a:close/>
                  <a:moveTo>
                    <a:pt x="2357" y="74"/>
                  </a:moveTo>
                  <a:cubicBezTo>
                    <a:pt x="2600" y="122"/>
                    <a:pt x="2794" y="268"/>
                    <a:pt x="2867" y="487"/>
                  </a:cubicBezTo>
                  <a:cubicBezTo>
                    <a:pt x="2746" y="608"/>
                    <a:pt x="2673" y="778"/>
                    <a:pt x="2697" y="973"/>
                  </a:cubicBezTo>
                  <a:cubicBezTo>
                    <a:pt x="2725" y="1015"/>
                    <a:pt x="2745" y="1041"/>
                    <a:pt x="2786" y="1041"/>
                  </a:cubicBezTo>
                  <a:cubicBezTo>
                    <a:pt x="2815" y="1041"/>
                    <a:pt x="2855" y="1027"/>
                    <a:pt x="2916" y="997"/>
                  </a:cubicBezTo>
                  <a:cubicBezTo>
                    <a:pt x="3061" y="924"/>
                    <a:pt x="3037" y="681"/>
                    <a:pt x="2964" y="487"/>
                  </a:cubicBezTo>
                  <a:cubicBezTo>
                    <a:pt x="2989" y="462"/>
                    <a:pt x="3013" y="462"/>
                    <a:pt x="3061" y="462"/>
                  </a:cubicBezTo>
                  <a:cubicBezTo>
                    <a:pt x="3329" y="535"/>
                    <a:pt x="3572" y="730"/>
                    <a:pt x="3693" y="997"/>
                  </a:cubicBezTo>
                  <a:cubicBezTo>
                    <a:pt x="3766" y="1143"/>
                    <a:pt x="3766" y="1337"/>
                    <a:pt x="3644" y="1483"/>
                  </a:cubicBezTo>
                  <a:cubicBezTo>
                    <a:pt x="3474" y="1677"/>
                    <a:pt x="2819" y="1799"/>
                    <a:pt x="1774" y="1799"/>
                  </a:cubicBezTo>
                  <a:cubicBezTo>
                    <a:pt x="1118" y="1799"/>
                    <a:pt x="535" y="1750"/>
                    <a:pt x="535" y="1750"/>
                  </a:cubicBezTo>
                  <a:cubicBezTo>
                    <a:pt x="316" y="1726"/>
                    <a:pt x="195" y="1653"/>
                    <a:pt x="146" y="1507"/>
                  </a:cubicBezTo>
                  <a:cubicBezTo>
                    <a:pt x="98" y="1386"/>
                    <a:pt x="219" y="1216"/>
                    <a:pt x="438" y="1118"/>
                  </a:cubicBezTo>
                  <a:cubicBezTo>
                    <a:pt x="511" y="1070"/>
                    <a:pt x="584" y="1045"/>
                    <a:pt x="681" y="1045"/>
                  </a:cubicBezTo>
                  <a:cubicBezTo>
                    <a:pt x="657" y="1167"/>
                    <a:pt x="705" y="1288"/>
                    <a:pt x="778" y="1410"/>
                  </a:cubicBezTo>
                  <a:cubicBezTo>
                    <a:pt x="808" y="1440"/>
                    <a:pt x="857" y="1461"/>
                    <a:pt x="901" y="1461"/>
                  </a:cubicBezTo>
                  <a:cubicBezTo>
                    <a:pt x="928" y="1461"/>
                    <a:pt x="954" y="1453"/>
                    <a:pt x="972" y="1434"/>
                  </a:cubicBezTo>
                  <a:cubicBezTo>
                    <a:pt x="1070" y="1361"/>
                    <a:pt x="1118" y="1240"/>
                    <a:pt x="1094" y="1118"/>
                  </a:cubicBezTo>
                  <a:cubicBezTo>
                    <a:pt x="1045" y="1021"/>
                    <a:pt x="924" y="924"/>
                    <a:pt x="802" y="924"/>
                  </a:cubicBezTo>
                  <a:cubicBezTo>
                    <a:pt x="851" y="681"/>
                    <a:pt x="1021" y="462"/>
                    <a:pt x="1264" y="365"/>
                  </a:cubicBezTo>
                  <a:cubicBezTo>
                    <a:pt x="1395" y="278"/>
                    <a:pt x="1517" y="234"/>
                    <a:pt x="1621" y="234"/>
                  </a:cubicBezTo>
                  <a:cubicBezTo>
                    <a:pt x="1689" y="234"/>
                    <a:pt x="1750" y="254"/>
                    <a:pt x="1798" y="292"/>
                  </a:cubicBezTo>
                  <a:cubicBezTo>
                    <a:pt x="1701" y="414"/>
                    <a:pt x="1677" y="584"/>
                    <a:pt x="1750" y="730"/>
                  </a:cubicBezTo>
                  <a:cubicBezTo>
                    <a:pt x="1750" y="778"/>
                    <a:pt x="1798" y="827"/>
                    <a:pt x="1871" y="827"/>
                  </a:cubicBezTo>
                  <a:cubicBezTo>
                    <a:pt x="1895" y="827"/>
                    <a:pt x="1920" y="803"/>
                    <a:pt x="1944" y="778"/>
                  </a:cubicBezTo>
                  <a:cubicBezTo>
                    <a:pt x="2041" y="633"/>
                    <a:pt x="2017" y="438"/>
                    <a:pt x="1920" y="292"/>
                  </a:cubicBezTo>
                  <a:cubicBezTo>
                    <a:pt x="1993" y="220"/>
                    <a:pt x="2090" y="147"/>
                    <a:pt x="2187" y="122"/>
                  </a:cubicBezTo>
                  <a:cubicBezTo>
                    <a:pt x="2236" y="98"/>
                    <a:pt x="2308" y="98"/>
                    <a:pt x="2357" y="74"/>
                  </a:cubicBezTo>
                  <a:close/>
                  <a:moveTo>
                    <a:pt x="2333" y="1"/>
                  </a:moveTo>
                  <a:cubicBezTo>
                    <a:pt x="2260" y="1"/>
                    <a:pt x="2211" y="25"/>
                    <a:pt x="2138" y="50"/>
                  </a:cubicBezTo>
                  <a:cubicBezTo>
                    <a:pt x="2017" y="74"/>
                    <a:pt x="1920" y="147"/>
                    <a:pt x="1823" y="244"/>
                  </a:cubicBezTo>
                  <a:cubicBezTo>
                    <a:pt x="1756" y="188"/>
                    <a:pt x="1674" y="158"/>
                    <a:pt x="1579" y="158"/>
                  </a:cubicBezTo>
                  <a:cubicBezTo>
                    <a:pt x="1466" y="158"/>
                    <a:pt x="1336" y="200"/>
                    <a:pt x="1191" y="292"/>
                  </a:cubicBezTo>
                  <a:cubicBezTo>
                    <a:pt x="924" y="414"/>
                    <a:pt x="754" y="657"/>
                    <a:pt x="681" y="948"/>
                  </a:cubicBezTo>
                  <a:cubicBezTo>
                    <a:pt x="584" y="948"/>
                    <a:pt x="487" y="973"/>
                    <a:pt x="414" y="1021"/>
                  </a:cubicBezTo>
                  <a:cubicBezTo>
                    <a:pt x="146" y="1167"/>
                    <a:pt x="1" y="1361"/>
                    <a:pt x="49" y="1531"/>
                  </a:cubicBezTo>
                  <a:cubicBezTo>
                    <a:pt x="74" y="1701"/>
                    <a:pt x="268" y="1823"/>
                    <a:pt x="511" y="1847"/>
                  </a:cubicBezTo>
                  <a:cubicBezTo>
                    <a:pt x="511" y="1847"/>
                    <a:pt x="1118" y="1871"/>
                    <a:pt x="1774" y="1871"/>
                  </a:cubicBezTo>
                  <a:cubicBezTo>
                    <a:pt x="2867" y="1871"/>
                    <a:pt x="3523" y="1774"/>
                    <a:pt x="3717" y="1556"/>
                  </a:cubicBezTo>
                  <a:cubicBezTo>
                    <a:pt x="3839" y="1386"/>
                    <a:pt x="3863" y="1167"/>
                    <a:pt x="3766" y="973"/>
                  </a:cubicBezTo>
                  <a:cubicBezTo>
                    <a:pt x="3620" y="681"/>
                    <a:pt x="3353" y="438"/>
                    <a:pt x="3037" y="365"/>
                  </a:cubicBezTo>
                  <a:cubicBezTo>
                    <a:pt x="2989" y="365"/>
                    <a:pt x="2940" y="390"/>
                    <a:pt x="2916" y="414"/>
                  </a:cubicBezTo>
                  <a:cubicBezTo>
                    <a:pt x="2819" y="171"/>
                    <a:pt x="2600" y="25"/>
                    <a:pt x="23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4" name="Google Shape;194;p23"/>
          <p:cNvGrpSpPr/>
          <p:nvPr/>
        </p:nvGrpSpPr>
        <p:grpSpPr>
          <a:xfrm rot="-2839265" flipH="1">
            <a:off x="7818981" y="-170366"/>
            <a:ext cx="799289" cy="1039885"/>
            <a:chOff x="4318023" y="4113296"/>
            <a:chExt cx="716421" cy="932073"/>
          </a:xfrm>
        </p:grpSpPr>
        <p:sp>
          <p:nvSpPr>
            <p:cNvPr id="195" name="Google Shape;195;p23"/>
            <p:cNvSpPr/>
            <p:nvPr/>
          </p:nvSpPr>
          <p:spPr>
            <a:xfrm>
              <a:off x="4842115" y="4245779"/>
              <a:ext cx="192329" cy="205812"/>
            </a:xfrm>
            <a:custGeom>
              <a:avLst/>
              <a:gdLst/>
              <a:ahLst/>
              <a:cxnLst/>
              <a:rect l="l" t="t" r="r" b="b"/>
              <a:pathLst>
                <a:path w="2211" h="2366" extrusionOk="0">
                  <a:moveTo>
                    <a:pt x="1579" y="179"/>
                  </a:moveTo>
                  <a:cubicBezTo>
                    <a:pt x="1798" y="179"/>
                    <a:pt x="1943" y="252"/>
                    <a:pt x="1992" y="422"/>
                  </a:cubicBezTo>
                  <a:cubicBezTo>
                    <a:pt x="2041" y="519"/>
                    <a:pt x="2016" y="616"/>
                    <a:pt x="1968" y="689"/>
                  </a:cubicBezTo>
                  <a:cubicBezTo>
                    <a:pt x="1798" y="908"/>
                    <a:pt x="1239" y="1005"/>
                    <a:pt x="802" y="1005"/>
                  </a:cubicBezTo>
                  <a:lnTo>
                    <a:pt x="777" y="1005"/>
                  </a:lnTo>
                  <a:cubicBezTo>
                    <a:pt x="705" y="1005"/>
                    <a:pt x="680" y="1054"/>
                    <a:pt x="705" y="1127"/>
                  </a:cubicBezTo>
                  <a:cubicBezTo>
                    <a:pt x="802" y="1321"/>
                    <a:pt x="1045" y="1904"/>
                    <a:pt x="826" y="2171"/>
                  </a:cubicBezTo>
                  <a:cubicBezTo>
                    <a:pt x="802" y="2195"/>
                    <a:pt x="777" y="2195"/>
                    <a:pt x="777" y="2195"/>
                  </a:cubicBezTo>
                  <a:cubicBezTo>
                    <a:pt x="632" y="2195"/>
                    <a:pt x="364" y="1782"/>
                    <a:pt x="170" y="1369"/>
                  </a:cubicBezTo>
                  <a:lnTo>
                    <a:pt x="486" y="495"/>
                  </a:lnTo>
                  <a:cubicBezTo>
                    <a:pt x="826" y="325"/>
                    <a:pt x="1190" y="203"/>
                    <a:pt x="1579" y="179"/>
                  </a:cubicBezTo>
                  <a:close/>
                  <a:moveTo>
                    <a:pt x="1663" y="1"/>
                  </a:moveTo>
                  <a:cubicBezTo>
                    <a:pt x="1635" y="1"/>
                    <a:pt x="1607" y="4"/>
                    <a:pt x="1579" y="9"/>
                  </a:cubicBezTo>
                  <a:cubicBezTo>
                    <a:pt x="1142" y="33"/>
                    <a:pt x="753" y="155"/>
                    <a:pt x="389" y="349"/>
                  </a:cubicBezTo>
                  <a:cubicBezTo>
                    <a:pt x="364" y="374"/>
                    <a:pt x="340" y="374"/>
                    <a:pt x="340" y="398"/>
                  </a:cubicBezTo>
                  <a:lnTo>
                    <a:pt x="0" y="1345"/>
                  </a:lnTo>
                  <a:cubicBezTo>
                    <a:pt x="0" y="1345"/>
                    <a:pt x="0" y="1369"/>
                    <a:pt x="0" y="1394"/>
                  </a:cubicBezTo>
                  <a:cubicBezTo>
                    <a:pt x="73" y="1564"/>
                    <a:pt x="437" y="2365"/>
                    <a:pt x="777" y="2365"/>
                  </a:cubicBezTo>
                  <a:cubicBezTo>
                    <a:pt x="850" y="2365"/>
                    <a:pt x="923" y="2341"/>
                    <a:pt x="972" y="2268"/>
                  </a:cubicBezTo>
                  <a:cubicBezTo>
                    <a:pt x="1215" y="1953"/>
                    <a:pt x="1020" y="1394"/>
                    <a:pt x="899" y="1151"/>
                  </a:cubicBezTo>
                  <a:cubicBezTo>
                    <a:pt x="1215" y="1151"/>
                    <a:pt x="1871" y="1102"/>
                    <a:pt x="2089" y="786"/>
                  </a:cubicBezTo>
                  <a:cubicBezTo>
                    <a:pt x="2186" y="665"/>
                    <a:pt x="2211" y="519"/>
                    <a:pt x="2162" y="374"/>
                  </a:cubicBezTo>
                  <a:cubicBezTo>
                    <a:pt x="2076" y="159"/>
                    <a:pt x="1876" y="1"/>
                    <a:pt x="16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23"/>
            <p:cNvSpPr/>
            <p:nvPr/>
          </p:nvSpPr>
          <p:spPr>
            <a:xfrm>
              <a:off x="4730077" y="4175144"/>
              <a:ext cx="156491" cy="223645"/>
            </a:xfrm>
            <a:custGeom>
              <a:avLst/>
              <a:gdLst/>
              <a:ahLst/>
              <a:cxnLst/>
              <a:rect l="l" t="t" r="r" b="b"/>
              <a:pathLst>
                <a:path w="1799" h="2571" extrusionOk="0">
                  <a:moveTo>
                    <a:pt x="649" y="0"/>
                  </a:moveTo>
                  <a:cubicBezTo>
                    <a:pt x="597" y="0"/>
                    <a:pt x="542" y="6"/>
                    <a:pt x="486" y="19"/>
                  </a:cubicBezTo>
                  <a:cubicBezTo>
                    <a:pt x="365" y="44"/>
                    <a:pt x="244" y="141"/>
                    <a:pt x="195" y="262"/>
                  </a:cubicBezTo>
                  <a:cubicBezTo>
                    <a:pt x="98" y="602"/>
                    <a:pt x="511" y="1113"/>
                    <a:pt x="827" y="1501"/>
                  </a:cubicBezTo>
                  <a:cubicBezTo>
                    <a:pt x="632" y="1574"/>
                    <a:pt x="462" y="1671"/>
                    <a:pt x="292" y="1793"/>
                  </a:cubicBezTo>
                  <a:cubicBezTo>
                    <a:pt x="122" y="1890"/>
                    <a:pt x="1" y="2109"/>
                    <a:pt x="49" y="2327"/>
                  </a:cubicBezTo>
                  <a:cubicBezTo>
                    <a:pt x="49" y="2400"/>
                    <a:pt x="122" y="2497"/>
                    <a:pt x="195" y="2522"/>
                  </a:cubicBezTo>
                  <a:cubicBezTo>
                    <a:pt x="268" y="2546"/>
                    <a:pt x="341" y="2570"/>
                    <a:pt x="414" y="2570"/>
                  </a:cubicBezTo>
                  <a:cubicBezTo>
                    <a:pt x="754" y="2522"/>
                    <a:pt x="1094" y="2424"/>
                    <a:pt x="1410" y="2254"/>
                  </a:cubicBezTo>
                  <a:cubicBezTo>
                    <a:pt x="1458" y="2230"/>
                    <a:pt x="1458" y="2181"/>
                    <a:pt x="1434" y="2133"/>
                  </a:cubicBezTo>
                  <a:cubicBezTo>
                    <a:pt x="1434" y="2116"/>
                    <a:pt x="1397" y="2099"/>
                    <a:pt x="1367" y="2099"/>
                  </a:cubicBezTo>
                  <a:cubicBezTo>
                    <a:pt x="1355" y="2099"/>
                    <a:pt x="1344" y="2101"/>
                    <a:pt x="1337" y="2109"/>
                  </a:cubicBezTo>
                  <a:cubicBezTo>
                    <a:pt x="1075" y="2229"/>
                    <a:pt x="664" y="2400"/>
                    <a:pt x="406" y="2400"/>
                  </a:cubicBezTo>
                  <a:cubicBezTo>
                    <a:pt x="352" y="2400"/>
                    <a:pt x="305" y="2393"/>
                    <a:pt x="268" y="2376"/>
                  </a:cubicBezTo>
                  <a:cubicBezTo>
                    <a:pt x="244" y="2352"/>
                    <a:pt x="219" y="2327"/>
                    <a:pt x="195" y="2279"/>
                  </a:cubicBezTo>
                  <a:cubicBezTo>
                    <a:pt x="195" y="2206"/>
                    <a:pt x="219" y="2109"/>
                    <a:pt x="268" y="2036"/>
                  </a:cubicBezTo>
                  <a:cubicBezTo>
                    <a:pt x="462" y="1841"/>
                    <a:pt x="705" y="1696"/>
                    <a:pt x="972" y="1647"/>
                  </a:cubicBezTo>
                  <a:cubicBezTo>
                    <a:pt x="997" y="1647"/>
                    <a:pt x="1021" y="1623"/>
                    <a:pt x="1045" y="1598"/>
                  </a:cubicBezTo>
                  <a:cubicBezTo>
                    <a:pt x="1094" y="1550"/>
                    <a:pt x="1069" y="1526"/>
                    <a:pt x="997" y="1428"/>
                  </a:cubicBezTo>
                  <a:cubicBezTo>
                    <a:pt x="389" y="724"/>
                    <a:pt x="316" y="432"/>
                    <a:pt x="365" y="311"/>
                  </a:cubicBezTo>
                  <a:cubicBezTo>
                    <a:pt x="365" y="287"/>
                    <a:pt x="389" y="214"/>
                    <a:pt x="511" y="190"/>
                  </a:cubicBezTo>
                  <a:cubicBezTo>
                    <a:pt x="554" y="179"/>
                    <a:pt x="596" y="174"/>
                    <a:pt x="636" y="174"/>
                  </a:cubicBezTo>
                  <a:cubicBezTo>
                    <a:pt x="1244" y="174"/>
                    <a:pt x="1628" y="1283"/>
                    <a:pt x="1628" y="1283"/>
                  </a:cubicBezTo>
                  <a:cubicBezTo>
                    <a:pt x="1652" y="1307"/>
                    <a:pt x="1701" y="1331"/>
                    <a:pt x="1725" y="1331"/>
                  </a:cubicBezTo>
                  <a:cubicBezTo>
                    <a:pt x="1774" y="1307"/>
                    <a:pt x="1798" y="1258"/>
                    <a:pt x="1798" y="1210"/>
                  </a:cubicBezTo>
                  <a:cubicBezTo>
                    <a:pt x="1776" y="1165"/>
                    <a:pt x="1373" y="0"/>
                    <a:pt x="6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23"/>
            <p:cNvSpPr/>
            <p:nvPr/>
          </p:nvSpPr>
          <p:spPr>
            <a:xfrm>
              <a:off x="4828807" y="4113296"/>
              <a:ext cx="167625" cy="150227"/>
            </a:xfrm>
            <a:custGeom>
              <a:avLst/>
              <a:gdLst/>
              <a:ahLst/>
              <a:cxnLst/>
              <a:rect l="l" t="t" r="r" b="b"/>
              <a:pathLst>
                <a:path w="1927" h="1727" extrusionOk="0">
                  <a:moveTo>
                    <a:pt x="119" y="1"/>
                  </a:moveTo>
                  <a:cubicBezTo>
                    <a:pt x="57" y="1"/>
                    <a:pt x="1" y="74"/>
                    <a:pt x="56" y="147"/>
                  </a:cubicBezTo>
                  <a:cubicBezTo>
                    <a:pt x="347" y="463"/>
                    <a:pt x="566" y="828"/>
                    <a:pt x="712" y="1241"/>
                  </a:cubicBezTo>
                  <a:cubicBezTo>
                    <a:pt x="663" y="1386"/>
                    <a:pt x="639" y="1532"/>
                    <a:pt x="663" y="1654"/>
                  </a:cubicBezTo>
                  <a:cubicBezTo>
                    <a:pt x="663" y="1702"/>
                    <a:pt x="712" y="1726"/>
                    <a:pt x="736" y="1726"/>
                  </a:cubicBezTo>
                  <a:cubicBezTo>
                    <a:pt x="785" y="1726"/>
                    <a:pt x="809" y="1702"/>
                    <a:pt x="833" y="1678"/>
                  </a:cubicBezTo>
                  <a:cubicBezTo>
                    <a:pt x="882" y="1532"/>
                    <a:pt x="882" y="1411"/>
                    <a:pt x="858" y="1265"/>
                  </a:cubicBezTo>
                  <a:cubicBezTo>
                    <a:pt x="882" y="1241"/>
                    <a:pt x="906" y="1216"/>
                    <a:pt x="906" y="1192"/>
                  </a:cubicBezTo>
                  <a:cubicBezTo>
                    <a:pt x="1149" y="876"/>
                    <a:pt x="1489" y="706"/>
                    <a:pt x="1854" y="658"/>
                  </a:cubicBezTo>
                  <a:cubicBezTo>
                    <a:pt x="1902" y="633"/>
                    <a:pt x="1926" y="609"/>
                    <a:pt x="1926" y="560"/>
                  </a:cubicBezTo>
                  <a:cubicBezTo>
                    <a:pt x="1902" y="512"/>
                    <a:pt x="1854" y="488"/>
                    <a:pt x="1829" y="488"/>
                  </a:cubicBezTo>
                  <a:cubicBezTo>
                    <a:pt x="1441" y="536"/>
                    <a:pt x="1076" y="730"/>
                    <a:pt x="809" y="1046"/>
                  </a:cubicBezTo>
                  <a:cubicBezTo>
                    <a:pt x="663" y="658"/>
                    <a:pt x="445" y="318"/>
                    <a:pt x="177" y="26"/>
                  </a:cubicBezTo>
                  <a:cubicBezTo>
                    <a:pt x="160" y="8"/>
                    <a:pt x="139" y="1"/>
                    <a:pt x="1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23"/>
            <p:cNvSpPr/>
            <p:nvPr/>
          </p:nvSpPr>
          <p:spPr>
            <a:xfrm>
              <a:off x="4318023" y="4482647"/>
              <a:ext cx="515662" cy="562722"/>
            </a:xfrm>
            <a:custGeom>
              <a:avLst/>
              <a:gdLst/>
              <a:ahLst/>
              <a:cxnLst/>
              <a:rect l="l" t="t" r="r" b="b"/>
              <a:pathLst>
                <a:path w="5928" h="6469" extrusionOk="0">
                  <a:moveTo>
                    <a:pt x="5857" y="0"/>
                  </a:moveTo>
                  <a:cubicBezTo>
                    <a:pt x="5849" y="0"/>
                    <a:pt x="5840" y="2"/>
                    <a:pt x="5831" y="7"/>
                  </a:cubicBezTo>
                  <a:cubicBezTo>
                    <a:pt x="5782" y="7"/>
                    <a:pt x="5758" y="31"/>
                    <a:pt x="5758" y="80"/>
                  </a:cubicBezTo>
                  <a:cubicBezTo>
                    <a:pt x="5758" y="250"/>
                    <a:pt x="5734" y="396"/>
                    <a:pt x="5734" y="566"/>
                  </a:cubicBezTo>
                  <a:cubicBezTo>
                    <a:pt x="5709" y="590"/>
                    <a:pt x="5734" y="638"/>
                    <a:pt x="5782" y="638"/>
                  </a:cubicBezTo>
                  <a:lnTo>
                    <a:pt x="5782" y="614"/>
                  </a:lnTo>
                  <a:cubicBezTo>
                    <a:pt x="5791" y="619"/>
                    <a:pt x="5801" y="621"/>
                    <a:pt x="5810" y="621"/>
                  </a:cubicBezTo>
                  <a:cubicBezTo>
                    <a:pt x="5848" y="621"/>
                    <a:pt x="5879" y="585"/>
                    <a:pt x="5879" y="566"/>
                  </a:cubicBezTo>
                  <a:cubicBezTo>
                    <a:pt x="5904" y="396"/>
                    <a:pt x="5928" y="225"/>
                    <a:pt x="5928" y="80"/>
                  </a:cubicBezTo>
                  <a:cubicBezTo>
                    <a:pt x="5928" y="40"/>
                    <a:pt x="5896" y="0"/>
                    <a:pt x="5857" y="0"/>
                  </a:cubicBezTo>
                  <a:close/>
                  <a:moveTo>
                    <a:pt x="5682" y="972"/>
                  </a:moveTo>
                  <a:cubicBezTo>
                    <a:pt x="5644" y="972"/>
                    <a:pt x="5612" y="1007"/>
                    <a:pt x="5612" y="1027"/>
                  </a:cubicBezTo>
                  <a:cubicBezTo>
                    <a:pt x="5564" y="1197"/>
                    <a:pt x="5515" y="1343"/>
                    <a:pt x="5442" y="1489"/>
                  </a:cubicBezTo>
                  <a:cubicBezTo>
                    <a:pt x="5418" y="1513"/>
                    <a:pt x="5442" y="1562"/>
                    <a:pt x="5491" y="1586"/>
                  </a:cubicBezTo>
                  <a:lnTo>
                    <a:pt x="5515" y="1586"/>
                  </a:lnTo>
                  <a:lnTo>
                    <a:pt x="5515" y="1562"/>
                  </a:lnTo>
                  <a:cubicBezTo>
                    <a:pt x="5523" y="1570"/>
                    <a:pt x="5531" y="1572"/>
                    <a:pt x="5539" y="1572"/>
                  </a:cubicBezTo>
                  <a:cubicBezTo>
                    <a:pt x="5555" y="1572"/>
                    <a:pt x="5572" y="1562"/>
                    <a:pt x="5588" y="1562"/>
                  </a:cubicBezTo>
                  <a:cubicBezTo>
                    <a:pt x="5661" y="1392"/>
                    <a:pt x="5734" y="1246"/>
                    <a:pt x="5782" y="1076"/>
                  </a:cubicBezTo>
                  <a:cubicBezTo>
                    <a:pt x="5782" y="1027"/>
                    <a:pt x="5758" y="1003"/>
                    <a:pt x="5709" y="979"/>
                  </a:cubicBezTo>
                  <a:cubicBezTo>
                    <a:pt x="5700" y="974"/>
                    <a:pt x="5691" y="972"/>
                    <a:pt x="5682" y="972"/>
                  </a:cubicBezTo>
                  <a:close/>
                  <a:moveTo>
                    <a:pt x="4303" y="1753"/>
                  </a:moveTo>
                  <a:cubicBezTo>
                    <a:pt x="4217" y="1753"/>
                    <a:pt x="4164" y="1879"/>
                    <a:pt x="4276" y="1902"/>
                  </a:cubicBezTo>
                  <a:cubicBezTo>
                    <a:pt x="4398" y="1975"/>
                    <a:pt x="4543" y="2047"/>
                    <a:pt x="4640" y="2169"/>
                  </a:cubicBezTo>
                  <a:cubicBezTo>
                    <a:pt x="4640" y="2193"/>
                    <a:pt x="4665" y="2193"/>
                    <a:pt x="4689" y="2193"/>
                  </a:cubicBezTo>
                  <a:cubicBezTo>
                    <a:pt x="4713" y="2193"/>
                    <a:pt x="4738" y="2193"/>
                    <a:pt x="4762" y="2169"/>
                  </a:cubicBezTo>
                  <a:cubicBezTo>
                    <a:pt x="4786" y="2145"/>
                    <a:pt x="4786" y="2096"/>
                    <a:pt x="4762" y="2072"/>
                  </a:cubicBezTo>
                  <a:cubicBezTo>
                    <a:pt x="4640" y="1926"/>
                    <a:pt x="4495" y="1829"/>
                    <a:pt x="4325" y="1756"/>
                  </a:cubicBezTo>
                  <a:cubicBezTo>
                    <a:pt x="4317" y="1754"/>
                    <a:pt x="4310" y="1753"/>
                    <a:pt x="4303" y="1753"/>
                  </a:cubicBezTo>
                  <a:close/>
                  <a:moveTo>
                    <a:pt x="3790" y="1732"/>
                  </a:moveTo>
                  <a:cubicBezTo>
                    <a:pt x="3596" y="1780"/>
                    <a:pt x="3474" y="1926"/>
                    <a:pt x="3474" y="2120"/>
                  </a:cubicBezTo>
                  <a:cubicBezTo>
                    <a:pt x="3450" y="2145"/>
                    <a:pt x="3450" y="2169"/>
                    <a:pt x="3474" y="2193"/>
                  </a:cubicBezTo>
                  <a:cubicBezTo>
                    <a:pt x="3474" y="2242"/>
                    <a:pt x="3499" y="2266"/>
                    <a:pt x="3547" y="2266"/>
                  </a:cubicBezTo>
                  <a:lnTo>
                    <a:pt x="3572" y="2266"/>
                  </a:lnTo>
                  <a:cubicBezTo>
                    <a:pt x="3620" y="2242"/>
                    <a:pt x="3644" y="2193"/>
                    <a:pt x="3620" y="2169"/>
                  </a:cubicBezTo>
                  <a:lnTo>
                    <a:pt x="3620" y="2120"/>
                  </a:lnTo>
                  <a:cubicBezTo>
                    <a:pt x="3644" y="1999"/>
                    <a:pt x="3717" y="1926"/>
                    <a:pt x="3839" y="1902"/>
                  </a:cubicBezTo>
                  <a:cubicBezTo>
                    <a:pt x="3887" y="1877"/>
                    <a:pt x="3912" y="1829"/>
                    <a:pt x="3887" y="1780"/>
                  </a:cubicBezTo>
                  <a:cubicBezTo>
                    <a:pt x="3887" y="1756"/>
                    <a:pt x="3839" y="1732"/>
                    <a:pt x="3790" y="1732"/>
                  </a:cubicBezTo>
                  <a:close/>
                  <a:moveTo>
                    <a:pt x="5248" y="1835"/>
                  </a:moveTo>
                  <a:cubicBezTo>
                    <a:pt x="5230" y="1835"/>
                    <a:pt x="5211" y="1841"/>
                    <a:pt x="5199" y="1853"/>
                  </a:cubicBezTo>
                  <a:cubicBezTo>
                    <a:pt x="5078" y="1975"/>
                    <a:pt x="4981" y="2072"/>
                    <a:pt x="4835" y="2169"/>
                  </a:cubicBezTo>
                  <a:cubicBezTo>
                    <a:pt x="4786" y="2169"/>
                    <a:pt x="4786" y="2217"/>
                    <a:pt x="4811" y="2266"/>
                  </a:cubicBezTo>
                  <a:cubicBezTo>
                    <a:pt x="4811" y="2290"/>
                    <a:pt x="4859" y="2315"/>
                    <a:pt x="4883" y="2315"/>
                  </a:cubicBezTo>
                  <a:lnTo>
                    <a:pt x="4883" y="2290"/>
                  </a:lnTo>
                  <a:cubicBezTo>
                    <a:pt x="4883" y="2290"/>
                    <a:pt x="4908" y="2290"/>
                    <a:pt x="4908" y="2315"/>
                  </a:cubicBezTo>
                  <a:cubicBezTo>
                    <a:pt x="5053" y="2217"/>
                    <a:pt x="5199" y="2096"/>
                    <a:pt x="5296" y="1975"/>
                  </a:cubicBezTo>
                  <a:cubicBezTo>
                    <a:pt x="5345" y="1926"/>
                    <a:pt x="5345" y="1877"/>
                    <a:pt x="5296" y="1853"/>
                  </a:cubicBezTo>
                  <a:cubicBezTo>
                    <a:pt x="5284" y="1841"/>
                    <a:pt x="5266" y="1835"/>
                    <a:pt x="5248" y="1835"/>
                  </a:cubicBezTo>
                  <a:close/>
                  <a:moveTo>
                    <a:pt x="4416" y="2312"/>
                  </a:moveTo>
                  <a:cubicBezTo>
                    <a:pt x="4410" y="2312"/>
                    <a:pt x="4404" y="2313"/>
                    <a:pt x="4398" y="2315"/>
                  </a:cubicBezTo>
                  <a:cubicBezTo>
                    <a:pt x="4276" y="2339"/>
                    <a:pt x="4179" y="2363"/>
                    <a:pt x="4057" y="2363"/>
                  </a:cubicBezTo>
                  <a:lnTo>
                    <a:pt x="3936" y="2363"/>
                  </a:lnTo>
                  <a:cubicBezTo>
                    <a:pt x="3930" y="2362"/>
                    <a:pt x="3925" y="2361"/>
                    <a:pt x="3920" y="2361"/>
                  </a:cubicBezTo>
                  <a:cubicBezTo>
                    <a:pt x="3836" y="2361"/>
                    <a:pt x="3820" y="2533"/>
                    <a:pt x="3912" y="2533"/>
                  </a:cubicBezTo>
                  <a:lnTo>
                    <a:pt x="4057" y="2533"/>
                  </a:lnTo>
                  <a:lnTo>
                    <a:pt x="4057" y="2509"/>
                  </a:lnTo>
                  <a:cubicBezTo>
                    <a:pt x="4179" y="2509"/>
                    <a:pt x="4300" y="2509"/>
                    <a:pt x="4422" y="2485"/>
                  </a:cubicBezTo>
                  <a:cubicBezTo>
                    <a:pt x="4535" y="2462"/>
                    <a:pt x="4500" y="2312"/>
                    <a:pt x="4416" y="2312"/>
                  </a:cubicBezTo>
                  <a:close/>
                  <a:moveTo>
                    <a:pt x="4946" y="2451"/>
                  </a:moveTo>
                  <a:cubicBezTo>
                    <a:pt x="4934" y="2451"/>
                    <a:pt x="4921" y="2454"/>
                    <a:pt x="4908" y="2460"/>
                  </a:cubicBezTo>
                  <a:cubicBezTo>
                    <a:pt x="4859" y="2485"/>
                    <a:pt x="4859" y="2533"/>
                    <a:pt x="4859" y="2582"/>
                  </a:cubicBezTo>
                  <a:cubicBezTo>
                    <a:pt x="4932" y="2728"/>
                    <a:pt x="4956" y="2873"/>
                    <a:pt x="4981" y="3019"/>
                  </a:cubicBezTo>
                  <a:cubicBezTo>
                    <a:pt x="4981" y="3068"/>
                    <a:pt x="5029" y="3092"/>
                    <a:pt x="5078" y="3092"/>
                  </a:cubicBezTo>
                  <a:cubicBezTo>
                    <a:pt x="5126" y="3092"/>
                    <a:pt x="5151" y="3043"/>
                    <a:pt x="5151" y="3019"/>
                  </a:cubicBezTo>
                  <a:cubicBezTo>
                    <a:pt x="5126" y="2825"/>
                    <a:pt x="5078" y="2679"/>
                    <a:pt x="5029" y="2509"/>
                  </a:cubicBezTo>
                  <a:cubicBezTo>
                    <a:pt x="5011" y="2473"/>
                    <a:pt x="4981" y="2451"/>
                    <a:pt x="4946" y="2451"/>
                  </a:cubicBezTo>
                  <a:close/>
                  <a:moveTo>
                    <a:pt x="5078" y="3432"/>
                  </a:moveTo>
                  <a:cubicBezTo>
                    <a:pt x="5029" y="3432"/>
                    <a:pt x="5005" y="3456"/>
                    <a:pt x="4981" y="3505"/>
                  </a:cubicBezTo>
                  <a:cubicBezTo>
                    <a:pt x="4956" y="3651"/>
                    <a:pt x="4932" y="3821"/>
                    <a:pt x="4883" y="3966"/>
                  </a:cubicBezTo>
                  <a:cubicBezTo>
                    <a:pt x="4859" y="3991"/>
                    <a:pt x="4883" y="4039"/>
                    <a:pt x="4908" y="4064"/>
                  </a:cubicBezTo>
                  <a:lnTo>
                    <a:pt x="4956" y="4064"/>
                  </a:lnTo>
                  <a:cubicBezTo>
                    <a:pt x="4981" y="4064"/>
                    <a:pt x="5005" y="4039"/>
                    <a:pt x="5029" y="4015"/>
                  </a:cubicBezTo>
                  <a:cubicBezTo>
                    <a:pt x="5078" y="3869"/>
                    <a:pt x="5126" y="3699"/>
                    <a:pt x="5151" y="3529"/>
                  </a:cubicBezTo>
                  <a:cubicBezTo>
                    <a:pt x="5151" y="3481"/>
                    <a:pt x="5126" y="3432"/>
                    <a:pt x="5078" y="3432"/>
                  </a:cubicBezTo>
                  <a:close/>
                  <a:moveTo>
                    <a:pt x="4703" y="4339"/>
                  </a:moveTo>
                  <a:cubicBezTo>
                    <a:pt x="4677" y="4339"/>
                    <a:pt x="4655" y="4351"/>
                    <a:pt x="4640" y="4379"/>
                  </a:cubicBezTo>
                  <a:cubicBezTo>
                    <a:pt x="4543" y="4501"/>
                    <a:pt x="4422" y="4622"/>
                    <a:pt x="4325" y="4720"/>
                  </a:cubicBezTo>
                  <a:cubicBezTo>
                    <a:pt x="4276" y="4744"/>
                    <a:pt x="4276" y="4792"/>
                    <a:pt x="4325" y="4841"/>
                  </a:cubicBezTo>
                  <a:cubicBezTo>
                    <a:pt x="4325" y="4841"/>
                    <a:pt x="4349" y="4865"/>
                    <a:pt x="4373" y="4865"/>
                  </a:cubicBezTo>
                  <a:lnTo>
                    <a:pt x="4373" y="4841"/>
                  </a:lnTo>
                  <a:lnTo>
                    <a:pt x="4422" y="4841"/>
                  </a:lnTo>
                  <a:cubicBezTo>
                    <a:pt x="4543" y="4720"/>
                    <a:pt x="4665" y="4598"/>
                    <a:pt x="4762" y="4477"/>
                  </a:cubicBezTo>
                  <a:cubicBezTo>
                    <a:pt x="4786" y="4428"/>
                    <a:pt x="4786" y="4379"/>
                    <a:pt x="4762" y="4355"/>
                  </a:cubicBezTo>
                  <a:cubicBezTo>
                    <a:pt x="4742" y="4345"/>
                    <a:pt x="4722" y="4339"/>
                    <a:pt x="4703" y="4339"/>
                  </a:cubicBezTo>
                  <a:close/>
                  <a:moveTo>
                    <a:pt x="3975" y="4971"/>
                  </a:moveTo>
                  <a:cubicBezTo>
                    <a:pt x="3960" y="4971"/>
                    <a:pt x="3946" y="4977"/>
                    <a:pt x="3936" y="4987"/>
                  </a:cubicBezTo>
                  <a:cubicBezTo>
                    <a:pt x="3790" y="5060"/>
                    <a:pt x="3644" y="5108"/>
                    <a:pt x="3474" y="5133"/>
                  </a:cubicBezTo>
                  <a:cubicBezTo>
                    <a:pt x="3450" y="5157"/>
                    <a:pt x="3402" y="5205"/>
                    <a:pt x="3426" y="5254"/>
                  </a:cubicBezTo>
                  <a:cubicBezTo>
                    <a:pt x="3426" y="5278"/>
                    <a:pt x="3474" y="5303"/>
                    <a:pt x="3499" y="5303"/>
                  </a:cubicBezTo>
                  <a:lnTo>
                    <a:pt x="3523" y="5303"/>
                  </a:lnTo>
                  <a:cubicBezTo>
                    <a:pt x="3693" y="5254"/>
                    <a:pt x="3839" y="5205"/>
                    <a:pt x="4009" y="5133"/>
                  </a:cubicBezTo>
                  <a:cubicBezTo>
                    <a:pt x="4033" y="5108"/>
                    <a:pt x="4057" y="5060"/>
                    <a:pt x="4033" y="5011"/>
                  </a:cubicBezTo>
                  <a:cubicBezTo>
                    <a:pt x="4019" y="4983"/>
                    <a:pt x="3996" y="4971"/>
                    <a:pt x="3975" y="4971"/>
                  </a:cubicBezTo>
                  <a:close/>
                  <a:moveTo>
                    <a:pt x="1531" y="5205"/>
                  </a:moveTo>
                  <a:cubicBezTo>
                    <a:pt x="1434" y="5205"/>
                    <a:pt x="1434" y="5375"/>
                    <a:pt x="1531" y="5375"/>
                  </a:cubicBezTo>
                  <a:lnTo>
                    <a:pt x="2041" y="5375"/>
                  </a:lnTo>
                  <a:cubicBezTo>
                    <a:pt x="2065" y="5375"/>
                    <a:pt x="2114" y="5327"/>
                    <a:pt x="2114" y="5303"/>
                  </a:cubicBezTo>
                  <a:cubicBezTo>
                    <a:pt x="2114" y="5254"/>
                    <a:pt x="2090" y="5205"/>
                    <a:pt x="2041" y="5205"/>
                  </a:cubicBezTo>
                  <a:close/>
                  <a:moveTo>
                    <a:pt x="2527" y="5205"/>
                  </a:moveTo>
                  <a:cubicBezTo>
                    <a:pt x="2478" y="5205"/>
                    <a:pt x="2454" y="5254"/>
                    <a:pt x="2454" y="5278"/>
                  </a:cubicBezTo>
                  <a:cubicBezTo>
                    <a:pt x="2430" y="5327"/>
                    <a:pt x="2478" y="5375"/>
                    <a:pt x="2527" y="5375"/>
                  </a:cubicBezTo>
                  <a:lnTo>
                    <a:pt x="3013" y="5375"/>
                  </a:lnTo>
                  <a:cubicBezTo>
                    <a:pt x="3061" y="5375"/>
                    <a:pt x="3110" y="5327"/>
                    <a:pt x="3110" y="5278"/>
                  </a:cubicBezTo>
                  <a:cubicBezTo>
                    <a:pt x="3086" y="5230"/>
                    <a:pt x="3061" y="5205"/>
                    <a:pt x="3013" y="5205"/>
                  </a:cubicBezTo>
                  <a:close/>
                  <a:moveTo>
                    <a:pt x="1044" y="5270"/>
                  </a:moveTo>
                  <a:cubicBezTo>
                    <a:pt x="1037" y="5270"/>
                    <a:pt x="1029" y="5273"/>
                    <a:pt x="1021" y="5278"/>
                  </a:cubicBezTo>
                  <a:cubicBezTo>
                    <a:pt x="851" y="5327"/>
                    <a:pt x="681" y="5400"/>
                    <a:pt x="559" y="5497"/>
                  </a:cubicBezTo>
                  <a:cubicBezTo>
                    <a:pt x="511" y="5545"/>
                    <a:pt x="511" y="5594"/>
                    <a:pt x="559" y="5618"/>
                  </a:cubicBezTo>
                  <a:cubicBezTo>
                    <a:pt x="559" y="5643"/>
                    <a:pt x="584" y="5643"/>
                    <a:pt x="608" y="5667"/>
                  </a:cubicBezTo>
                  <a:cubicBezTo>
                    <a:pt x="632" y="5643"/>
                    <a:pt x="632" y="5643"/>
                    <a:pt x="657" y="5643"/>
                  </a:cubicBezTo>
                  <a:cubicBezTo>
                    <a:pt x="778" y="5545"/>
                    <a:pt x="899" y="5473"/>
                    <a:pt x="1069" y="5424"/>
                  </a:cubicBezTo>
                  <a:cubicBezTo>
                    <a:pt x="1134" y="5424"/>
                    <a:pt x="1103" y="5270"/>
                    <a:pt x="1044" y="5270"/>
                  </a:cubicBezTo>
                  <a:close/>
                  <a:moveTo>
                    <a:pt x="295" y="5864"/>
                  </a:moveTo>
                  <a:cubicBezTo>
                    <a:pt x="265" y="5864"/>
                    <a:pt x="235" y="5877"/>
                    <a:pt x="219" y="5910"/>
                  </a:cubicBezTo>
                  <a:cubicBezTo>
                    <a:pt x="122" y="6056"/>
                    <a:pt x="74" y="6201"/>
                    <a:pt x="25" y="6371"/>
                  </a:cubicBezTo>
                  <a:cubicBezTo>
                    <a:pt x="1" y="6420"/>
                    <a:pt x="25" y="6469"/>
                    <a:pt x="74" y="6469"/>
                  </a:cubicBezTo>
                  <a:lnTo>
                    <a:pt x="98" y="6469"/>
                  </a:lnTo>
                  <a:cubicBezTo>
                    <a:pt x="122" y="6469"/>
                    <a:pt x="146" y="6444"/>
                    <a:pt x="171" y="6420"/>
                  </a:cubicBezTo>
                  <a:cubicBezTo>
                    <a:pt x="219" y="6274"/>
                    <a:pt x="292" y="6129"/>
                    <a:pt x="365" y="5983"/>
                  </a:cubicBezTo>
                  <a:cubicBezTo>
                    <a:pt x="414" y="5918"/>
                    <a:pt x="354" y="5864"/>
                    <a:pt x="295" y="586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1">
  <p:cSld name="CUSTOM_54">
    <p:bg>
      <p:bgPr>
        <a:blipFill>
          <a:blip r:embed="rId2">
            <a:alphaModFix/>
          </a:blip>
          <a:stretch>
            <a:fillRect/>
          </a:stretch>
        </a:blipFill>
        <a:effectLst/>
      </p:bgPr>
    </p:bg>
    <p:spTree>
      <p:nvGrpSpPr>
        <p:cNvPr id="1" name="Shape 199"/>
        <p:cNvGrpSpPr/>
        <p:nvPr/>
      </p:nvGrpSpPr>
      <p:grpSpPr>
        <a:xfrm>
          <a:off x="0" y="0"/>
          <a:ext cx="0" cy="0"/>
          <a:chOff x="0" y="0"/>
          <a:chExt cx="0" cy="0"/>
        </a:xfrm>
      </p:grpSpPr>
      <p:sp>
        <p:nvSpPr>
          <p:cNvPr id="200" name="Google Shape;200;p24"/>
          <p:cNvSpPr txBox="1">
            <a:spLocks noGrp="1"/>
          </p:cNvSpPr>
          <p:nvPr>
            <p:ph type="title"/>
          </p:nvPr>
        </p:nvSpPr>
        <p:spPr>
          <a:xfrm>
            <a:off x="5345250" y="2532650"/>
            <a:ext cx="2587500" cy="6279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4200"/>
              <a:buNone/>
              <a:defRPr/>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a:endParaRPr/>
          </a:p>
        </p:txBody>
      </p:sp>
      <p:sp>
        <p:nvSpPr>
          <p:cNvPr id="201" name="Google Shape;201;p24"/>
          <p:cNvSpPr txBox="1">
            <a:spLocks noGrp="1"/>
          </p:cNvSpPr>
          <p:nvPr>
            <p:ph type="subTitle" idx="1"/>
          </p:nvPr>
        </p:nvSpPr>
        <p:spPr>
          <a:xfrm>
            <a:off x="5173650" y="3213963"/>
            <a:ext cx="2759100" cy="5055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100"/>
              <a:buFont typeface="Arial"/>
              <a:buNone/>
              <a:defRPr sz="1400">
                <a:solidFill>
                  <a:schemeClr val="dk1"/>
                </a:solidFill>
                <a:latin typeface="Arial"/>
                <a:ea typeface="Arial"/>
                <a:cs typeface="Arial"/>
                <a:sym typeface="Arial"/>
              </a:defRPr>
            </a:lvl1pPr>
            <a:lvl2pPr lvl="1"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2pPr>
            <a:lvl3pPr lvl="2"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3pPr>
            <a:lvl4pPr lvl="3"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4pPr>
            <a:lvl5pPr lvl="4"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5pPr>
            <a:lvl6pPr lvl="5"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6pPr>
            <a:lvl7pPr lvl="6"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7pPr>
            <a:lvl8pPr lvl="7"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8pPr>
            <a:lvl9pPr lvl="8" algn="r">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9pPr>
          </a:lstStyle>
          <a:p>
            <a:endParaRPr/>
          </a:p>
        </p:txBody>
      </p:sp>
      <p:sp>
        <p:nvSpPr>
          <p:cNvPr id="202" name="Google Shape;202;p24"/>
          <p:cNvSpPr txBox="1">
            <a:spLocks noGrp="1"/>
          </p:cNvSpPr>
          <p:nvPr>
            <p:ph type="title" idx="2"/>
          </p:nvPr>
        </p:nvSpPr>
        <p:spPr>
          <a:xfrm>
            <a:off x="5803650" y="1220213"/>
            <a:ext cx="2129100" cy="13797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2000"/>
              <a:buNone/>
              <a:defRPr sz="10000">
                <a:latin typeface="Arial"/>
                <a:ea typeface="Arial"/>
                <a:cs typeface="Arial"/>
                <a:sym typeface="Arial"/>
              </a:defRPr>
            </a:lvl1pPr>
            <a:lvl2pPr lvl="1" algn="r">
              <a:lnSpc>
                <a:spcPct val="100000"/>
              </a:lnSpc>
              <a:spcBef>
                <a:spcPts val="0"/>
              </a:spcBef>
              <a:spcAft>
                <a:spcPts val="0"/>
              </a:spcAft>
              <a:buSzPts val="12000"/>
              <a:buNone/>
              <a:defRPr sz="12000"/>
            </a:lvl2pPr>
            <a:lvl3pPr lvl="2" algn="r">
              <a:lnSpc>
                <a:spcPct val="100000"/>
              </a:lnSpc>
              <a:spcBef>
                <a:spcPts val="0"/>
              </a:spcBef>
              <a:spcAft>
                <a:spcPts val="0"/>
              </a:spcAft>
              <a:buSzPts val="12000"/>
              <a:buNone/>
              <a:defRPr sz="12000"/>
            </a:lvl3pPr>
            <a:lvl4pPr lvl="3" algn="r">
              <a:lnSpc>
                <a:spcPct val="100000"/>
              </a:lnSpc>
              <a:spcBef>
                <a:spcPts val="0"/>
              </a:spcBef>
              <a:spcAft>
                <a:spcPts val="0"/>
              </a:spcAft>
              <a:buSzPts val="12000"/>
              <a:buNone/>
              <a:defRPr sz="12000"/>
            </a:lvl4pPr>
            <a:lvl5pPr lvl="4" algn="r">
              <a:lnSpc>
                <a:spcPct val="100000"/>
              </a:lnSpc>
              <a:spcBef>
                <a:spcPts val="0"/>
              </a:spcBef>
              <a:spcAft>
                <a:spcPts val="0"/>
              </a:spcAft>
              <a:buSzPts val="12000"/>
              <a:buNone/>
              <a:defRPr sz="12000"/>
            </a:lvl5pPr>
            <a:lvl6pPr lvl="5" algn="r">
              <a:lnSpc>
                <a:spcPct val="100000"/>
              </a:lnSpc>
              <a:spcBef>
                <a:spcPts val="0"/>
              </a:spcBef>
              <a:spcAft>
                <a:spcPts val="0"/>
              </a:spcAft>
              <a:buSzPts val="12000"/>
              <a:buNone/>
              <a:defRPr sz="12000"/>
            </a:lvl6pPr>
            <a:lvl7pPr lvl="6" algn="r">
              <a:lnSpc>
                <a:spcPct val="100000"/>
              </a:lnSpc>
              <a:spcBef>
                <a:spcPts val="0"/>
              </a:spcBef>
              <a:spcAft>
                <a:spcPts val="0"/>
              </a:spcAft>
              <a:buSzPts val="12000"/>
              <a:buNone/>
              <a:defRPr sz="12000"/>
            </a:lvl7pPr>
            <a:lvl8pPr lvl="7" algn="r">
              <a:lnSpc>
                <a:spcPct val="100000"/>
              </a:lnSpc>
              <a:spcBef>
                <a:spcPts val="0"/>
              </a:spcBef>
              <a:spcAft>
                <a:spcPts val="0"/>
              </a:spcAft>
              <a:buSzPts val="12000"/>
              <a:buNone/>
              <a:defRPr sz="12000"/>
            </a:lvl8pPr>
            <a:lvl9pPr lvl="8" algn="r">
              <a:lnSpc>
                <a:spcPct val="100000"/>
              </a:lnSpc>
              <a:spcBef>
                <a:spcPts val="0"/>
              </a:spcBef>
              <a:spcAft>
                <a:spcPts val="0"/>
              </a:spcAft>
              <a:buSzPts val="12000"/>
              <a:buNone/>
              <a:defRPr sz="12000"/>
            </a:lvl9pPr>
          </a:lstStyle>
          <a:p>
            <a:endParaRPr/>
          </a:p>
        </p:txBody>
      </p:sp>
      <p:grpSp>
        <p:nvGrpSpPr>
          <p:cNvPr id="203" name="Google Shape;203;p24"/>
          <p:cNvGrpSpPr/>
          <p:nvPr/>
        </p:nvGrpSpPr>
        <p:grpSpPr>
          <a:xfrm flipH="1">
            <a:off x="79591" y="1384107"/>
            <a:ext cx="2037701" cy="1610804"/>
            <a:chOff x="855987" y="2204128"/>
            <a:chExt cx="1217483" cy="962421"/>
          </a:xfrm>
        </p:grpSpPr>
        <p:grpSp>
          <p:nvGrpSpPr>
            <p:cNvPr id="204" name="Google Shape;204;p24"/>
            <p:cNvGrpSpPr/>
            <p:nvPr/>
          </p:nvGrpSpPr>
          <p:grpSpPr>
            <a:xfrm>
              <a:off x="855987" y="2204128"/>
              <a:ext cx="1146638" cy="962421"/>
              <a:chOff x="958238" y="2157575"/>
              <a:chExt cx="1115190" cy="936025"/>
            </a:xfrm>
          </p:grpSpPr>
          <p:sp>
            <p:nvSpPr>
              <p:cNvPr id="205" name="Google Shape;205;p24"/>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24"/>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24"/>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24"/>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24"/>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24"/>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1" name="Google Shape;211;p24"/>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2" name="Google Shape;212;p24"/>
          <p:cNvGrpSpPr/>
          <p:nvPr/>
        </p:nvGrpSpPr>
        <p:grpSpPr>
          <a:xfrm flipH="1">
            <a:off x="3038809" y="103512"/>
            <a:ext cx="2525880" cy="1610799"/>
            <a:chOff x="7239867" y="1514550"/>
            <a:chExt cx="2525880" cy="1610799"/>
          </a:xfrm>
        </p:grpSpPr>
        <p:grpSp>
          <p:nvGrpSpPr>
            <p:cNvPr id="213" name="Google Shape;213;p24"/>
            <p:cNvGrpSpPr/>
            <p:nvPr/>
          </p:nvGrpSpPr>
          <p:grpSpPr>
            <a:xfrm>
              <a:off x="7346663" y="1514550"/>
              <a:ext cx="2419084" cy="1551618"/>
              <a:chOff x="7410211" y="1555307"/>
              <a:chExt cx="2355486" cy="1510826"/>
            </a:xfrm>
          </p:grpSpPr>
          <p:grpSp>
            <p:nvGrpSpPr>
              <p:cNvPr id="214" name="Google Shape;214;p24"/>
              <p:cNvGrpSpPr/>
              <p:nvPr/>
            </p:nvGrpSpPr>
            <p:grpSpPr>
              <a:xfrm>
                <a:off x="7410211" y="1555307"/>
                <a:ext cx="2355486" cy="1510826"/>
                <a:chOff x="761258" y="2062484"/>
                <a:chExt cx="1646502" cy="1056078"/>
              </a:xfrm>
            </p:grpSpPr>
            <p:sp>
              <p:nvSpPr>
                <p:cNvPr id="215" name="Google Shape;215;p24"/>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24"/>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24"/>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24"/>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24"/>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24"/>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1" name="Google Shape;221;p24"/>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24"/>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3" name="Google Shape;223;p24"/>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4" name="Google Shape;224;p24"/>
          <p:cNvGrpSpPr/>
          <p:nvPr/>
        </p:nvGrpSpPr>
        <p:grpSpPr>
          <a:xfrm>
            <a:off x="722807" y="3470549"/>
            <a:ext cx="1020386" cy="1732392"/>
            <a:chOff x="-1056319" y="1385262"/>
            <a:chExt cx="212940" cy="361495"/>
          </a:xfrm>
        </p:grpSpPr>
        <p:sp>
          <p:nvSpPr>
            <p:cNvPr id="225" name="Google Shape;225;p24"/>
            <p:cNvSpPr/>
            <p:nvPr/>
          </p:nvSpPr>
          <p:spPr>
            <a:xfrm>
              <a:off x="-933315" y="1467563"/>
              <a:ext cx="27460" cy="279194"/>
            </a:xfrm>
            <a:custGeom>
              <a:avLst/>
              <a:gdLst/>
              <a:ahLst/>
              <a:cxnLst/>
              <a:rect l="l" t="t" r="r" b="b"/>
              <a:pathLst>
                <a:path w="705" h="7168" extrusionOk="0">
                  <a:moveTo>
                    <a:pt x="680" y="1"/>
                  </a:moveTo>
                  <a:cubicBezTo>
                    <a:pt x="656" y="1"/>
                    <a:pt x="632" y="25"/>
                    <a:pt x="632" y="50"/>
                  </a:cubicBezTo>
                  <a:cubicBezTo>
                    <a:pt x="608" y="292"/>
                    <a:pt x="0" y="6123"/>
                    <a:pt x="170" y="7119"/>
                  </a:cubicBezTo>
                  <a:cubicBezTo>
                    <a:pt x="170" y="7143"/>
                    <a:pt x="170" y="7167"/>
                    <a:pt x="195" y="7167"/>
                  </a:cubicBezTo>
                  <a:lnTo>
                    <a:pt x="219" y="7167"/>
                  </a:lnTo>
                  <a:cubicBezTo>
                    <a:pt x="243" y="7143"/>
                    <a:pt x="243" y="7119"/>
                    <a:pt x="243" y="7094"/>
                  </a:cubicBezTo>
                  <a:cubicBezTo>
                    <a:pt x="97" y="6123"/>
                    <a:pt x="705" y="122"/>
                    <a:pt x="705" y="74"/>
                  </a:cubicBezTo>
                  <a:cubicBezTo>
                    <a:pt x="705" y="25"/>
                    <a:pt x="705" y="25"/>
                    <a:pt x="6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24"/>
            <p:cNvSpPr/>
            <p:nvPr/>
          </p:nvSpPr>
          <p:spPr>
            <a:xfrm>
              <a:off x="-968331" y="1385262"/>
              <a:ext cx="124952" cy="123978"/>
            </a:xfrm>
            <a:custGeom>
              <a:avLst/>
              <a:gdLst/>
              <a:ahLst/>
              <a:cxnLst/>
              <a:rect l="l" t="t" r="r" b="b"/>
              <a:pathLst>
                <a:path w="3208" h="3183" extrusionOk="0">
                  <a:moveTo>
                    <a:pt x="1555" y="98"/>
                  </a:moveTo>
                  <a:cubicBezTo>
                    <a:pt x="1871" y="171"/>
                    <a:pt x="1871" y="705"/>
                    <a:pt x="1871" y="705"/>
                  </a:cubicBezTo>
                  <a:cubicBezTo>
                    <a:pt x="1871" y="729"/>
                    <a:pt x="1895" y="754"/>
                    <a:pt x="1920" y="754"/>
                  </a:cubicBezTo>
                  <a:cubicBezTo>
                    <a:pt x="1944" y="754"/>
                    <a:pt x="1968" y="754"/>
                    <a:pt x="1968" y="729"/>
                  </a:cubicBezTo>
                  <a:cubicBezTo>
                    <a:pt x="2065" y="535"/>
                    <a:pt x="2260" y="243"/>
                    <a:pt x="2381" y="243"/>
                  </a:cubicBezTo>
                  <a:cubicBezTo>
                    <a:pt x="2405" y="243"/>
                    <a:pt x="2430" y="243"/>
                    <a:pt x="2430" y="268"/>
                  </a:cubicBezTo>
                  <a:cubicBezTo>
                    <a:pt x="2600" y="389"/>
                    <a:pt x="2478" y="802"/>
                    <a:pt x="2405" y="948"/>
                  </a:cubicBezTo>
                  <a:cubicBezTo>
                    <a:pt x="2386" y="988"/>
                    <a:pt x="2414" y="1027"/>
                    <a:pt x="2452" y="1027"/>
                  </a:cubicBezTo>
                  <a:cubicBezTo>
                    <a:pt x="2460" y="1027"/>
                    <a:pt x="2469" y="1025"/>
                    <a:pt x="2478" y="1021"/>
                  </a:cubicBezTo>
                  <a:cubicBezTo>
                    <a:pt x="2600" y="972"/>
                    <a:pt x="2745" y="924"/>
                    <a:pt x="2891" y="924"/>
                  </a:cubicBezTo>
                  <a:cubicBezTo>
                    <a:pt x="2940" y="924"/>
                    <a:pt x="3013" y="924"/>
                    <a:pt x="3061" y="972"/>
                  </a:cubicBezTo>
                  <a:cubicBezTo>
                    <a:pt x="3061" y="972"/>
                    <a:pt x="3061" y="996"/>
                    <a:pt x="3061" y="996"/>
                  </a:cubicBezTo>
                  <a:cubicBezTo>
                    <a:pt x="3037" y="1142"/>
                    <a:pt x="2745" y="1409"/>
                    <a:pt x="2551" y="1580"/>
                  </a:cubicBezTo>
                  <a:cubicBezTo>
                    <a:pt x="2527" y="1580"/>
                    <a:pt x="2527" y="1604"/>
                    <a:pt x="2527" y="1628"/>
                  </a:cubicBezTo>
                  <a:cubicBezTo>
                    <a:pt x="2551" y="1628"/>
                    <a:pt x="2551" y="1652"/>
                    <a:pt x="2575" y="1652"/>
                  </a:cubicBezTo>
                  <a:cubicBezTo>
                    <a:pt x="2721" y="1652"/>
                    <a:pt x="3134" y="1725"/>
                    <a:pt x="3134" y="1920"/>
                  </a:cubicBezTo>
                  <a:cubicBezTo>
                    <a:pt x="3134" y="2114"/>
                    <a:pt x="2624" y="2163"/>
                    <a:pt x="2430" y="2163"/>
                  </a:cubicBezTo>
                  <a:cubicBezTo>
                    <a:pt x="2430" y="2163"/>
                    <a:pt x="2405" y="2163"/>
                    <a:pt x="2405" y="2187"/>
                  </a:cubicBezTo>
                  <a:cubicBezTo>
                    <a:pt x="2381" y="2211"/>
                    <a:pt x="2381" y="2211"/>
                    <a:pt x="2405" y="2235"/>
                  </a:cubicBezTo>
                  <a:cubicBezTo>
                    <a:pt x="2405" y="2235"/>
                    <a:pt x="2697" y="2551"/>
                    <a:pt x="2527" y="2794"/>
                  </a:cubicBezTo>
                  <a:cubicBezTo>
                    <a:pt x="2503" y="2818"/>
                    <a:pt x="2454" y="2843"/>
                    <a:pt x="2430" y="2843"/>
                  </a:cubicBezTo>
                  <a:cubicBezTo>
                    <a:pt x="2260" y="2843"/>
                    <a:pt x="1992" y="2503"/>
                    <a:pt x="1895" y="2381"/>
                  </a:cubicBezTo>
                  <a:cubicBezTo>
                    <a:pt x="1883" y="2369"/>
                    <a:pt x="1871" y="2363"/>
                    <a:pt x="1862" y="2363"/>
                  </a:cubicBezTo>
                  <a:cubicBezTo>
                    <a:pt x="1853" y="2363"/>
                    <a:pt x="1847" y="2369"/>
                    <a:pt x="1847" y="2381"/>
                  </a:cubicBezTo>
                  <a:cubicBezTo>
                    <a:pt x="1822" y="2381"/>
                    <a:pt x="1798" y="2405"/>
                    <a:pt x="1798" y="2430"/>
                  </a:cubicBezTo>
                  <a:cubicBezTo>
                    <a:pt x="1798" y="2430"/>
                    <a:pt x="1871" y="2964"/>
                    <a:pt x="1579" y="3086"/>
                  </a:cubicBezTo>
                  <a:lnTo>
                    <a:pt x="1507" y="3086"/>
                  </a:lnTo>
                  <a:cubicBezTo>
                    <a:pt x="1312" y="3086"/>
                    <a:pt x="1215" y="2624"/>
                    <a:pt x="1215" y="2454"/>
                  </a:cubicBezTo>
                  <a:cubicBezTo>
                    <a:pt x="1215" y="2430"/>
                    <a:pt x="1191" y="2430"/>
                    <a:pt x="1166" y="2430"/>
                  </a:cubicBezTo>
                  <a:cubicBezTo>
                    <a:pt x="1166" y="2430"/>
                    <a:pt x="1166" y="2454"/>
                    <a:pt x="1166" y="2454"/>
                  </a:cubicBezTo>
                  <a:cubicBezTo>
                    <a:pt x="1045" y="2551"/>
                    <a:pt x="899" y="2624"/>
                    <a:pt x="754" y="2624"/>
                  </a:cubicBezTo>
                  <a:cubicBezTo>
                    <a:pt x="656" y="2624"/>
                    <a:pt x="583" y="2600"/>
                    <a:pt x="511" y="2575"/>
                  </a:cubicBezTo>
                  <a:cubicBezTo>
                    <a:pt x="462" y="2551"/>
                    <a:pt x="413" y="2503"/>
                    <a:pt x="413" y="2454"/>
                  </a:cubicBezTo>
                  <a:cubicBezTo>
                    <a:pt x="389" y="2235"/>
                    <a:pt x="729" y="1871"/>
                    <a:pt x="875" y="1725"/>
                  </a:cubicBezTo>
                  <a:cubicBezTo>
                    <a:pt x="875" y="1701"/>
                    <a:pt x="875" y="1701"/>
                    <a:pt x="875" y="1677"/>
                  </a:cubicBezTo>
                  <a:cubicBezTo>
                    <a:pt x="851" y="1652"/>
                    <a:pt x="826" y="1652"/>
                    <a:pt x="826" y="1652"/>
                  </a:cubicBezTo>
                  <a:lnTo>
                    <a:pt x="705" y="1652"/>
                  </a:lnTo>
                  <a:cubicBezTo>
                    <a:pt x="535" y="1652"/>
                    <a:pt x="195" y="1628"/>
                    <a:pt x="146" y="1409"/>
                  </a:cubicBezTo>
                  <a:cubicBezTo>
                    <a:pt x="122" y="1385"/>
                    <a:pt x="122" y="1361"/>
                    <a:pt x="146" y="1337"/>
                  </a:cubicBezTo>
                  <a:cubicBezTo>
                    <a:pt x="219" y="1215"/>
                    <a:pt x="559" y="1191"/>
                    <a:pt x="826" y="1191"/>
                  </a:cubicBezTo>
                  <a:lnTo>
                    <a:pt x="851" y="1191"/>
                  </a:lnTo>
                  <a:cubicBezTo>
                    <a:pt x="899" y="1167"/>
                    <a:pt x="924" y="1118"/>
                    <a:pt x="875" y="1094"/>
                  </a:cubicBezTo>
                  <a:cubicBezTo>
                    <a:pt x="778" y="1021"/>
                    <a:pt x="511" y="778"/>
                    <a:pt x="511" y="608"/>
                  </a:cubicBezTo>
                  <a:cubicBezTo>
                    <a:pt x="511" y="559"/>
                    <a:pt x="511" y="535"/>
                    <a:pt x="535" y="511"/>
                  </a:cubicBezTo>
                  <a:cubicBezTo>
                    <a:pt x="583" y="486"/>
                    <a:pt x="608" y="462"/>
                    <a:pt x="656" y="462"/>
                  </a:cubicBezTo>
                  <a:cubicBezTo>
                    <a:pt x="899" y="511"/>
                    <a:pt x="1118" y="632"/>
                    <a:pt x="1312" y="778"/>
                  </a:cubicBezTo>
                  <a:lnTo>
                    <a:pt x="1361" y="778"/>
                  </a:lnTo>
                  <a:cubicBezTo>
                    <a:pt x="1385" y="754"/>
                    <a:pt x="1385" y="754"/>
                    <a:pt x="1385" y="729"/>
                  </a:cubicBezTo>
                  <a:cubicBezTo>
                    <a:pt x="1361" y="608"/>
                    <a:pt x="1337" y="268"/>
                    <a:pt x="1434" y="146"/>
                  </a:cubicBezTo>
                  <a:cubicBezTo>
                    <a:pt x="1458" y="98"/>
                    <a:pt x="1507" y="98"/>
                    <a:pt x="1555" y="98"/>
                  </a:cubicBezTo>
                  <a:close/>
                  <a:moveTo>
                    <a:pt x="1531" y="1"/>
                  </a:moveTo>
                  <a:cubicBezTo>
                    <a:pt x="1458" y="1"/>
                    <a:pt x="1385" y="25"/>
                    <a:pt x="1337" y="73"/>
                  </a:cubicBezTo>
                  <a:cubicBezTo>
                    <a:pt x="1239" y="243"/>
                    <a:pt x="1215" y="438"/>
                    <a:pt x="1239" y="632"/>
                  </a:cubicBezTo>
                  <a:cubicBezTo>
                    <a:pt x="1069" y="486"/>
                    <a:pt x="875" y="389"/>
                    <a:pt x="632" y="365"/>
                  </a:cubicBezTo>
                  <a:cubicBezTo>
                    <a:pt x="583" y="365"/>
                    <a:pt x="511" y="389"/>
                    <a:pt x="462" y="413"/>
                  </a:cubicBezTo>
                  <a:cubicBezTo>
                    <a:pt x="413" y="462"/>
                    <a:pt x="389" y="535"/>
                    <a:pt x="389" y="584"/>
                  </a:cubicBezTo>
                  <a:cubicBezTo>
                    <a:pt x="438" y="778"/>
                    <a:pt x="559" y="948"/>
                    <a:pt x="705" y="1069"/>
                  </a:cubicBezTo>
                  <a:cubicBezTo>
                    <a:pt x="511" y="1069"/>
                    <a:pt x="171" y="1118"/>
                    <a:pt x="49" y="1264"/>
                  </a:cubicBezTo>
                  <a:cubicBezTo>
                    <a:pt x="0" y="1312"/>
                    <a:pt x="0" y="1361"/>
                    <a:pt x="0" y="1434"/>
                  </a:cubicBezTo>
                  <a:cubicBezTo>
                    <a:pt x="73" y="1701"/>
                    <a:pt x="462" y="1725"/>
                    <a:pt x="681" y="1725"/>
                  </a:cubicBezTo>
                  <a:cubicBezTo>
                    <a:pt x="511" y="1895"/>
                    <a:pt x="243" y="2211"/>
                    <a:pt x="268" y="2454"/>
                  </a:cubicBezTo>
                  <a:cubicBezTo>
                    <a:pt x="292" y="2527"/>
                    <a:pt x="341" y="2600"/>
                    <a:pt x="413" y="2624"/>
                  </a:cubicBezTo>
                  <a:cubicBezTo>
                    <a:pt x="511" y="2673"/>
                    <a:pt x="608" y="2697"/>
                    <a:pt x="705" y="2697"/>
                  </a:cubicBezTo>
                  <a:cubicBezTo>
                    <a:pt x="851" y="2697"/>
                    <a:pt x="996" y="2648"/>
                    <a:pt x="1118" y="2551"/>
                  </a:cubicBezTo>
                  <a:cubicBezTo>
                    <a:pt x="1166" y="2746"/>
                    <a:pt x="1264" y="3183"/>
                    <a:pt x="1507" y="3183"/>
                  </a:cubicBezTo>
                  <a:cubicBezTo>
                    <a:pt x="1531" y="3183"/>
                    <a:pt x="1579" y="3183"/>
                    <a:pt x="1604" y="3159"/>
                  </a:cubicBezTo>
                  <a:cubicBezTo>
                    <a:pt x="1822" y="3037"/>
                    <a:pt x="1944" y="2794"/>
                    <a:pt x="1895" y="2551"/>
                  </a:cubicBezTo>
                  <a:lnTo>
                    <a:pt x="1895" y="2551"/>
                  </a:lnTo>
                  <a:cubicBezTo>
                    <a:pt x="2041" y="2721"/>
                    <a:pt x="2260" y="2940"/>
                    <a:pt x="2430" y="2940"/>
                  </a:cubicBezTo>
                  <a:cubicBezTo>
                    <a:pt x="2503" y="2940"/>
                    <a:pt x="2551" y="2916"/>
                    <a:pt x="2600" y="2867"/>
                  </a:cubicBezTo>
                  <a:cubicBezTo>
                    <a:pt x="2697" y="2648"/>
                    <a:pt x="2673" y="2405"/>
                    <a:pt x="2527" y="2260"/>
                  </a:cubicBezTo>
                  <a:cubicBezTo>
                    <a:pt x="2745" y="2235"/>
                    <a:pt x="3207" y="2163"/>
                    <a:pt x="3207" y="1920"/>
                  </a:cubicBezTo>
                  <a:cubicBezTo>
                    <a:pt x="3207" y="1677"/>
                    <a:pt x="2867" y="1604"/>
                    <a:pt x="2673" y="1580"/>
                  </a:cubicBezTo>
                  <a:cubicBezTo>
                    <a:pt x="2818" y="1434"/>
                    <a:pt x="3134" y="1191"/>
                    <a:pt x="3134" y="1021"/>
                  </a:cubicBezTo>
                  <a:cubicBezTo>
                    <a:pt x="3134" y="972"/>
                    <a:pt x="3110" y="948"/>
                    <a:pt x="3086" y="899"/>
                  </a:cubicBezTo>
                  <a:cubicBezTo>
                    <a:pt x="3037" y="851"/>
                    <a:pt x="2940" y="826"/>
                    <a:pt x="2867" y="826"/>
                  </a:cubicBezTo>
                  <a:cubicBezTo>
                    <a:pt x="2745" y="826"/>
                    <a:pt x="2624" y="851"/>
                    <a:pt x="2503" y="899"/>
                  </a:cubicBezTo>
                  <a:cubicBezTo>
                    <a:pt x="2551" y="729"/>
                    <a:pt x="2648" y="341"/>
                    <a:pt x="2478" y="195"/>
                  </a:cubicBezTo>
                  <a:cubicBezTo>
                    <a:pt x="2430" y="171"/>
                    <a:pt x="2405" y="146"/>
                    <a:pt x="2357" y="146"/>
                  </a:cubicBezTo>
                  <a:cubicBezTo>
                    <a:pt x="2187" y="146"/>
                    <a:pt x="2017" y="389"/>
                    <a:pt x="1920" y="559"/>
                  </a:cubicBezTo>
                  <a:cubicBezTo>
                    <a:pt x="1895" y="365"/>
                    <a:pt x="1798" y="73"/>
                    <a:pt x="15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24"/>
            <p:cNvSpPr/>
            <p:nvPr/>
          </p:nvSpPr>
          <p:spPr>
            <a:xfrm>
              <a:off x="-990104" y="1535297"/>
              <a:ext cx="60606" cy="203864"/>
            </a:xfrm>
            <a:custGeom>
              <a:avLst/>
              <a:gdLst/>
              <a:ahLst/>
              <a:cxnLst/>
              <a:rect l="l" t="t" r="r" b="b"/>
              <a:pathLst>
                <a:path w="1556" h="5234" extrusionOk="0">
                  <a:moveTo>
                    <a:pt x="70" y="1"/>
                  </a:moveTo>
                  <a:cubicBezTo>
                    <a:pt x="64" y="1"/>
                    <a:pt x="56" y="4"/>
                    <a:pt x="49" y="11"/>
                  </a:cubicBezTo>
                  <a:cubicBezTo>
                    <a:pt x="25" y="11"/>
                    <a:pt x="1" y="35"/>
                    <a:pt x="25" y="60"/>
                  </a:cubicBezTo>
                  <a:cubicBezTo>
                    <a:pt x="49" y="108"/>
                    <a:pt x="1458" y="3290"/>
                    <a:pt x="948" y="5185"/>
                  </a:cubicBezTo>
                  <a:cubicBezTo>
                    <a:pt x="948" y="5210"/>
                    <a:pt x="948" y="5234"/>
                    <a:pt x="972" y="5234"/>
                  </a:cubicBezTo>
                  <a:cubicBezTo>
                    <a:pt x="1021" y="5234"/>
                    <a:pt x="1045" y="5234"/>
                    <a:pt x="1045" y="5185"/>
                  </a:cubicBezTo>
                  <a:cubicBezTo>
                    <a:pt x="1555" y="3290"/>
                    <a:pt x="122" y="60"/>
                    <a:pt x="98" y="35"/>
                  </a:cubicBezTo>
                  <a:cubicBezTo>
                    <a:pt x="98" y="18"/>
                    <a:pt x="86" y="1"/>
                    <a:pt x="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24"/>
            <p:cNvSpPr/>
            <p:nvPr/>
          </p:nvSpPr>
          <p:spPr>
            <a:xfrm>
              <a:off x="-1056319" y="1471965"/>
              <a:ext cx="125886" cy="123394"/>
            </a:xfrm>
            <a:custGeom>
              <a:avLst/>
              <a:gdLst/>
              <a:ahLst/>
              <a:cxnLst/>
              <a:rect l="l" t="t" r="r" b="b"/>
              <a:pathLst>
                <a:path w="3232" h="3168" extrusionOk="0">
                  <a:moveTo>
                    <a:pt x="1513" y="97"/>
                  </a:moveTo>
                  <a:cubicBezTo>
                    <a:pt x="1527" y="97"/>
                    <a:pt x="1541" y="99"/>
                    <a:pt x="1555" y="107"/>
                  </a:cubicBezTo>
                  <a:cubicBezTo>
                    <a:pt x="1871" y="155"/>
                    <a:pt x="1895" y="714"/>
                    <a:pt x="1895" y="714"/>
                  </a:cubicBezTo>
                  <a:cubicBezTo>
                    <a:pt x="1895" y="738"/>
                    <a:pt x="1895" y="738"/>
                    <a:pt x="1919" y="738"/>
                  </a:cubicBezTo>
                  <a:cubicBezTo>
                    <a:pt x="1926" y="745"/>
                    <a:pt x="1934" y="748"/>
                    <a:pt x="1940" y="748"/>
                  </a:cubicBezTo>
                  <a:cubicBezTo>
                    <a:pt x="1956" y="748"/>
                    <a:pt x="1968" y="731"/>
                    <a:pt x="1968" y="714"/>
                  </a:cubicBezTo>
                  <a:cubicBezTo>
                    <a:pt x="2065" y="544"/>
                    <a:pt x="2259" y="228"/>
                    <a:pt x="2381" y="228"/>
                  </a:cubicBezTo>
                  <a:cubicBezTo>
                    <a:pt x="2405" y="228"/>
                    <a:pt x="2430" y="252"/>
                    <a:pt x="2454" y="252"/>
                  </a:cubicBezTo>
                  <a:cubicBezTo>
                    <a:pt x="2600" y="398"/>
                    <a:pt x="2478" y="811"/>
                    <a:pt x="2430" y="957"/>
                  </a:cubicBezTo>
                  <a:cubicBezTo>
                    <a:pt x="2405" y="957"/>
                    <a:pt x="2405" y="981"/>
                    <a:pt x="2430" y="1005"/>
                  </a:cubicBezTo>
                  <a:lnTo>
                    <a:pt x="2478" y="1005"/>
                  </a:lnTo>
                  <a:cubicBezTo>
                    <a:pt x="2600" y="933"/>
                    <a:pt x="2745" y="908"/>
                    <a:pt x="2891" y="908"/>
                  </a:cubicBezTo>
                  <a:cubicBezTo>
                    <a:pt x="2940" y="908"/>
                    <a:pt x="3013" y="908"/>
                    <a:pt x="3061" y="957"/>
                  </a:cubicBezTo>
                  <a:cubicBezTo>
                    <a:pt x="3061" y="957"/>
                    <a:pt x="3061" y="981"/>
                    <a:pt x="3061" y="981"/>
                  </a:cubicBezTo>
                  <a:cubicBezTo>
                    <a:pt x="3037" y="1127"/>
                    <a:pt x="2745" y="1394"/>
                    <a:pt x="2551" y="1540"/>
                  </a:cubicBezTo>
                  <a:cubicBezTo>
                    <a:pt x="2551" y="1564"/>
                    <a:pt x="2527" y="1588"/>
                    <a:pt x="2527" y="1588"/>
                  </a:cubicBezTo>
                  <a:cubicBezTo>
                    <a:pt x="2551" y="1613"/>
                    <a:pt x="2551" y="1637"/>
                    <a:pt x="2575" y="1637"/>
                  </a:cubicBezTo>
                  <a:cubicBezTo>
                    <a:pt x="2575" y="1637"/>
                    <a:pt x="3134" y="1710"/>
                    <a:pt x="3134" y="1904"/>
                  </a:cubicBezTo>
                  <a:cubicBezTo>
                    <a:pt x="3134" y="2099"/>
                    <a:pt x="2624" y="2147"/>
                    <a:pt x="2454" y="2147"/>
                  </a:cubicBezTo>
                  <a:cubicBezTo>
                    <a:pt x="2430" y="2147"/>
                    <a:pt x="2405" y="2147"/>
                    <a:pt x="2405" y="2171"/>
                  </a:cubicBezTo>
                  <a:cubicBezTo>
                    <a:pt x="2381" y="2171"/>
                    <a:pt x="2381" y="2196"/>
                    <a:pt x="2405" y="2220"/>
                  </a:cubicBezTo>
                  <a:cubicBezTo>
                    <a:pt x="2405" y="2220"/>
                    <a:pt x="2697" y="2536"/>
                    <a:pt x="2527" y="2779"/>
                  </a:cubicBezTo>
                  <a:cubicBezTo>
                    <a:pt x="2502" y="2803"/>
                    <a:pt x="2478" y="2827"/>
                    <a:pt x="2430" y="2827"/>
                  </a:cubicBezTo>
                  <a:cubicBezTo>
                    <a:pt x="2259" y="2827"/>
                    <a:pt x="1992" y="2487"/>
                    <a:pt x="1895" y="2341"/>
                  </a:cubicBezTo>
                  <a:cubicBezTo>
                    <a:pt x="1895" y="2341"/>
                    <a:pt x="1884" y="2331"/>
                    <a:pt x="1870" y="2331"/>
                  </a:cubicBezTo>
                  <a:cubicBezTo>
                    <a:pt x="1863" y="2331"/>
                    <a:pt x="1855" y="2333"/>
                    <a:pt x="1846" y="2341"/>
                  </a:cubicBezTo>
                  <a:cubicBezTo>
                    <a:pt x="1822" y="2341"/>
                    <a:pt x="1822" y="2366"/>
                    <a:pt x="1822" y="2390"/>
                  </a:cubicBezTo>
                  <a:cubicBezTo>
                    <a:pt x="1822" y="2390"/>
                    <a:pt x="1895" y="2924"/>
                    <a:pt x="1579" y="3046"/>
                  </a:cubicBezTo>
                  <a:lnTo>
                    <a:pt x="1531" y="3046"/>
                  </a:lnTo>
                  <a:cubicBezTo>
                    <a:pt x="1336" y="3046"/>
                    <a:pt x="1239" y="2609"/>
                    <a:pt x="1215" y="2439"/>
                  </a:cubicBezTo>
                  <a:cubicBezTo>
                    <a:pt x="1215" y="2414"/>
                    <a:pt x="1191" y="2414"/>
                    <a:pt x="1191" y="2414"/>
                  </a:cubicBezTo>
                  <a:lnTo>
                    <a:pt x="1142" y="2414"/>
                  </a:lnTo>
                  <a:cubicBezTo>
                    <a:pt x="1021" y="2512"/>
                    <a:pt x="875" y="2584"/>
                    <a:pt x="705" y="2584"/>
                  </a:cubicBezTo>
                  <a:cubicBezTo>
                    <a:pt x="632" y="2584"/>
                    <a:pt x="535" y="2560"/>
                    <a:pt x="462" y="2536"/>
                  </a:cubicBezTo>
                  <a:cubicBezTo>
                    <a:pt x="413" y="2512"/>
                    <a:pt x="389" y="2463"/>
                    <a:pt x="365" y="2414"/>
                  </a:cubicBezTo>
                  <a:cubicBezTo>
                    <a:pt x="340" y="2220"/>
                    <a:pt x="705" y="1831"/>
                    <a:pt x="826" y="1686"/>
                  </a:cubicBezTo>
                  <a:cubicBezTo>
                    <a:pt x="851" y="1661"/>
                    <a:pt x="826" y="1613"/>
                    <a:pt x="802" y="1613"/>
                  </a:cubicBezTo>
                  <a:lnTo>
                    <a:pt x="656" y="1613"/>
                  </a:lnTo>
                  <a:cubicBezTo>
                    <a:pt x="510" y="1613"/>
                    <a:pt x="170" y="1588"/>
                    <a:pt x="122" y="1394"/>
                  </a:cubicBezTo>
                  <a:cubicBezTo>
                    <a:pt x="122" y="1370"/>
                    <a:pt x="122" y="1345"/>
                    <a:pt x="146" y="1321"/>
                  </a:cubicBezTo>
                  <a:cubicBezTo>
                    <a:pt x="219" y="1200"/>
                    <a:pt x="559" y="1175"/>
                    <a:pt x="826" y="1175"/>
                  </a:cubicBezTo>
                  <a:lnTo>
                    <a:pt x="875" y="1175"/>
                  </a:lnTo>
                  <a:cubicBezTo>
                    <a:pt x="875" y="1175"/>
                    <a:pt x="899" y="1151"/>
                    <a:pt x="923" y="1151"/>
                  </a:cubicBezTo>
                  <a:cubicBezTo>
                    <a:pt x="923" y="1127"/>
                    <a:pt x="899" y="1103"/>
                    <a:pt x="899" y="1078"/>
                  </a:cubicBezTo>
                  <a:cubicBezTo>
                    <a:pt x="802" y="1005"/>
                    <a:pt x="510" y="762"/>
                    <a:pt x="510" y="592"/>
                  </a:cubicBezTo>
                  <a:cubicBezTo>
                    <a:pt x="510" y="568"/>
                    <a:pt x="535" y="520"/>
                    <a:pt x="559" y="495"/>
                  </a:cubicBezTo>
                  <a:cubicBezTo>
                    <a:pt x="583" y="471"/>
                    <a:pt x="632" y="471"/>
                    <a:pt x="680" y="471"/>
                  </a:cubicBezTo>
                  <a:cubicBezTo>
                    <a:pt x="899" y="520"/>
                    <a:pt x="1142" y="617"/>
                    <a:pt x="1312" y="762"/>
                  </a:cubicBezTo>
                  <a:cubicBezTo>
                    <a:pt x="1324" y="775"/>
                    <a:pt x="1336" y="781"/>
                    <a:pt x="1345" y="781"/>
                  </a:cubicBezTo>
                  <a:cubicBezTo>
                    <a:pt x="1355" y="781"/>
                    <a:pt x="1361" y="775"/>
                    <a:pt x="1361" y="762"/>
                  </a:cubicBezTo>
                  <a:cubicBezTo>
                    <a:pt x="1385" y="762"/>
                    <a:pt x="1409" y="738"/>
                    <a:pt x="1385" y="714"/>
                  </a:cubicBezTo>
                  <a:cubicBezTo>
                    <a:pt x="1361" y="592"/>
                    <a:pt x="1336" y="252"/>
                    <a:pt x="1434" y="131"/>
                  </a:cubicBezTo>
                  <a:cubicBezTo>
                    <a:pt x="1451" y="114"/>
                    <a:pt x="1480" y="97"/>
                    <a:pt x="1513" y="97"/>
                  </a:cubicBezTo>
                  <a:close/>
                  <a:moveTo>
                    <a:pt x="1497" y="0"/>
                  </a:moveTo>
                  <a:cubicBezTo>
                    <a:pt x="1437" y="0"/>
                    <a:pt x="1373" y="28"/>
                    <a:pt x="1336" y="82"/>
                  </a:cubicBezTo>
                  <a:cubicBezTo>
                    <a:pt x="1263" y="252"/>
                    <a:pt x="1215" y="447"/>
                    <a:pt x="1263" y="617"/>
                  </a:cubicBezTo>
                  <a:cubicBezTo>
                    <a:pt x="1093" y="471"/>
                    <a:pt x="875" y="398"/>
                    <a:pt x="656" y="349"/>
                  </a:cubicBezTo>
                  <a:cubicBezTo>
                    <a:pt x="583" y="349"/>
                    <a:pt x="535" y="374"/>
                    <a:pt x="462" y="422"/>
                  </a:cubicBezTo>
                  <a:cubicBezTo>
                    <a:pt x="413" y="447"/>
                    <a:pt x="389" y="520"/>
                    <a:pt x="389" y="568"/>
                  </a:cubicBezTo>
                  <a:cubicBezTo>
                    <a:pt x="413" y="762"/>
                    <a:pt x="608" y="957"/>
                    <a:pt x="729" y="1054"/>
                  </a:cubicBezTo>
                  <a:cubicBezTo>
                    <a:pt x="510" y="1078"/>
                    <a:pt x="170" y="1103"/>
                    <a:pt x="49" y="1248"/>
                  </a:cubicBezTo>
                  <a:cubicBezTo>
                    <a:pt x="25" y="1297"/>
                    <a:pt x="0" y="1370"/>
                    <a:pt x="25" y="1418"/>
                  </a:cubicBezTo>
                  <a:cubicBezTo>
                    <a:pt x="73" y="1686"/>
                    <a:pt x="462" y="1710"/>
                    <a:pt x="680" y="1710"/>
                  </a:cubicBezTo>
                  <a:cubicBezTo>
                    <a:pt x="535" y="1880"/>
                    <a:pt x="243" y="2220"/>
                    <a:pt x="292" y="2439"/>
                  </a:cubicBezTo>
                  <a:cubicBezTo>
                    <a:pt x="292" y="2536"/>
                    <a:pt x="340" y="2584"/>
                    <a:pt x="438" y="2633"/>
                  </a:cubicBezTo>
                  <a:cubicBezTo>
                    <a:pt x="510" y="2682"/>
                    <a:pt x="608" y="2706"/>
                    <a:pt x="705" y="2706"/>
                  </a:cubicBezTo>
                  <a:cubicBezTo>
                    <a:pt x="875" y="2682"/>
                    <a:pt x="1021" y="2633"/>
                    <a:pt x="1142" y="2560"/>
                  </a:cubicBezTo>
                  <a:cubicBezTo>
                    <a:pt x="1166" y="2730"/>
                    <a:pt x="1263" y="3167"/>
                    <a:pt x="1531" y="3167"/>
                  </a:cubicBezTo>
                  <a:lnTo>
                    <a:pt x="1628" y="3167"/>
                  </a:lnTo>
                  <a:cubicBezTo>
                    <a:pt x="1822" y="3046"/>
                    <a:pt x="1944" y="2803"/>
                    <a:pt x="1919" y="2560"/>
                  </a:cubicBezTo>
                  <a:lnTo>
                    <a:pt x="1919" y="2560"/>
                  </a:lnTo>
                  <a:cubicBezTo>
                    <a:pt x="2041" y="2706"/>
                    <a:pt x="2259" y="2949"/>
                    <a:pt x="2454" y="2949"/>
                  </a:cubicBezTo>
                  <a:cubicBezTo>
                    <a:pt x="2502" y="2949"/>
                    <a:pt x="2575" y="2900"/>
                    <a:pt x="2600" y="2852"/>
                  </a:cubicBezTo>
                  <a:cubicBezTo>
                    <a:pt x="2721" y="2657"/>
                    <a:pt x="2697" y="2414"/>
                    <a:pt x="2551" y="2244"/>
                  </a:cubicBezTo>
                  <a:cubicBezTo>
                    <a:pt x="2745" y="2220"/>
                    <a:pt x="3231" y="2147"/>
                    <a:pt x="3231" y="1904"/>
                  </a:cubicBezTo>
                  <a:cubicBezTo>
                    <a:pt x="3231" y="1661"/>
                    <a:pt x="2891" y="1588"/>
                    <a:pt x="2697" y="1564"/>
                  </a:cubicBezTo>
                  <a:cubicBezTo>
                    <a:pt x="2842" y="1443"/>
                    <a:pt x="3134" y="1175"/>
                    <a:pt x="3134" y="1005"/>
                  </a:cubicBezTo>
                  <a:cubicBezTo>
                    <a:pt x="3134" y="981"/>
                    <a:pt x="3134" y="933"/>
                    <a:pt x="3110" y="908"/>
                  </a:cubicBezTo>
                  <a:cubicBezTo>
                    <a:pt x="3055" y="854"/>
                    <a:pt x="3000" y="826"/>
                    <a:pt x="2935" y="826"/>
                  </a:cubicBezTo>
                  <a:cubicBezTo>
                    <a:pt x="2914" y="826"/>
                    <a:pt x="2891" y="829"/>
                    <a:pt x="2867" y="835"/>
                  </a:cubicBezTo>
                  <a:cubicBezTo>
                    <a:pt x="2745" y="835"/>
                    <a:pt x="2624" y="860"/>
                    <a:pt x="2527" y="884"/>
                  </a:cubicBezTo>
                  <a:cubicBezTo>
                    <a:pt x="2575" y="714"/>
                    <a:pt x="2672" y="349"/>
                    <a:pt x="2478" y="179"/>
                  </a:cubicBezTo>
                  <a:cubicBezTo>
                    <a:pt x="2454" y="155"/>
                    <a:pt x="2405" y="155"/>
                    <a:pt x="2381" y="131"/>
                  </a:cubicBezTo>
                  <a:cubicBezTo>
                    <a:pt x="2211" y="131"/>
                    <a:pt x="2041" y="374"/>
                    <a:pt x="1944" y="544"/>
                  </a:cubicBezTo>
                  <a:cubicBezTo>
                    <a:pt x="1919" y="349"/>
                    <a:pt x="1822" y="58"/>
                    <a:pt x="1555" y="9"/>
                  </a:cubicBezTo>
                  <a:cubicBezTo>
                    <a:pt x="1537" y="3"/>
                    <a:pt x="1517" y="0"/>
                    <a:pt x="14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24"/>
            <p:cNvSpPr/>
            <p:nvPr/>
          </p:nvSpPr>
          <p:spPr>
            <a:xfrm>
              <a:off x="-933315" y="1418369"/>
              <a:ext cx="55854" cy="54919"/>
            </a:xfrm>
            <a:custGeom>
              <a:avLst/>
              <a:gdLst/>
              <a:ahLst/>
              <a:cxnLst/>
              <a:rect l="l" t="t" r="r" b="b"/>
              <a:pathLst>
                <a:path w="1434" h="1410" extrusionOk="0">
                  <a:moveTo>
                    <a:pt x="729" y="1"/>
                  </a:moveTo>
                  <a:cubicBezTo>
                    <a:pt x="340" y="1"/>
                    <a:pt x="0" y="317"/>
                    <a:pt x="0" y="705"/>
                  </a:cubicBezTo>
                  <a:cubicBezTo>
                    <a:pt x="0" y="1094"/>
                    <a:pt x="340" y="1410"/>
                    <a:pt x="729" y="1410"/>
                  </a:cubicBezTo>
                  <a:cubicBezTo>
                    <a:pt x="1118" y="1410"/>
                    <a:pt x="1434" y="1094"/>
                    <a:pt x="1434" y="705"/>
                  </a:cubicBezTo>
                  <a:cubicBezTo>
                    <a:pt x="1434" y="317"/>
                    <a:pt x="1118" y="1"/>
                    <a:pt x="72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24"/>
            <p:cNvSpPr/>
            <p:nvPr/>
          </p:nvSpPr>
          <p:spPr>
            <a:xfrm>
              <a:off x="-1021303" y="1507331"/>
              <a:ext cx="55854" cy="54919"/>
            </a:xfrm>
            <a:custGeom>
              <a:avLst/>
              <a:gdLst/>
              <a:ahLst/>
              <a:cxnLst/>
              <a:rect l="l" t="t" r="r" b="b"/>
              <a:pathLst>
                <a:path w="1434" h="1410" extrusionOk="0">
                  <a:moveTo>
                    <a:pt x="705" y="0"/>
                  </a:moveTo>
                  <a:cubicBezTo>
                    <a:pt x="316" y="0"/>
                    <a:pt x="0" y="316"/>
                    <a:pt x="0" y="705"/>
                  </a:cubicBezTo>
                  <a:cubicBezTo>
                    <a:pt x="0" y="1093"/>
                    <a:pt x="316" y="1409"/>
                    <a:pt x="705" y="1409"/>
                  </a:cubicBezTo>
                  <a:cubicBezTo>
                    <a:pt x="1118" y="1409"/>
                    <a:pt x="1433" y="1093"/>
                    <a:pt x="1433" y="705"/>
                  </a:cubicBezTo>
                  <a:cubicBezTo>
                    <a:pt x="1433" y="316"/>
                    <a:pt x="1118" y="0"/>
                    <a:pt x="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1" name="Google Shape;231;p24"/>
          <p:cNvSpPr/>
          <p:nvPr/>
        </p:nvSpPr>
        <p:spPr>
          <a:xfrm>
            <a:off x="-49275" y="4823551"/>
            <a:ext cx="1603944" cy="369024"/>
          </a:xfrm>
          <a:custGeom>
            <a:avLst/>
            <a:gdLst/>
            <a:ahLst/>
            <a:cxnLst/>
            <a:rect l="l" t="t" r="r" b="b"/>
            <a:pathLst>
              <a:path w="7289" h="1677" extrusionOk="0">
                <a:moveTo>
                  <a:pt x="2819" y="1"/>
                </a:moveTo>
                <a:lnTo>
                  <a:pt x="2114" y="1191"/>
                </a:lnTo>
                <a:lnTo>
                  <a:pt x="1604" y="268"/>
                </a:lnTo>
                <a:lnTo>
                  <a:pt x="1118" y="1361"/>
                </a:lnTo>
                <a:lnTo>
                  <a:pt x="584" y="754"/>
                </a:lnTo>
                <a:lnTo>
                  <a:pt x="1" y="1677"/>
                </a:lnTo>
                <a:lnTo>
                  <a:pt x="7289" y="1677"/>
                </a:lnTo>
                <a:lnTo>
                  <a:pt x="6657" y="559"/>
                </a:lnTo>
                <a:lnTo>
                  <a:pt x="6001" y="1191"/>
                </a:lnTo>
                <a:lnTo>
                  <a:pt x="5394" y="268"/>
                </a:lnTo>
                <a:lnTo>
                  <a:pt x="4738" y="1191"/>
                </a:lnTo>
                <a:lnTo>
                  <a:pt x="4252" y="1"/>
                </a:lnTo>
                <a:lnTo>
                  <a:pt x="3353" y="1118"/>
                </a:lnTo>
                <a:lnTo>
                  <a:pt x="28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24"/>
          <p:cNvSpPr/>
          <p:nvPr/>
        </p:nvSpPr>
        <p:spPr>
          <a:xfrm>
            <a:off x="1506177"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24"/>
          <p:cNvSpPr/>
          <p:nvPr/>
        </p:nvSpPr>
        <p:spPr>
          <a:xfrm>
            <a:off x="6003929"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24"/>
          <p:cNvSpPr/>
          <p:nvPr/>
        </p:nvSpPr>
        <p:spPr>
          <a:xfrm>
            <a:off x="7532351" y="4823550"/>
            <a:ext cx="1696695" cy="369025"/>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24"/>
          <p:cNvSpPr/>
          <p:nvPr/>
        </p:nvSpPr>
        <p:spPr>
          <a:xfrm>
            <a:off x="3145661"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24"/>
          <p:cNvSpPr/>
          <p:nvPr/>
        </p:nvSpPr>
        <p:spPr>
          <a:xfrm>
            <a:off x="4669614" y="4886410"/>
            <a:ext cx="1407648" cy="306163"/>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24"/>
          <p:cNvSpPr/>
          <p:nvPr/>
        </p:nvSpPr>
        <p:spPr>
          <a:xfrm>
            <a:off x="2368255"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8" name="Google Shape;238;p24"/>
          <p:cNvGrpSpPr/>
          <p:nvPr/>
        </p:nvGrpSpPr>
        <p:grpSpPr>
          <a:xfrm flipH="1">
            <a:off x="7839534" y="12"/>
            <a:ext cx="2525880" cy="1610799"/>
            <a:chOff x="7239867" y="1514550"/>
            <a:chExt cx="2525880" cy="1610799"/>
          </a:xfrm>
        </p:grpSpPr>
        <p:grpSp>
          <p:nvGrpSpPr>
            <p:cNvPr id="239" name="Google Shape;239;p24"/>
            <p:cNvGrpSpPr/>
            <p:nvPr/>
          </p:nvGrpSpPr>
          <p:grpSpPr>
            <a:xfrm>
              <a:off x="7346663" y="1514550"/>
              <a:ext cx="2419084" cy="1551618"/>
              <a:chOff x="7410211" y="1555307"/>
              <a:chExt cx="2355486" cy="1510826"/>
            </a:xfrm>
          </p:grpSpPr>
          <p:grpSp>
            <p:nvGrpSpPr>
              <p:cNvPr id="240" name="Google Shape;240;p24"/>
              <p:cNvGrpSpPr/>
              <p:nvPr/>
            </p:nvGrpSpPr>
            <p:grpSpPr>
              <a:xfrm>
                <a:off x="7410211" y="1555307"/>
                <a:ext cx="2355486" cy="1510826"/>
                <a:chOff x="761258" y="2062484"/>
                <a:chExt cx="1646502" cy="1056078"/>
              </a:xfrm>
            </p:grpSpPr>
            <p:sp>
              <p:nvSpPr>
                <p:cNvPr id="241" name="Google Shape;241;p24"/>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24"/>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24"/>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24"/>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24"/>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24"/>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7" name="Google Shape;247;p24"/>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24"/>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9" name="Google Shape;249;p24"/>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2">
  <p:cSld name="CUSTOM_54_1">
    <p:bg>
      <p:bgPr>
        <a:blipFill>
          <a:blip r:embed="rId2">
            <a:alphaModFix/>
          </a:blip>
          <a:stretch>
            <a:fillRect/>
          </a:stretch>
        </a:blipFill>
        <a:effectLst/>
      </p:bgPr>
    </p:bg>
    <p:spTree>
      <p:nvGrpSpPr>
        <p:cNvPr id="1" name="Shape 250"/>
        <p:cNvGrpSpPr/>
        <p:nvPr/>
      </p:nvGrpSpPr>
      <p:grpSpPr>
        <a:xfrm>
          <a:off x="0" y="0"/>
          <a:ext cx="0" cy="0"/>
          <a:chOff x="0" y="0"/>
          <a:chExt cx="0" cy="0"/>
        </a:xfrm>
      </p:grpSpPr>
      <p:sp>
        <p:nvSpPr>
          <p:cNvPr id="251" name="Google Shape;251;p25"/>
          <p:cNvSpPr txBox="1">
            <a:spLocks noGrp="1"/>
          </p:cNvSpPr>
          <p:nvPr>
            <p:ph type="title"/>
          </p:nvPr>
        </p:nvSpPr>
        <p:spPr>
          <a:xfrm>
            <a:off x="1363650" y="2837450"/>
            <a:ext cx="2587500" cy="627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52" name="Google Shape;252;p25"/>
          <p:cNvSpPr txBox="1">
            <a:spLocks noGrp="1"/>
          </p:cNvSpPr>
          <p:nvPr>
            <p:ph type="subTitle" idx="1"/>
          </p:nvPr>
        </p:nvSpPr>
        <p:spPr>
          <a:xfrm>
            <a:off x="1363650" y="3518763"/>
            <a:ext cx="2759100" cy="505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2100"/>
              <a:buFont typeface="Arial"/>
              <a:buNone/>
              <a:defRPr sz="1400">
                <a:solidFill>
                  <a:schemeClr val="dk1"/>
                </a:solidFill>
                <a:latin typeface="Arial"/>
                <a:ea typeface="Arial"/>
                <a:cs typeface="Arial"/>
                <a:sym typeface="Arial"/>
              </a:defRPr>
            </a:lvl1pPr>
            <a:lvl2pPr lvl="1"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2pPr>
            <a:lvl3pPr lvl="2"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3pPr>
            <a:lvl4pPr lvl="3"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4pPr>
            <a:lvl5pPr lvl="4"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5pPr>
            <a:lvl6pPr lvl="5"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6pPr>
            <a:lvl7pPr lvl="6"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7pPr>
            <a:lvl8pPr lvl="7"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8pPr>
            <a:lvl9pPr lvl="8" algn="l">
              <a:lnSpc>
                <a:spcPct val="100000"/>
              </a:lnSpc>
              <a:spcBef>
                <a:spcPts val="0"/>
              </a:spcBef>
              <a:spcAft>
                <a:spcPts val="0"/>
              </a:spcAft>
              <a:buClr>
                <a:schemeClr val="dk1"/>
              </a:buClr>
              <a:buSzPts val="2100"/>
              <a:buFont typeface="Arial"/>
              <a:buNone/>
              <a:defRPr sz="2100">
                <a:solidFill>
                  <a:schemeClr val="dk1"/>
                </a:solidFill>
                <a:latin typeface="Arial"/>
                <a:ea typeface="Arial"/>
                <a:cs typeface="Arial"/>
                <a:sym typeface="Arial"/>
              </a:defRPr>
            </a:lvl9pPr>
          </a:lstStyle>
          <a:p>
            <a:endParaRPr/>
          </a:p>
        </p:txBody>
      </p:sp>
      <p:sp>
        <p:nvSpPr>
          <p:cNvPr id="253" name="Google Shape;253;p25"/>
          <p:cNvSpPr txBox="1">
            <a:spLocks noGrp="1"/>
          </p:cNvSpPr>
          <p:nvPr>
            <p:ph type="title" idx="2"/>
          </p:nvPr>
        </p:nvSpPr>
        <p:spPr>
          <a:xfrm>
            <a:off x="1363650" y="1525013"/>
            <a:ext cx="2129100" cy="1379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0"/>
              <a:buNone/>
              <a:defRPr sz="10000">
                <a:latin typeface="Arial"/>
                <a:ea typeface="Arial"/>
                <a:cs typeface="Arial"/>
                <a:sym typeface="Arial"/>
              </a:defRPr>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endParaRPr/>
          </a:p>
        </p:txBody>
      </p:sp>
      <p:grpSp>
        <p:nvGrpSpPr>
          <p:cNvPr id="254" name="Google Shape;254;p25"/>
          <p:cNvGrpSpPr/>
          <p:nvPr/>
        </p:nvGrpSpPr>
        <p:grpSpPr>
          <a:xfrm>
            <a:off x="8065080" y="-9"/>
            <a:ext cx="1210422" cy="868634"/>
            <a:chOff x="6102329" y="3283426"/>
            <a:chExt cx="654777" cy="469888"/>
          </a:xfrm>
        </p:grpSpPr>
        <p:sp>
          <p:nvSpPr>
            <p:cNvPr id="255" name="Google Shape;255;p25"/>
            <p:cNvSpPr/>
            <p:nvPr/>
          </p:nvSpPr>
          <p:spPr>
            <a:xfrm>
              <a:off x="6149906" y="3283426"/>
              <a:ext cx="607200" cy="327381"/>
            </a:xfrm>
            <a:custGeom>
              <a:avLst/>
              <a:gdLst/>
              <a:ahLst/>
              <a:cxnLst/>
              <a:rect l="l" t="t" r="r" b="b"/>
              <a:pathLst>
                <a:path w="2795" h="1507" extrusionOk="0">
                  <a:moveTo>
                    <a:pt x="2697" y="0"/>
                  </a:moveTo>
                  <a:cubicBezTo>
                    <a:pt x="2697" y="22"/>
                    <a:pt x="1520" y="1418"/>
                    <a:pt x="435" y="1418"/>
                  </a:cubicBezTo>
                  <a:cubicBezTo>
                    <a:pt x="312" y="1418"/>
                    <a:pt x="191" y="1400"/>
                    <a:pt x="73" y="1361"/>
                  </a:cubicBezTo>
                  <a:cubicBezTo>
                    <a:pt x="66" y="1354"/>
                    <a:pt x="59" y="1351"/>
                    <a:pt x="52" y="1351"/>
                  </a:cubicBezTo>
                  <a:cubicBezTo>
                    <a:pt x="35" y="1351"/>
                    <a:pt x="18" y="1368"/>
                    <a:pt x="1" y="1385"/>
                  </a:cubicBezTo>
                  <a:cubicBezTo>
                    <a:pt x="1" y="1409"/>
                    <a:pt x="1" y="1434"/>
                    <a:pt x="25" y="1434"/>
                  </a:cubicBezTo>
                  <a:cubicBezTo>
                    <a:pt x="171" y="1482"/>
                    <a:pt x="292" y="1507"/>
                    <a:pt x="414" y="1507"/>
                  </a:cubicBezTo>
                  <a:cubicBezTo>
                    <a:pt x="948" y="1458"/>
                    <a:pt x="1458" y="1239"/>
                    <a:pt x="1871" y="899"/>
                  </a:cubicBezTo>
                  <a:cubicBezTo>
                    <a:pt x="2187" y="656"/>
                    <a:pt x="2503" y="389"/>
                    <a:pt x="2770" y="73"/>
                  </a:cubicBezTo>
                  <a:cubicBezTo>
                    <a:pt x="2794" y="49"/>
                    <a:pt x="2794" y="25"/>
                    <a:pt x="27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25"/>
            <p:cNvSpPr/>
            <p:nvPr/>
          </p:nvSpPr>
          <p:spPr>
            <a:xfrm>
              <a:off x="6218555" y="3499796"/>
              <a:ext cx="179662" cy="211375"/>
            </a:xfrm>
            <a:custGeom>
              <a:avLst/>
              <a:gdLst/>
              <a:ahLst/>
              <a:cxnLst/>
              <a:rect l="l" t="t" r="r" b="b"/>
              <a:pathLst>
                <a:path w="827" h="973" extrusionOk="0">
                  <a:moveTo>
                    <a:pt x="73" y="0"/>
                  </a:moveTo>
                  <a:cubicBezTo>
                    <a:pt x="49" y="0"/>
                    <a:pt x="25" y="25"/>
                    <a:pt x="25" y="49"/>
                  </a:cubicBezTo>
                  <a:cubicBezTo>
                    <a:pt x="0" y="49"/>
                    <a:pt x="25" y="98"/>
                    <a:pt x="49" y="98"/>
                  </a:cubicBezTo>
                  <a:cubicBezTo>
                    <a:pt x="268" y="170"/>
                    <a:pt x="511" y="243"/>
                    <a:pt x="729" y="341"/>
                  </a:cubicBezTo>
                  <a:cubicBezTo>
                    <a:pt x="559" y="559"/>
                    <a:pt x="340" y="729"/>
                    <a:pt x="122" y="875"/>
                  </a:cubicBezTo>
                  <a:cubicBezTo>
                    <a:pt x="98" y="899"/>
                    <a:pt x="98" y="924"/>
                    <a:pt x="122" y="948"/>
                  </a:cubicBezTo>
                  <a:cubicBezTo>
                    <a:pt x="122" y="948"/>
                    <a:pt x="146" y="972"/>
                    <a:pt x="146" y="972"/>
                  </a:cubicBezTo>
                  <a:cubicBezTo>
                    <a:pt x="170" y="948"/>
                    <a:pt x="170" y="948"/>
                    <a:pt x="170" y="948"/>
                  </a:cubicBezTo>
                  <a:cubicBezTo>
                    <a:pt x="365" y="802"/>
                    <a:pt x="826" y="462"/>
                    <a:pt x="826" y="341"/>
                  </a:cubicBezTo>
                  <a:cubicBezTo>
                    <a:pt x="826" y="316"/>
                    <a:pt x="802" y="292"/>
                    <a:pt x="778" y="292"/>
                  </a:cubicBezTo>
                  <a:cubicBezTo>
                    <a:pt x="559" y="170"/>
                    <a:pt x="316" y="98"/>
                    <a:pt x="7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25"/>
            <p:cNvSpPr/>
            <p:nvPr/>
          </p:nvSpPr>
          <p:spPr>
            <a:xfrm>
              <a:off x="6367367" y="3409207"/>
              <a:ext cx="204862" cy="249174"/>
            </a:xfrm>
            <a:custGeom>
              <a:avLst/>
              <a:gdLst/>
              <a:ahLst/>
              <a:cxnLst/>
              <a:rect l="l" t="t" r="r" b="b"/>
              <a:pathLst>
                <a:path w="943" h="1147" extrusionOk="0">
                  <a:moveTo>
                    <a:pt x="53" y="1"/>
                  </a:moveTo>
                  <a:cubicBezTo>
                    <a:pt x="15" y="1"/>
                    <a:pt x="1" y="77"/>
                    <a:pt x="44" y="77"/>
                  </a:cubicBezTo>
                  <a:cubicBezTo>
                    <a:pt x="287" y="150"/>
                    <a:pt x="530" y="272"/>
                    <a:pt x="749" y="393"/>
                  </a:cubicBezTo>
                  <a:cubicBezTo>
                    <a:pt x="797" y="417"/>
                    <a:pt x="651" y="758"/>
                    <a:pt x="457" y="1073"/>
                  </a:cubicBezTo>
                  <a:cubicBezTo>
                    <a:pt x="433" y="1098"/>
                    <a:pt x="433" y="1122"/>
                    <a:pt x="457" y="1146"/>
                  </a:cubicBezTo>
                  <a:lnTo>
                    <a:pt x="481" y="1146"/>
                  </a:lnTo>
                  <a:cubicBezTo>
                    <a:pt x="506" y="1122"/>
                    <a:pt x="530" y="1122"/>
                    <a:pt x="530" y="1098"/>
                  </a:cubicBezTo>
                  <a:cubicBezTo>
                    <a:pt x="651" y="903"/>
                    <a:pt x="943" y="417"/>
                    <a:pt x="797" y="296"/>
                  </a:cubicBezTo>
                  <a:cubicBezTo>
                    <a:pt x="579" y="174"/>
                    <a:pt x="336" y="77"/>
                    <a:pt x="68" y="4"/>
                  </a:cubicBezTo>
                  <a:cubicBezTo>
                    <a:pt x="63" y="2"/>
                    <a:pt x="58" y="1"/>
                    <a:pt x="5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25"/>
            <p:cNvSpPr/>
            <p:nvPr/>
          </p:nvSpPr>
          <p:spPr>
            <a:xfrm>
              <a:off x="6519439" y="3341429"/>
              <a:ext cx="174230" cy="179657"/>
            </a:xfrm>
            <a:custGeom>
              <a:avLst/>
              <a:gdLst/>
              <a:ahLst/>
              <a:cxnLst/>
              <a:rect l="l" t="t" r="r" b="b"/>
              <a:pathLst>
                <a:path w="802" h="827" extrusionOk="0">
                  <a:moveTo>
                    <a:pt x="24" y="1"/>
                  </a:moveTo>
                  <a:cubicBezTo>
                    <a:pt x="0" y="1"/>
                    <a:pt x="0" y="74"/>
                    <a:pt x="24" y="98"/>
                  </a:cubicBezTo>
                  <a:cubicBezTo>
                    <a:pt x="243" y="98"/>
                    <a:pt x="462" y="122"/>
                    <a:pt x="680" y="171"/>
                  </a:cubicBezTo>
                  <a:cubicBezTo>
                    <a:pt x="656" y="389"/>
                    <a:pt x="559" y="584"/>
                    <a:pt x="462" y="778"/>
                  </a:cubicBezTo>
                  <a:cubicBezTo>
                    <a:pt x="437" y="778"/>
                    <a:pt x="462" y="827"/>
                    <a:pt x="462" y="827"/>
                  </a:cubicBezTo>
                  <a:lnTo>
                    <a:pt x="486" y="827"/>
                  </a:lnTo>
                  <a:cubicBezTo>
                    <a:pt x="510" y="827"/>
                    <a:pt x="510" y="827"/>
                    <a:pt x="534" y="802"/>
                  </a:cubicBezTo>
                  <a:cubicBezTo>
                    <a:pt x="583" y="729"/>
                    <a:pt x="802" y="268"/>
                    <a:pt x="753" y="122"/>
                  </a:cubicBezTo>
                  <a:cubicBezTo>
                    <a:pt x="753" y="122"/>
                    <a:pt x="729" y="98"/>
                    <a:pt x="705" y="74"/>
                  </a:cubicBezTo>
                  <a:cubicBezTo>
                    <a:pt x="486" y="25"/>
                    <a:pt x="267" y="1"/>
                    <a:pt x="2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25"/>
            <p:cNvSpPr/>
            <p:nvPr/>
          </p:nvSpPr>
          <p:spPr>
            <a:xfrm>
              <a:off x="6603730" y="3489151"/>
              <a:ext cx="74081" cy="74079"/>
            </a:xfrm>
            <a:custGeom>
              <a:avLst/>
              <a:gdLst/>
              <a:ahLst/>
              <a:cxnLst/>
              <a:rect l="l" t="t" r="r" b="b"/>
              <a:pathLst>
                <a:path w="341" h="341" extrusionOk="0">
                  <a:moveTo>
                    <a:pt x="171" y="1"/>
                  </a:moveTo>
                  <a:cubicBezTo>
                    <a:pt x="74" y="1"/>
                    <a:pt x="1" y="74"/>
                    <a:pt x="1" y="171"/>
                  </a:cubicBezTo>
                  <a:cubicBezTo>
                    <a:pt x="1" y="268"/>
                    <a:pt x="74" y="341"/>
                    <a:pt x="171" y="341"/>
                  </a:cubicBezTo>
                  <a:cubicBezTo>
                    <a:pt x="268" y="341"/>
                    <a:pt x="341" y="268"/>
                    <a:pt x="341" y="171"/>
                  </a:cubicBezTo>
                  <a:cubicBezTo>
                    <a:pt x="341" y="74"/>
                    <a:pt x="268" y="1"/>
                    <a:pt x="17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25"/>
            <p:cNvSpPr/>
            <p:nvPr/>
          </p:nvSpPr>
          <p:spPr>
            <a:xfrm>
              <a:off x="6487721" y="3299284"/>
              <a:ext cx="68867" cy="74079"/>
            </a:xfrm>
            <a:custGeom>
              <a:avLst/>
              <a:gdLst/>
              <a:ahLst/>
              <a:cxnLst/>
              <a:rect l="l" t="t" r="r" b="b"/>
              <a:pathLst>
                <a:path w="317" h="341" extrusionOk="0">
                  <a:moveTo>
                    <a:pt x="170" y="0"/>
                  </a:moveTo>
                  <a:cubicBezTo>
                    <a:pt x="73" y="0"/>
                    <a:pt x="0" y="73"/>
                    <a:pt x="0" y="170"/>
                  </a:cubicBezTo>
                  <a:cubicBezTo>
                    <a:pt x="0" y="268"/>
                    <a:pt x="73" y="340"/>
                    <a:pt x="170" y="340"/>
                  </a:cubicBezTo>
                  <a:cubicBezTo>
                    <a:pt x="243" y="340"/>
                    <a:pt x="316" y="268"/>
                    <a:pt x="316" y="170"/>
                  </a:cubicBezTo>
                  <a:cubicBezTo>
                    <a:pt x="316" y="73"/>
                    <a:pt x="243" y="0"/>
                    <a:pt x="17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25"/>
            <p:cNvSpPr/>
            <p:nvPr/>
          </p:nvSpPr>
          <p:spPr>
            <a:xfrm>
              <a:off x="6334564" y="3378359"/>
              <a:ext cx="74081" cy="74079"/>
            </a:xfrm>
            <a:custGeom>
              <a:avLst/>
              <a:gdLst/>
              <a:ahLst/>
              <a:cxnLst/>
              <a:rect l="l" t="t" r="r" b="b"/>
              <a:pathLst>
                <a:path w="341" h="341" extrusionOk="0">
                  <a:moveTo>
                    <a:pt x="171" y="1"/>
                  </a:moveTo>
                  <a:cubicBezTo>
                    <a:pt x="74" y="1"/>
                    <a:pt x="1" y="74"/>
                    <a:pt x="1" y="171"/>
                  </a:cubicBezTo>
                  <a:cubicBezTo>
                    <a:pt x="1" y="268"/>
                    <a:pt x="74" y="341"/>
                    <a:pt x="171" y="341"/>
                  </a:cubicBezTo>
                  <a:cubicBezTo>
                    <a:pt x="268" y="341"/>
                    <a:pt x="341" y="268"/>
                    <a:pt x="341" y="171"/>
                  </a:cubicBezTo>
                  <a:cubicBezTo>
                    <a:pt x="341" y="74"/>
                    <a:pt x="268" y="1"/>
                    <a:pt x="17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25"/>
            <p:cNvSpPr/>
            <p:nvPr/>
          </p:nvSpPr>
          <p:spPr>
            <a:xfrm>
              <a:off x="6424286" y="3626446"/>
              <a:ext cx="74081" cy="74079"/>
            </a:xfrm>
            <a:custGeom>
              <a:avLst/>
              <a:gdLst/>
              <a:ahLst/>
              <a:cxnLst/>
              <a:rect l="l" t="t" r="r" b="b"/>
              <a:pathLst>
                <a:path w="341" h="341" extrusionOk="0">
                  <a:moveTo>
                    <a:pt x="171" y="0"/>
                  </a:moveTo>
                  <a:cubicBezTo>
                    <a:pt x="74" y="0"/>
                    <a:pt x="1" y="73"/>
                    <a:pt x="1" y="170"/>
                  </a:cubicBezTo>
                  <a:cubicBezTo>
                    <a:pt x="1" y="268"/>
                    <a:pt x="74" y="341"/>
                    <a:pt x="171" y="341"/>
                  </a:cubicBezTo>
                  <a:cubicBezTo>
                    <a:pt x="268" y="341"/>
                    <a:pt x="341" y="268"/>
                    <a:pt x="341" y="170"/>
                  </a:cubicBezTo>
                  <a:cubicBezTo>
                    <a:pt x="341" y="73"/>
                    <a:pt x="268" y="0"/>
                    <a:pt x="17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25"/>
            <p:cNvSpPr/>
            <p:nvPr/>
          </p:nvSpPr>
          <p:spPr>
            <a:xfrm>
              <a:off x="6181623" y="3462865"/>
              <a:ext cx="74081" cy="68865"/>
            </a:xfrm>
            <a:custGeom>
              <a:avLst/>
              <a:gdLst/>
              <a:ahLst/>
              <a:cxnLst/>
              <a:rect l="l" t="t" r="r" b="b"/>
              <a:pathLst>
                <a:path w="341" h="317" extrusionOk="0">
                  <a:moveTo>
                    <a:pt x="170" y="0"/>
                  </a:moveTo>
                  <a:cubicBezTo>
                    <a:pt x="73" y="0"/>
                    <a:pt x="0" y="73"/>
                    <a:pt x="0" y="170"/>
                  </a:cubicBezTo>
                  <a:cubicBezTo>
                    <a:pt x="0" y="243"/>
                    <a:pt x="73" y="316"/>
                    <a:pt x="170" y="316"/>
                  </a:cubicBezTo>
                  <a:cubicBezTo>
                    <a:pt x="268" y="316"/>
                    <a:pt x="340" y="243"/>
                    <a:pt x="340" y="170"/>
                  </a:cubicBezTo>
                  <a:cubicBezTo>
                    <a:pt x="340" y="73"/>
                    <a:pt x="268" y="0"/>
                    <a:pt x="17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25"/>
            <p:cNvSpPr/>
            <p:nvPr/>
          </p:nvSpPr>
          <p:spPr>
            <a:xfrm>
              <a:off x="6102329" y="3547371"/>
              <a:ext cx="74298" cy="74079"/>
            </a:xfrm>
            <a:custGeom>
              <a:avLst/>
              <a:gdLst/>
              <a:ahLst/>
              <a:cxnLst/>
              <a:rect l="l" t="t" r="r" b="b"/>
              <a:pathLst>
                <a:path w="342" h="341" extrusionOk="0">
                  <a:moveTo>
                    <a:pt x="171" y="0"/>
                  </a:moveTo>
                  <a:cubicBezTo>
                    <a:pt x="98" y="0"/>
                    <a:pt x="1" y="73"/>
                    <a:pt x="1" y="170"/>
                  </a:cubicBezTo>
                  <a:cubicBezTo>
                    <a:pt x="1" y="267"/>
                    <a:pt x="98" y="340"/>
                    <a:pt x="171" y="340"/>
                  </a:cubicBezTo>
                  <a:cubicBezTo>
                    <a:pt x="268" y="340"/>
                    <a:pt x="341" y="267"/>
                    <a:pt x="341" y="170"/>
                  </a:cubicBezTo>
                  <a:cubicBezTo>
                    <a:pt x="341" y="73"/>
                    <a:pt x="268" y="0"/>
                    <a:pt x="17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25"/>
            <p:cNvSpPr/>
            <p:nvPr/>
          </p:nvSpPr>
          <p:spPr>
            <a:xfrm>
              <a:off x="6213341" y="3684449"/>
              <a:ext cx="74081" cy="68865"/>
            </a:xfrm>
            <a:custGeom>
              <a:avLst/>
              <a:gdLst/>
              <a:ahLst/>
              <a:cxnLst/>
              <a:rect l="l" t="t" r="r" b="b"/>
              <a:pathLst>
                <a:path w="341" h="317" extrusionOk="0">
                  <a:moveTo>
                    <a:pt x="170" y="1"/>
                  </a:moveTo>
                  <a:cubicBezTo>
                    <a:pt x="73" y="1"/>
                    <a:pt x="0" y="74"/>
                    <a:pt x="0" y="146"/>
                  </a:cubicBezTo>
                  <a:cubicBezTo>
                    <a:pt x="0" y="244"/>
                    <a:pt x="73" y="316"/>
                    <a:pt x="170" y="316"/>
                  </a:cubicBezTo>
                  <a:cubicBezTo>
                    <a:pt x="267" y="316"/>
                    <a:pt x="340" y="244"/>
                    <a:pt x="340" y="146"/>
                  </a:cubicBezTo>
                  <a:cubicBezTo>
                    <a:pt x="340" y="74"/>
                    <a:pt x="267" y="1"/>
                    <a:pt x="17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6" name="Google Shape;266;p25"/>
          <p:cNvGrpSpPr/>
          <p:nvPr/>
        </p:nvGrpSpPr>
        <p:grpSpPr>
          <a:xfrm flipH="1">
            <a:off x="8065063" y="1808493"/>
            <a:ext cx="1277992" cy="1010253"/>
            <a:chOff x="855987" y="2204128"/>
            <a:chExt cx="1217483" cy="962421"/>
          </a:xfrm>
        </p:grpSpPr>
        <p:grpSp>
          <p:nvGrpSpPr>
            <p:cNvPr id="267" name="Google Shape;267;p25"/>
            <p:cNvGrpSpPr/>
            <p:nvPr/>
          </p:nvGrpSpPr>
          <p:grpSpPr>
            <a:xfrm>
              <a:off x="855987" y="2204128"/>
              <a:ext cx="1146638" cy="962421"/>
              <a:chOff x="958238" y="2157575"/>
              <a:chExt cx="1115190" cy="936025"/>
            </a:xfrm>
          </p:grpSpPr>
          <p:sp>
            <p:nvSpPr>
              <p:cNvPr id="268" name="Google Shape;268;p25"/>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25"/>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25"/>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25"/>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25"/>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25"/>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4" name="Google Shape;274;p25"/>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75" name="Google Shape;275;p25"/>
          <p:cNvGrpSpPr/>
          <p:nvPr/>
        </p:nvGrpSpPr>
        <p:grpSpPr>
          <a:xfrm>
            <a:off x="69057" y="647194"/>
            <a:ext cx="1860620" cy="811048"/>
            <a:chOff x="3965010" y="571479"/>
            <a:chExt cx="1651683" cy="719972"/>
          </a:xfrm>
        </p:grpSpPr>
        <p:grpSp>
          <p:nvGrpSpPr>
            <p:cNvPr id="276" name="Google Shape;276;p25"/>
            <p:cNvGrpSpPr/>
            <p:nvPr/>
          </p:nvGrpSpPr>
          <p:grpSpPr>
            <a:xfrm>
              <a:off x="3965010" y="571479"/>
              <a:ext cx="1446820" cy="719972"/>
              <a:chOff x="3953250" y="571500"/>
              <a:chExt cx="1383325" cy="766825"/>
            </a:xfrm>
          </p:grpSpPr>
          <p:grpSp>
            <p:nvGrpSpPr>
              <p:cNvPr id="277" name="Google Shape;277;p25"/>
              <p:cNvGrpSpPr/>
              <p:nvPr/>
            </p:nvGrpSpPr>
            <p:grpSpPr>
              <a:xfrm>
                <a:off x="3953250" y="571500"/>
                <a:ext cx="1383165" cy="669650"/>
                <a:chOff x="897088" y="2374675"/>
                <a:chExt cx="1383165" cy="669650"/>
              </a:xfrm>
            </p:grpSpPr>
            <p:sp>
              <p:nvSpPr>
                <p:cNvPr id="278" name="Google Shape;278;p25"/>
                <p:cNvSpPr/>
                <p:nvPr/>
              </p:nvSpPr>
              <p:spPr>
                <a:xfrm>
                  <a:off x="1135613" y="2416700"/>
                  <a:ext cx="622500" cy="62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25"/>
                <p:cNvSpPr/>
                <p:nvPr/>
              </p:nvSpPr>
              <p:spPr>
                <a:xfrm>
                  <a:off x="1479050" y="23746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 name="Google Shape;280;p25"/>
                <p:cNvSpPr/>
                <p:nvPr/>
              </p:nvSpPr>
              <p:spPr>
                <a:xfrm>
                  <a:off x="897088" y="2689700"/>
                  <a:ext cx="492600" cy="354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 name="Google Shape;281;p25"/>
                <p:cNvSpPr/>
                <p:nvPr/>
              </p:nvSpPr>
              <p:spPr>
                <a:xfrm>
                  <a:off x="1657753" y="2551725"/>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2" name="Google Shape;282;p25"/>
              <p:cNvSpPr/>
              <p:nvPr/>
            </p:nvSpPr>
            <p:spPr>
              <a:xfrm>
                <a:off x="3972775" y="907225"/>
                <a:ext cx="1363800" cy="431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3" name="Google Shape;283;p25"/>
            <p:cNvSpPr/>
            <p:nvPr/>
          </p:nvSpPr>
          <p:spPr>
            <a:xfrm>
              <a:off x="4006544" y="571481"/>
              <a:ext cx="1610148" cy="660750"/>
            </a:xfrm>
            <a:custGeom>
              <a:avLst/>
              <a:gdLst/>
              <a:ahLst/>
              <a:cxnLst/>
              <a:rect l="l" t="t" r="r" b="b"/>
              <a:pathLst>
                <a:path w="3864" h="1872" extrusionOk="0">
                  <a:moveTo>
                    <a:pt x="1847" y="365"/>
                  </a:moveTo>
                  <a:cubicBezTo>
                    <a:pt x="1920" y="487"/>
                    <a:pt x="1920" y="633"/>
                    <a:pt x="1871" y="754"/>
                  </a:cubicBezTo>
                  <a:lnTo>
                    <a:pt x="1847" y="754"/>
                  </a:lnTo>
                  <a:cubicBezTo>
                    <a:pt x="1847" y="754"/>
                    <a:pt x="1823" y="754"/>
                    <a:pt x="1798" y="705"/>
                  </a:cubicBezTo>
                  <a:cubicBezTo>
                    <a:pt x="1774" y="608"/>
                    <a:pt x="1774" y="487"/>
                    <a:pt x="1847" y="390"/>
                  </a:cubicBezTo>
                  <a:lnTo>
                    <a:pt x="1847" y="365"/>
                  </a:lnTo>
                  <a:close/>
                  <a:moveTo>
                    <a:pt x="2891" y="584"/>
                  </a:moveTo>
                  <a:lnTo>
                    <a:pt x="2891" y="608"/>
                  </a:lnTo>
                  <a:cubicBezTo>
                    <a:pt x="2940" y="754"/>
                    <a:pt x="2940" y="900"/>
                    <a:pt x="2867" y="948"/>
                  </a:cubicBezTo>
                  <a:cubicBezTo>
                    <a:pt x="2831" y="960"/>
                    <a:pt x="2806" y="967"/>
                    <a:pt x="2791" y="967"/>
                  </a:cubicBezTo>
                  <a:cubicBezTo>
                    <a:pt x="2776" y="967"/>
                    <a:pt x="2770" y="960"/>
                    <a:pt x="2770" y="948"/>
                  </a:cubicBezTo>
                  <a:cubicBezTo>
                    <a:pt x="2770" y="803"/>
                    <a:pt x="2794" y="681"/>
                    <a:pt x="2891" y="584"/>
                  </a:cubicBezTo>
                  <a:close/>
                  <a:moveTo>
                    <a:pt x="754" y="1021"/>
                  </a:moveTo>
                  <a:cubicBezTo>
                    <a:pt x="851" y="1021"/>
                    <a:pt x="924" y="1070"/>
                    <a:pt x="972" y="1143"/>
                  </a:cubicBezTo>
                  <a:cubicBezTo>
                    <a:pt x="997" y="1216"/>
                    <a:pt x="972" y="1288"/>
                    <a:pt x="899" y="1337"/>
                  </a:cubicBezTo>
                  <a:cubicBezTo>
                    <a:pt x="887" y="1349"/>
                    <a:pt x="875" y="1355"/>
                    <a:pt x="863" y="1355"/>
                  </a:cubicBezTo>
                  <a:cubicBezTo>
                    <a:pt x="851" y="1355"/>
                    <a:pt x="839" y="1349"/>
                    <a:pt x="827" y="1337"/>
                  </a:cubicBezTo>
                  <a:cubicBezTo>
                    <a:pt x="754" y="1240"/>
                    <a:pt x="754" y="1143"/>
                    <a:pt x="754" y="1045"/>
                  </a:cubicBezTo>
                  <a:lnTo>
                    <a:pt x="754" y="1021"/>
                  </a:lnTo>
                  <a:close/>
                  <a:moveTo>
                    <a:pt x="2357" y="74"/>
                  </a:moveTo>
                  <a:cubicBezTo>
                    <a:pt x="2600" y="122"/>
                    <a:pt x="2794" y="268"/>
                    <a:pt x="2867" y="487"/>
                  </a:cubicBezTo>
                  <a:cubicBezTo>
                    <a:pt x="2746" y="608"/>
                    <a:pt x="2673" y="778"/>
                    <a:pt x="2697" y="973"/>
                  </a:cubicBezTo>
                  <a:cubicBezTo>
                    <a:pt x="2725" y="1015"/>
                    <a:pt x="2745" y="1041"/>
                    <a:pt x="2786" y="1041"/>
                  </a:cubicBezTo>
                  <a:cubicBezTo>
                    <a:pt x="2815" y="1041"/>
                    <a:pt x="2855" y="1027"/>
                    <a:pt x="2916" y="997"/>
                  </a:cubicBezTo>
                  <a:cubicBezTo>
                    <a:pt x="3061" y="924"/>
                    <a:pt x="3037" y="681"/>
                    <a:pt x="2964" y="487"/>
                  </a:cubicBezTo>
                  <a:cubicBezTo>
                    <a:pt x="2989" y="462"/>
                    <a:pt x="3013" y="462"/>
                    <a:pt x="3061" y="462"/>
                  </a:cubicBezTo>
                  <a:cubicBezTo>
                    <a:pt x="3329" y="535"/>
                    <a:pt x="3572" y="730"/>
                    <a:pt x="3693" y="997"/>
                  </a:cubicBezTo>
                  <a:cubicBezTo>
                    <a:pt x="3766" y="1143"/>
                    <a:pt x="3766" y="1337"/>
                    <a:pt x="3644" y="1483"/>
                  </a:cubicBezTo>
                  <a:cubicBezTo>
                    <a:pt x="3474" y="1677"/>
                    <a:pt x="2819" y="1799"/>
                    <a:pt x="1774" y="1799"/>
                  </a:cubicBezTo>
                  <a:cubicBezTo>
                    <a:pt x="1118" y="1799"/>
                    <a:pt x="535" y="1750"/>
                    <a:pt x="535" y="1750"/>
                  </a:cubicBezTo>
                  <a:cubicBezTo>
                    <a:pt x="316" y="1726"/>
                    <a:pt x="195" y="1653"/>
                    <a:pt x="146" y="1507"/>
                  </a:cubicBezTo>
                  <a:cubicBezTo>
                    <a:pt x="98" y="1386"/>
                    <a:pt x="219" y="1216"/>
                    <a:pt x="438" y="1118"/>
                  </a:cubicBezTo>
                  <a:cubicBezTo>
                    <a:pt x="511" y="1070"/>
                    <a:pt x="584" y="1045"/>
                    <a:pt x="681" y="1045"/>
                  </a:cubicBezTo>
                  <a:cubicBezTo>
                    <a:pt x="657" y="1167"/>
                    <a:pt x="705" y="1288"/>
                    <a:pt x="778" y="1410"/>
                  </a:cubicBezTo>
                  <a:cubicBezTo>
                    <a:pt x="808" y="1440"/>
                    <a:pt x="857" y="1461"/>
                    <a:pt x="901" y="1461"/>
                  </a:cubicBezTo>
                  <a:cubicBezTo>
                    <a:pt x="928" y="1461"/>
                    <a:pt x="954" y="1453"/>
                    <a:pt x="972" y="1434"/>
                  </a:cubicBezTo>
                  <a:cubicBezTo>
                    <a:pt x="1070" y="1361"/>
                    <a:pt x="1118" y="1240"/>
                    <a:pt x="1094" y="1118"/>
                  </a:cubicBezTo>
                  <a:cubicBezTo>
                    <a:pt x="1045" y="1021"/>
                    <a:pt x="924" y="924"/>
                    <a:pt x="802" y="924"/>
                  </a:cubicBezTo>
                  <a:cubicBezTo>
                    <a:pt x="851" y="681"/>
                    <a:pt x="1021" y="462"/>
                    <a:pt x="1264" y="365"/>
                  </a:cubicBezTo>
                  <a:cubicBezTo>
                    <a:pt x="1395" y="278"/>
                    <a:pt x="1517" y="234"/>
                    <a:pt x="1621" y="234"/>
                  </a:cubicBezTo>
                  <a:cubicBezTo>
                    <a:pt x="1689" y="234"/>
                    <a:pt x="1750" y="254"/>
                    <a:pt x="1798" y="292"/>
                  </a:cubicBezTo>
                  <a:cubicBezTo>
                    <a:pt x="1701" y="414"/>
                    <a:pt x="1677" y="584"/>
                    <a:pt x="1750" y="730"/>
                  </a:cubicBezTo>
                  <a:cubicBezTo>
                    <a:pt x="1750" y="778"/>
                    <a:pt x="1798" y="827"/>
                    <a:pt x="1871" y="827"/>
                  </a:cubicBezTo>
                  <a:cubicBezTo>
                    <a:pt x="1895" y="827"/>
                    <a:pt x="1920" y="803"/>
                    <a:pt x="1944" y="778"/>
                  </a:cubicBezTo>
                  <a:cubicBezTo>
                    <a:pt x="2041" y="633"/>
                    <a:pt x="2017" y="438"/>
                    <a:pt x="1920" y="292"/>
                  </a:cubicBezTo>
                  <a:cubicBezTo>
                    <a:pt x="1993" y="220"/>
                    <a:pt x="2090" y="147"/>
                    <a:pt x="2187" y="122"/>
                  </a:cubicBezTo>
                  <a:cubicBezTo>
                    <a:pt x="2236" y="98"/>
                    <a:pt x="2308" y="98"/>
                    <a:pt x="2357" y="74"/>
                  </a:cubicBezTo>
                  <a:close/>
                  <a:moveTo>
                    <a:pt x="2333" y="1"/>
                  </a:moveTo>
                  <a:cubicBezTo>
                    <a:pt x="2260" y="1"/>
                    <a:pt x="2211" y="25"/>
                    <a:pt x="2138" y="50"/>
                  </a:cubicBezTo>
                  <a:cubicBezTo>
                    <a:pt x="2017" y="74"/>
                    <a:pt x="1920" y="147"/>
                    <a:pt x="1823" y="244"/>
                  </a:cubicBezTo>
                  <a:cubicBezTo>
                    <a:pt x="1756" y="188"/>
                    <a:pt x="1674" y="158"/>
                    <a:pt x="1579" y="158"/>
                  </a:cubicBezTo>
                  <a:cubicBezTo>
                    <a:pt x="1466" y="158"/>
                    <a:pt x="1336" y="200"/>
                    <a:pt x="1191" y="292"/>
                  </a:cubicBezTo>
                  <a:cubicBezTo>
                    <a:pt x="924" y="414"/>
                    <a:pt x="754" y="657"/>
                    <a:pt x="681" y="948"/>
                  </a:cubicBezTo>
                  <a:cubicBezTo>
                    <a:pt x="584" y="948"/>
                    <a:pt x="487" y="973"/>
                    <a:pt x="414" y="1021"/>
                  </a:cubicBezTo>
                  <a:cubicBezTo>
                    <a:pt x="146" y="1167"/>
                    <a:pt x="1" y="1361"/>
                    <a:pt x="49" y="1531"/>
                  </a:cubicBezTo>
                  <a:cubicBezTo>
                    <a:pt x="74" y="1701"/>
                    <a:pt x="268" y="1823"/>
                    <a:pt x="511" y="1847"/>
                  </a:cubicBezTo>
                  <a:cubicBezTo>
                    <a:pt x="511" y="1847"/>
                    <a:pt x="1118" y="1871"/>
                    <a:pt x="1774" y="1871"/>
                  </a:cubicBezTo>
                  <a:cubicBezTo>
                    <a:pt x="2867" y="1871"/>
                    <a:pt x="3523" y="1774"/>
                    <a:pt x="3717" y="1556"/>
                  </a:cubicBezTo>
                  <a:cubicBezTo>
                    <a:pt x="3839" y="1386"/>
                    <a:pt x="3863" y="1167"/>
                    <a:pt x="3766" y="973"/>
                  </a:cubicBezTo>
                  <a:cubicBezTo>
                    <a:pt x="3620" y="681"/>
                    <a:pt x="3353" y="438"/>
                    <a:pt x="3037" y="365"/>
                  </a:cubicBezTo>
                  <a:cubicBezTo>
                    <a:pt x="2989" y="365"/>
                    <a:pt x="2940" y="390"/>
                    <a:pt x="2916" y="414"/>
                  </a:cubicBezTo>
                  <a:cubicBezTo>
                    <a:pt x="2819" y="171"/>
                    <a:pt x="2600" y="25"/>
                    <a:pt x="23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4" name="Google Shape;284;p25"/>
          <p:cNvGrpSpPr/>
          <p:nvPr/>
        </p:nvGrpSpPr>
        <p:grpSpPr>
          <a:xfrm flipH="1">
            <a:off x="4122709" y="-152538"/>
            <a:ext cx="2525880" cy="1610799"/>
            <a:chOff x="7239867" y="1514550"/>
            <a:chExt cx="2525880" cy="1610799"/>
          </a:xfrm>
        </p:grpSpPr>
        <p:grpSp>
          <p:nvGrpSpPr>
            <p:cNvPr id="285" name="Google Shape;285;p25"/>
            <p:cNvGrpSpPr/>
            <p:nvPr/>
          </p:nvGrpSpPr>
          <p:grpSpPr>
            <a:xfrm>
              <a:off x="7346663" y="1514550"/>
              <a:ext cx="2419084" cy="1551618"/>
              <a:chOff x="7410211" y="1555307"/>
              <a:chExt cx="2355486" cy="1510826"/>
            </a:xfrm>
          </p:grpSpPr>
          <p:grpSp>
            <p:nvGrpSpPr>
              <p:cNvPr id="286" name="Google Shape;286;p25"/>
              <p:cNvGrpSpPr/>
              <p:nvPr/>
            </p:nvGrpSpPr>
            <p:grpSpPr>
              <a:xfrm>
                <a:off x="7410211" y="1555307"/>
                <a:ext cx="2355486" cy="1510826"/>
                <a:chOff x="761258" y="2062484"/>
                <a:chExt cx="1646502" cy="1056078"/>
              </a:xfrm>
            </p:grpSpPr>
            <p:sp>
              <p:nvSpPr>
                <p:cNvPr id="287" name="Google Shape;287;p25"/>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25"/>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25"/>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25"/>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25"/>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25"/>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3" name="Google Shape;293;p25"/>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25"/>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5" name="Google Shape;295;p25"/>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96" name="Google Shape;296;p25"/>
          <p:cNvGrpSpPr/>
          <p:nvPr/>
        </p:nvGrpSpPr>
        <p:grpSpPr>
          <a:xfrm rot="4034152">
            <a:off x="179338" y="3565500"/>
            <a:ext cx="1391966" cy="1811051"/>
            <a:chOff x="4318023" y="4113296"/>
            <a:chExt cx="716421" cy="932073"/>
          </a:xfrm>
        </p:grpSpPr>
        <p:sp>
          <p:nvSpPr>
            <p:cNvPr id="297" name="Google Shape;297;p25"/>
            <p:cNvSpPr/>
            <p:nvPr/>
          </p:nvSpPr>
          <p:spPr>
            <a:xfrm>
              <a:off x="4842115" y="4245779"/>
              <a:ext cx="192329" cy="205812"/>
            </a:xfrm>
            <a:custGeom>
              <a:avLst/>
              <a:gdLst/>
              <a:ahLst/>
              <a:cxnLst/>
              <a:rect l="l" t="t" r="r" b="b"/>
              <a:pathLst>
                <a:path w="2211" h="2366" extrusionOk="0">
                  <a:moveTo>
                    <a:pt x="1579" y="179"/>
                  </a:moveTo>
                  <a:cubicBezTo>
                    <a:pt x="1798" y="179"/>
                    <a:pt x="1943" y="252"/>
                    <a:pt x="1992" y="422"/>
                  </a:cubicBezTo>
                  <a:cubicBezTo>
                    <a:pt x="2041" y="519"/>
                    <a:pt x="2016" y="616"/>
                    <a:pt x="1968" y="689"/>
                  </a:cubicBezTo>
                  <a:cubicBezTo>
                    <a:pt x="1798" y="908"/>
                    <a:pt x="1239" y="1005"/>
                    <a:pt x="802" y="1005"/>
                  </a:cubicBezTo>
                  <a:lnTo>
                    <a:pt x="777" y="1005"/>
                  </a:lnTo>
                  <a:cubicBezTo>
                    <a:pt x="705" y="1005"/>
                    <a:pt x="680" y="1054"/>
                    <a:pt x="705" y="1127"/>
                  </a:cubicBezTo>
                  <a:cubicBezTo>
                    <a:pt x="802" y="1321"/>
                    <a:pt x="1045" y="1904"/>
                    <a:pt x="826" y="2171"/>
                  </a:cubicBezTo>
                  <a:cubicBezTo>
                    <a:pt x="802" y="2195"/>
                    <a:pt x="777" y="2195"/>
                    <a:pt x="777" y="2195"/>
                  </a:cubicBezTo>
                  <a:cubicBezTo>
                    <a:pt x="632" y="2195"/>
                    <a:pt x="364" y="1782"/>
                    <a:pt x="170" y="1369"/>
                  </a:cubicBezTo>
                  <a:lnTo>
                    <a:pt x="486" y="495"/>
                  </a:lnTo>
                  <a:cubicBezTo>
                    <a:pt x="826" y="325"/>
                    <a:pt x="1190" y="203"/>
                    <a:pt x="1579" y="179"/>
                  </a:cubicBezTo>
                  <a:close/>
                  <a:moveTo>
                    <a:pt x="1663" y="1"/>
                  </a:moveTo>
                  <a:cubicBezTo>
                    <a:pt x="1635" y="1"/>
                    <a:pt x="1607" y="4"/>
                    <a:pt x="1579" y="9"/>
                  </a:cubicBezTo>
                  <a:cubicBezTo>
                    <a:pt x="1142" y="33"/>
                    <a:pt x="753" y="155"/>
                    <a:pt x="389" y="349"/>
                  </a:cubicBezTo>
                  <a:cubicBezTo>
                    <a:pt x="364" y="374"/>
                    <a:pt x="340" y="374"/>
                    <a:pt x="340" y="398"/>
                  </a:cubicBezTo>
                  <a:lnTo>
                    <a:pt x="0" y="1345"/>
                  </a:lnTo>
                  <a:cubicBezTo>
                    <a:pt x="0" y="1345"/>
                    <a:pt x="0" y="1369"/>
                    <a:pt x="0" y="1394"/>
                  </a:cubicBezTo>
                  <a:cubicBezTo>
                    <a:pt x="73" y="1564"/>
                    <a:pt x="437" y="2365"/>
                    <a:pt x="777" y="2365"/>
                  </a:cubicBezTo>
                  <a:cubicBezTo>
                    <a:pt x="850" y="2365"/>
                    <a:pt x="923" y="2341"/>
                    <a:pt x="972" y="2268"/>
                  </a:cubicBezTo>
                  <a:cubicBezTo>
                    <a:pt x="1215" y="1953"/>
                    <a:pt x="1020" y="1394"/>
                    <a:pt x="899" y="1151"/>
                  </a:cubicBezTo>
                  <a:cubicBezTo>
                    <a:pt x="1215" y="1151"/>
                    <a:pt x="1871" y="1102"/>
                    <a:pt x="2089" y="786"/>
                  </a:cubicBezTo>
                  <a:cubicBezTo>
                    <a:pt x="2186" y="665"/>
                    <a:pt x="2211" y="519"/>
                    <a:pt x="2162" y="374"/>
                  </a:cubicBezTo>
                  <a:cubicBezTo>
                    <a:pt x="2076" y="159"/>
                    <a:pt x="1876" y="1"/>
                    <a:pt x="16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25"/>
            <p:cNvSpPr/>
            <p:nvPr/>
          </p:nvSpPr>
          <p:spPr>
            <a:xfrm>
              <a:off x="4730077" y="4175144"/>
              <a:ext cx="156491" cy="223645"/>
            </a:xfrm>
            <a:custGeom>
              <a:avLst/>
              <a:gdLst/>
              <a:ahLst/>
              <a:cxnLst/>
              <a:rect l="l" t="t" r="r" b="b"/>
              <a:pathLst>
                <a:path w="1799" h="2571" extrusionOk="0">
                  <a:moveTo>
                    <a:pt x="649" y="0"/>
                  </a:moveTo>
                  <a:cubicBezTo>
                    <a:pt x="597" y="0"/>
                    <a:pt x="542" y="6"/>
                    <a:pt x="486" y="19"/>
                  </a:cubicBezTo>
                  <a:cubicBezTo>
                    <a:pt x="365" y="44"/>
                    <a:pt x="244" y="141"/>
                    <a:pt x="195" y="262"/>
                  </a:cubicBezTo>
                  <a:cubicBezTo>
                    <a:pt x="98" y="602"/>
                    <a:pt x="511" y="1113"/>
                    <a:pt x="827" y="1501"/>
                  </a:cubicBezTo>
                  <a:cubicBezTo>
                    <a:pt x="632" y="1574"/>
                    <a:pt x="462" y="1671"/>
                    <a:pt x="292" y="1793"/>
                  </a:cubicBezTo>
                  <a:cubicBezTo>
                    <a:pt x="122" y="1890"/>
                    <a:pt x="1" y="2109"/>
                    <a:pt x="49" y="2327"/>
                  </a:cubicBezTo>
                  <a:cubicBezTo>
                    <a:pt x="49" y="2400"/>
                    <a:pt x="122" y="2497"/>
                    <a:pt x="195" y="2522"/>
                  </a:cubicBezTo>
                  <a:cubicBezTo>
                    <a:pt x="268" y="2546"/>
                    <a:pt x="341" y="2570"/>
                    <a:pt x="414" y="2570"/>
                  </a:cubicBezTo>
                  <a:cubicBezTo>
                    <a:pt x="754" y="2522"/>
                    <a:pt x="1094" y="2424"/>
                    <a:pt x="1410" y="2254"/>
                  </a:cubicBezTo>
                  <a:cubicBezTo>
                    <a:pt x="1458" y="2230"/>
                    <a:pt x="1458" y="2181"/>
                    <a:pt x="1434" y="2133"/>
                  </a:cubicBezTo>
                  <a:cubicBezTo>
                    <a:pt x="1434" y="2116"/>
                    <a:pt x="1397" y="2099"/>
                    <a:pt x="1367" y="2099"/>
                  </a:cubicBezTo>
                  <a:cubicBezTo>
                    <a:pt x="1355" y="2099"/>
                    <a:pt x="1344" y="2101"/>
                    <a:pt x="1337" y="2109"/>
                  </a:cubicBezTo>
                  <a:cubicBezTo>
                    <a:pt x="1075" y="2229"/>
                    <a:pt x="664" y="2400"/>
                    <a:pt x="406" y="2400"/>
                  </a:cubicBezTo>
                  <a:cubicBezTo>
                    <a:pt x="352" y="2400"/>
                    <a:pt x="305" y="2393"/>
                    <a:pt x="268" y="2376"/>
                  </a:cubicBezTo>
                  <a:cubicBezTo>
                    <a:pt x="244" y="2352"/>
                    <a:pt x="219" y="2327"/>
                    <a:pt x="195" y="2279"/>
                  </a:cubicBezTo>
                  <a:cubicBezTo>
                    <a:pt x="195" y="2206"/>
                    <a:pt x="219" y="2109"/>
                    <a:pt x="268" y="2036"/>
                  </a:cubicBezTo>
                  <a:cubicBezTo>
                    <a:pt x="462" y="1841"/>
                    <a:pt x="705" y="1696"/>
                    <a:pt x="972" y="1647"/>
                  </a:cubicBezTo>
                  <a:cubicBezTo>
                    <a:pt x="997" y="1647"/>
                    <a:pt x="1021" y="1623"/>
                    <a:pt x="1045" y="1598"/>
                  </a:cubicBezTo>
                  <a:cubicBezTo>
                    <a:pt x="1094" y="1550"/>
                    <a:pt x="1069" y="1526"/>
                    <a:pt x="997" y="1428"/>
                  </a:cubicBezTo>
                  <a:cubicBezTo>
                    <a:pt x="389" y="724"/>
                    <a:pt x="316" y="432"/>
                    <a:pt x="365" y="311"/>
                  </a:cubicBezTo>
                  <a:cubicBezTo>
                    <a:pt x="365" y="287"/>
                    <a:pt x="389" y="214"/>
                    <a:pt x="511" y="190"/>
                  </a:cubicBezTo>
                  <a:cubicBezTo>
                    <a:pt x="554" y="179"/>
                    <a:pt x="596" y="174"/>
                    <a:pt x="636" y="174"/>
                  </a:cubicBezTo>
                  <a:cubicBezTo>
                    <a:pt x="1244" y="174"/>
                    <a:pt x="1628" y="1283"/>
                    <a:pt x="1628" y="1283"/>
                  </a:cubicBezTo>
                  <a:cubicBezTo>
                    <a:pt x="1652" y="1307"/>
                    <a:pt x="1701" y="1331"/>
                    <a:pt x="1725" y="1331"/>
                  </a:cubicBezTo>
                  <a:cubicBezTo>
                    <a:pt x="1774" y="1307"/>
                    <a:pt x="1798" y="1258"/>
                    <a:pt x="1798" y="1210"/>
                  </a:cubicBezTo>
                  <a:cubicBezTo>
                    <a:pt x="1776" y="1165"/>
                    <a:pt x="1373" y="0"/>
                    <a:pt x="6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25"/>
            <p:cNvSpPr/>
            <p:nvPr/>
          </p:nvSpPr>
          <p:spPr>
            <a:xfrm>
              <a:off x="4828807" y="4113296"/>
              <a:ext cx="167625" cy="150227"/>
            </a:xfrm>
            <a:custGeom>
              <a:avLst/>
              <a:gdLst/>
              <a:ahLst/>
              <a:cxnLst/>
              <a:rect l="l" t="t" r="r" b="b"/>
              <a:pathLst>
                <a:path w="1927" h="1727" extrusionOk="0">
                  <a:moveTo>
                    <a:pt x="119" y="1"/>
                  </a:moveTo>
                  <a:cubicBezTo>
                    <a:pt x="57" y="1"/>
                    <a:pt x="1" y="74"/>
                    <a:pt x="56" y="147"/>
                  </a:cubicBezTo>
                  <a:cubicBezTo>
                    <a:pt x="347" y="463"/>
                    <a:pt x="566" y="828"/>
                    <a:pt x="712" y="1241"/>
                  </a:cubicBezTo>
                  <a:cubicBezTo>
                    <a:pt x="663" y="1386"/>
                    <a:pt x="639" y="1532"/>
                    <a:pt x="663" y="1654"/>
                  </a:cubicBezTo>
                  <a:cubicBezTo>
                    <a:pt x="663" y="1702"/>
                    <a:pt x="712" y="1726"/>
                    <a:pt x="736" y="1726"/>
                  </a:cubicBezTo>
                  <a:cubicBezTo>
                    <a:pt x="785" y="1726"/>
                    <a:pt x="809" y="1702"/>
                    <a:pt x="833" y="1678"/>
                  </a:cubicBezTo>
                  <a:cubicBezTo>
                    <a:pt x="882" y="1532"/>
                    <a:pt x="882" y="1411"/>
                    <a:pt x="858" y="1265"/>
                  </a:cubicBezTo>
                  <a:cubicBezTo>
                    <a:pt x="882" y="1241"/>
                    <a:pt x="906" y="1216"/>
                    <a:pt x="906" y="1192"/>
                  </a:cubicBezTo>
                  <a:cubicBezTo>
                    <a:pt x="1149" y="876"/>
                    <a:pt x="1489" y="706"/>
                    <a:pt x="1854" y="658"/>
                  </a:cubicBezTo>
                  <a:cubicBezTo>
                    <a:pt x="1902" y="633"/>
                    <a:pt x="1926" y="609"/>
                    <a:pt x="1926" y="560"/>
                  </a:cubicBezTo>
                  <a:cubicBezTo>
                    <a:pt x="1902" y="512"/>
                    <a:pt x="1854" y="488"/>
                    <a:pt x="1829" y="488"/>
                  </a:cubicBezTo>
                  <a:cubicBezTo>
                    <a:pt x="1441" y="536"/>
                    <a:pt x="1076" y="730"/>
                    <a:pt x="809" y="1046"/>
                  </a:cubicBezTo>
                  <a:cubicBezTo>
                    <a:pt x="663" y="658"/>
                    <a:pt x="445" y="318"/>
                    <a:pt x="177" y="26"/>
                  </a:cubicBezTo>
                  <a:cubicBezTo>
                    <a:pt x="160" y="8"/>
                    <a:pt x="139" y="1"/>
                    <a:pt x="1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25"/>
            <p:cNvSpPr/>
            <p:nvPr/>
          </p:nvSpPr>
          <p:spPr>
            <a:xfrm>
              <a:off x="4318023" y="4482647"/>
              <a:ext cx="515662" cy="562722"/>
            </a:xfrm>
            <a:custGeom>
              <a:avLst/>
              <a:gdLst/>
              <a:ahLst/>
              <a:cxnLst/>
              <a:rect l="l" t="t" r="r" b="b"/>
              <a:pathLst>
                <a:path w="5928" h="6469" extrusionOk="0">
                  <a:moveTo>
                    <a:pt x="5857" y="0"/>
                  </a:moveTo>
                  <a:cubicBezTo>
                    <a:pt x="5849" y="0"/>
                    <a:pt x="5840" y="2"/>
                    <a:pt x="5831" y="7"/>
                  </a:cubicBezTo>
                  <a:cubicBezTo>
                    <a:pt x="5782" y="7"/>
                    <a:pt x="5758" y="31"/>
                    <a:pt x="5758" y="80"/>
                  </a:cubicBezTo>
                  <a:cubicBezTo>
                    <a:pt x="5758" y="250"/>
                    <a:pt x="5734" y="396"/>
                    <a:pt x="5734" y="566"/>
                  </a:cubicBezTo>
                  <a:cubicBezTo>
                    <a:pt x="5709" y="590"/>
                    <a:pt x="5734" y="638"/>
                    <a:pt x="5782" y="638"/>
                  </a:cubicBezTo>
                  <a:lnTo>
                    <a:pt x="5782" y="614"/>
                  </a:lnTo>
                  <a:cubicBezTo>
                    <a:pt x="5791" y="619"/>
                    <a:pt x="5801" y="621"/>
                    <a:pt x="5810" y="621"/>
                  </a:cubicBezTo>
                  <a:cubicBezTo>
                    <a:pt x="5848" y="621"/>
                    <a:pt x="5879" y="585"/>
                    <a:pt x="5879" y="566"/>
                  </a:cubicBezTo>
                  <a:cubicBezTo>
                    <a:pt x="5904" y="396"/>
                    <a:pt x="5928" y="225"/>
                    <a:pt x="5928" y="80"/>
                  </a:cubicBezTo>
                  <a:cubicBezTo>
                    <a:pt x="5928" y="40"/>
                    <a:pt x="5896" y="0"/>
                    <a:pt x="5857" y="0"/>
                  </a:cubicBezTo>
                  <a:close/>
                  <a:moveTo>
                    <a:pt x="5682" y="972"/>
                  </a:moveTo>
                  <a:cubicBezTo>
                    <a:pt x="5644" y="972"/>
                    <a:pt x="5612" y="1007"/>
                    <a:pt x="5612" y="1027"/>
                  </a:cubicBezTo>
                  <a:cubicBezTo>
                    <a:pt x="5564" y="1197"/>
                    <a:pt x="5515" y="1343"/>
                    <a:pt x="5442" y="1489"/>
                  </a:cubicBezTo>
                  <a:cubicBezTo>
                    <a:pt x="5418" y="1513"/>
                    <a:pt x="5442" y="1562"/>
                    <a:pt x="5491" y="1586"/>
                  </a:cubicBezTo>
                  <a:lnTo>
                    <a:pt x="5515" y="1586"/>
                  </a:lnTo>
                  <a:lnTo>
                    <a:pt x="5515" y="1562"/>
                  </a:lnTo>
                  <a:cubicBezTo>
                    <a:pt x="5523" y="1570"/>
                    <a:pt x="5531" y="1572"/>
                    <a:pt x="5539" y="1572"/>
                  </a:cubicBezTo>
                  <a:cubicBezTo>
                    <a:pt x="5555" y="1572"/>
                    <a:pt x="5572" y="1562"/>
                    <a:pt x="5588" y="1562"/>
                  </a:cubicBezTo>
                  <a:cubicBezTo>
                    <a:pt x="5661" y="1392"/>
                    <a:pt x="5734" y="1246"/>
                    <a:pt x="5782" y="1076"/>
                  </a:cubicBezTo>
                  <a:cubicBezTo>
                    <a:pt x="5782" y="1027"/>
                    <a:pt x="5758" y="1003"/>
                    <a:pt x="5709" y="979"/>
                  </a:cubicBezTo>
                  <a:cubicBezTo>
                    <a:pt x="5700" y="974"/>
                    <a:pt x="5691" y="972"/>
                    <a:pt x="5682" y="972"/>
                  </a:cubicBezTo>
                  <a:close/>
                  <a:moveTo>
                    <a:pt x="4303" y="1753"/>
                  </a:moveTo>
                  <a:cubicBezTo>
                    <a:pt x="4217" y="1753"/>
                    <a:pt x="4164" y="1879"/>
                    <a:pt x="4276" y="1902"/>
                  </a:cubicBezTo>
                  <a:cubicBezTo>
                    <a:pt x="4398" y="1975"/>
                    <a:pt x="4543" y="2047"/>
                    <a:pt x="4640" y="2169"/>
                  </a:cubicBezTo>
                  <a:cubicBezTo>
                    <a:pt x="4640" y="2193"/>
                    <a:pt x="4665" y="2193"/>
                    <a:pt x="4689" y="2193"/>
                  </a:cubicBezTo>
                  <a:cubicBezTo>
                    <a:pt x="4713" y="2193"/>
                    <a:pt x="4738" y="2193"/>
                    <a:pt x="4762" y="2169"/>
                  </a:cubicBezTo>
                  <a:cubicBezTo>
                    <a:pt x="4786" y="2145"/>
                    <a:pt x="4786" y="2096"/>
                    <a:pt x="4762" y="2072"/>
                  </a:cubicBezTo>
                  <a:cubicBezTo>
                    <a:pt x="4640" y="1926"/>
                    <a:pt x="4495" y="1829"/>
                    <a:pt x="4325" y="1756"/>
                  </a:cubicBezTo>
                  <a:cubicBezTo>
                    <a:pt x="4317" y="1754"/>
                    <a:pt x="4310" y="1753"/>
                    <a:pt x="4303" y="1753"/>
                  </a:cubicBezTo>
                  <a:close/>
                  <a:moveTo>
                    <a:pt x="3790" y="1732"/>
                  </a:moveTo>
                  <a:cubicBezTo>
                    <a:pt x="3596" y="1780"/>
                    <a:pt x="3474" y="1926"/>
                    <a:pt x="3474" y="2120"/>
                  </a:cubicBezTo>
                  <a:cubicBezTo>
                    <a:pt x="3450" y="2145"/>
                    <a:pt x="3450" y="2169"/>
                    <a:pt x="3474" y="2193"/>
                  </a:cubicBezTo>
                  <a:cubicBezTo>
                    <a:pt x="3474" y="2242"/>
                    <a:pt x="3499" y="2266"/>
                    <a:pt x="3547" y="2266"/>
                  </a:cubicBezTo>
                  <a:lnTo>
                    <a:pt x="3572" y="2266"/>
                  </a:lnTo>
                  <a:cubicBezTo>
                    <a:pt x="3620" y="2242"/>
                    <a:pt x="3644" y="2193"/>
                    <a:pt x="3620" y="2169"/>
                  </a:cubicBezTo>
                  <a:lnTo>
                    <a:pt x="3620" y="2120"/>
                  </a:lnTo>
                  <a:cubicBezTo>
                    <a:pt x="3644" y="1999"/>
                    <a:pt x="3717" y="1926"/>
                    <a:pt x="3839" y="1902"/>
                  </a:cubicBezTo>
                  <a:cubicBezTo>
                    <a:pt x="3887" y="1877"/>
                    <a:pt x="3912" y="1829"/>
                    <a:pt x="3887" y="1780"/>
                  </a:cubicBezTo>
                  <a:cubicBezTo>
                    <a:pt x="3887" y="1756"/>
                    <a:pt x="3839" y="1732"/>
                    <a:pt x="3790" y="1732"/>
                  </a:cubicBezTo>
                  <a:close/>
                  <a:moveTo>
                    <a:pt x="5248" y="1835"/>
                  </a:moveTo>
                  <a:cubicBezTo>
                    <a:pt x="5230" y="1835"/>
                    <a:pt x="5211" y="1841"/>
                    <a:pt x="5199" y="1853"/>
                  </a:cubicBezTo>
                  <a:cubicBezTo>
                    <a:pt x="5078" y="1975"/>
                    <a:pt x="4981" y="2072"/>
                    <a:pt x="4835" y="2169"/>
                  </a:cubicBezTo>
                  <a:cubicBezTo>
                    <a:pt x="4786" y="2169"/>
                    <a:pt x="4786" y="2217"/>
                    <a:pt x="4811" y="2266"/>
                  </a:cubicBezTo>
                  <a:cubicBezTo>
                    <a:pt x="4811" y="2290"/>
                    <a:pt x="4859" y="2315"/>
                    <a:pt x="4883" y="2315"/>
                  </a:cubicBezTo>
                  <a:lnTo>
                    <a:pt x="4883" y="2290"/>
                  </a:lnTo>
                  <a:cubicBezTo>
                    <a:pt x="4883" y="2290"/>
                    <a:pt x="4908" y="2290"/>
                    <a:pt x="4908" y="2315"/>
                  </a:cubicBezTo>
                  <a:cubicBezTo>
                    <a:pt x="5053" y="2217"/>
                    <a:pt x="5199" y="2096"/>
                    <a:pt x="5296" y="1975"/>
                  </a:cubicBezTo>
                  <a:cubicBezTo>
                    <a:pt x="5345" y="1926"/>
                    <a:pt x="5345" y="1877"/>
                    <a:pt x="5296" y="1853"/>
                  </a:cubicBezTo>
                  <a:cubicBezTo>
                    <a:pt x="5284" y="1841"/>
                    <a:pt x="5266" y="1835"/>
                    <a:pt x="5248" y="1835"/>
                  </a:cubicBezTo>
                  <a:close/>
                  <a:moveTo>
                    <a:pt x="4416" y="2312"/>
                  </a:moveTo>
                  <a:cubicBezTo>
                    <a:pt x="4410" y="2312"/>
                    <a:pt x="4404" y="2313"/>
                    <a:pt x="4398" y="2315"/>
                  </a:cubicBezTo>
                  <a:cubicBezTo>
                    <a:pt x="4276" y="2339"/>
                    <a:pt x="4179" y="2363"/>
                    <a:pt x="4057" y="2363"/>
                  </a:cubicBezTo>
                  <a:lnTo>
                    <a:pt x="3936" y="2363"/>
                  </a:lnTo>
                  <a:cubicBezTo>
                    <a:pt x="3930" y="2362"/>
                    <a:pt x="3925" y="2361"/>
                    <a:pt x="3920" y="2361"/>
                  </a:cubicBezTo>
                  <a:cubicBezTo>
                    <a:pt x="3836" y="2361"/>
                    <a:pt x="3820" y="2533"/>
                    <a:pt x="3912" y="2533"/>
                  </a:cubicBezTo>
                  <a:lnTo>
                    <a:pt x="4057" y="2533"/>
                  </a:lnTo>
                  <a:lnTo>
                    <a:pt x="4057" y="2509"/>
                  </a:lnTo>
                  <a:cubicBezTo>
                    <a:pt x="4179" y="2509"/>
                    <a:pt x="4300" y="2509"/>
                    <a:pt x="4422" y="2485"/>
                  </a:cubicBezTo>
                  <a:cubicBezTo>
                    <a:pt x="4535" y="2462"/>
                    <a:pt x="4500" y="2312"/>
                    <a:pt x="4416" y="2312"/>
                  </a:cubicBezTo>
                  <a:close/>
                  <a:moveTo>
                    <a:pt x="4946" y="2451"/>
                  </a:moveTo>
                  <a:cubicBezTo>
                    <a:pt x="4934" y="2451"/>
                    <a:pt x="4921" y="2454"/>
                    <a:pt x="4908" y="2460"/>
                  </a:cubicBezTo>
                  <a:cubicBezTo>
                    <a:pt x="4859" y="2485"/>
                    <a:pt x="4859" y="2533"/>
                    <a:pt x="4859" y="2582"/>
                  </a:cubicBezTo>
                  <a:cubicBezTo>
                    <a:pt x="4932" y="2728"/>
                    <a:pt x="4956" y="2873"/>
                    <a:pt x="4981" y="3019"/>
                  </a:cubicBezTo>
                  <a:cubicBezTo>
                    <a:pt x="4981" y="3068"/>
                    <a:pt x="5029" y="3092"/>
                    <a:pt x="5078" y="3092"/>
                  </a:cubicBezTo>
                  <a:cubicBezTo>
                    <a:pt x="5126" y="3092"/>
                    <a:pt x="5151" y="3043"/>
                    <a:pt x="5151" y="3019"/>
                  </a:cubicBezTo>
                  <a:cubicBezTo>
                    <a:pt x="5126" y="2825"/>
                    <a:pt x="5078" y="2679"/>
                    <a:pt x="5029" y="2509"/>
                  </a:cubicBezTo>
                  <a:cubicBezTo>
                    <a:pt x="5011" y="2473"/>
                    <a:pt x="4981" y="2451"/>
                    <a:pt x="4946" y="2451"/>
                  </a:cubicBezTo>
                  <a:close/>
                  <a:moveTo>
                    <a:pt x="5078" y="3432"/>
                  </a:moveTo>
                  <a:cubicBezTo>
                    <a:pt x="5029" y="3432"/>
                    <a:pt x="5005" y="3456"/>
                    <a:pt x="4981" y="3505"/>
                  </a:cubicBezTo>
                  <a:cubicBezTo>
                    <a:pt x="4956" y="3651"/>
                    <a:pt x="4932" y="3821"/>
                    <a:pt x="4883" y="3966"/>
                  </a:cubicBezTo>
                  <a:cubicBezTo>
                    <a:pt x="4859" y="3991"/>
                    <a:pt x="4883" y="4039"/>
                    <a:pt x="4908" y="4064"/>
                  </a:cubicBezTo>
                  <a:lnTo>
                    <a:pt x="4956" y="4064"/>
                  </a:lnTo>
                  <a:cubicBezTo>
                    <a:pt x="4981" y="4064"/>
                    <a:pt x="5005" y="4039"/>
                    <a:pt x="5029" y="4015"/>
                  </a:cubicBezTo>
                  <a:cubicBezTo>
                    <a:pt x="5078" y="3869"/>
                    <a:pt x="5126" y="3699"/>
                    <a:pt x="5151" y="3529"/>
                  </a:cubicBezTo>
                  <a:cubicBezTo>
                    <a:pt x="5151" y="3481"/>
                    <a:pt x="5126" y="3432"/>
                    <a:pt x="5078" y="3432"/>
                  </a:cubicBezTo>
                  <a:close/>
                  <a:moveTo>
                    <a:pt x="4703" y="4339"/>
                  </a:moveTo>
                  <a:cubicBezTo>
                    <a:pt x="4677" y="4339"/>
                    <a:pt x="4655" y="4351"/>
                    <a:pt x="4640" y="4379"/>
                  </a:cubicBezTo>
                  <a:cubicBezTo>
                    <a:pt x="4543" y="4501"/>
                    <a:pt x="4422" y="4622"/>
                    <a:pt x="4325" y="4720"/>
                  </a:cubicBezTo>
                  <a:cubicBezTo>
                    <a:pt x="4276" y="4744"/>
                    <a:pt x="4276" y="4792"/>
                    <a:pt x="4325" y="4841"/>
                  </a:cubicBezTo>
                  <a:cubicBezTo>
                    <a:pt x="4325" y="4841"/>
                    <a:pt x="4349" y="4865"/>
                    <a:pt x="4373" y="4865"/>
                  </a:cubicBezTo>
                  <a:lnTo>
                    <a:pt x="4373" y="4841"/>
                  </a:lnTo>
                  <a:lnTo>
                    <a:pt x="4422" y="4841"/>
                  </a:lnTo>
                  <a:cubicBezTo>
                    <a:pt x="4543" y="4720"/>
                    <a:pt x="4665" y="4598"/>
                    <a:pt x="4762" y="4477"/>
                  </a:cubicBezTo>
                  <a:cubicBezTo>
                    <a:pt x="4786" y="4428"/>
                    <a:pt x="4786" y="4379"/>
                    <a:pt x="4762" y="4355"/>
                  </a:cubicBezTo>
                  <a:cubicBezTo>
                    <a:pt x="4742" y="4345"/>
                    <a:pt x="4722" y="4339"/>
                    <a:pt x="4703" y="4339"/>
                  </a:cubicBezTo>
                  <a:close/>
                  <a:moveTo>
                    <a:pt x="3975" y="4971"/>
                  </a:moveTo>
                  <a:cubicBezTo>
                    <a:pt x="3960" y="4971"/>
                    <a:pt x="3946" y="4977"/>
                    <a:pt x="3936" y="4987"/>
                  </a:cubicBezTo>
                  <a:cubicBezTo>
                    <a:pt x="3790" y="5060"/>
                    <a:pt x="3644" y="5108"/>
                    <a:pt x="3474" y="5133"/>
                  </a:cubicBezTo>
                  <a:cubicBezTo>
                    <a:pt x="3450" y="5157"/>
                    <a:pt x="3402" y="5205"/>
                    <a:pt x="3426" y="5254"/>
                  </a:cubicBezTo>
                  <a:cubicBezTo>
                    <a:pt x="3426" y="5278"/>
                    <a:pt x="3474" y="5303"/>
                    <a:pt x="3499" y="5303"/>
                  </a:cubicBezTo>
                  <a:lnTo>
                    <a:pt x="3523" y="5303"/>
                  </a:lnTo>
                  <a:cubicBezTo>
                    <a:pt x="3693" y="5254"/>
                    <a:pt x="3839" y="5205"/>
                    <a:pt x="4009" y="5133"/>
                  </a:cubicBezTo>
                  <a:cubicBezTo>
                    <a:pt x="4033" y="5108"/>
                    <a:pt x="4057" y="5060"/>
                    <a:pt x="4033" y="5011"/>
                  </a:cubicBezTo>
                  <a:cubicBezTo>
                    <a:pt x="4019" y="4983"/>
                    <a:pt x="3996" y="4971"/>
                    <a:pt x="3975" y="4971"/>
                  </a:cubicBezTo>
                  <a:close/>
                  <a:moveTo>
                    <a:pt x="1531" y="5205"/>
                  </a:moveTo>
                  <a:cubicBezTo>
                    <a:pt x="1434" y="5205"/>
                    <a:pt x="1434" y="5375"/>
                    <a:pt x="1531" y="5375"/>
                  </a:cubicBezTo>
                  <a:lnTo>
                    <a:pt x="2041" y="5375"/>
                  </a:lnTo>
                  <a:cubicBezTo>
                    <a:pt x="2065" y="5375"/>
                    <a:pt x="2114" y="5327"/>
                    <a:pt x="2114" y="5303"/>
                  </a:cubicBezTo>
                  <a:cubicBezTo>
                    <a:pt x="2114" y="5254"/>
                    <a:pt x="2090" y="5205"/>
                    <a:pt x="2041" y="5205"/>
                  </a:cubicBezTo>
                  <a:close/>
                  <a:moveTo>
                    <a:pt x="2527" y="5205"/>
                  </a:moveTo>
                  <a:cubicBezTo>
                    <a:pt x="2478" y="5205"/>
                    <a:pt x="2454" y="5254"/>
                    <a:pt x="2454" y="5278"/>
                  </a:cubicBezTo>
                  <a:cubicBezTo>
                    <a:pt x="2430" y="5327"/>
                    <a:pt x="2478" y="5375"/>
                    <a:pt x="2527" y="5375"/>
                  </a:cubicBezTo>
                  <a:lnTo>
                    <a:pt x="3013" y="5375"/>
                  </a:lnTo>
                  <a:cubicBezTo>
                    <a:pt x="3061" y="5375"/>
                    <a:pt x="3110" y="5327"/>
                    <a:pt x="3110" y="5278"/>
                  </a:cubicBezTo>
                  <a:cubicBezTo>
                    <a:pt x="3086" y="5230"/>
                    <a:pt x="3061" y="5205"/>
                    <a:pt x="3013" y="5205"/>
                  </a:cubicBezTo>
                  <a:close/>
                  <a:moveTo>
                    <a:pt x="1044" y="5270"/>
                  </a:moveTo>
                  <a:cubicBezTo>
                    <a:pt x="1037" y="5270"/>
                    <a:pt x="1029" y="5273"/>
                    <a:pt x="1021" y="5278"/>
                  </a:cubicBezTo>
                  <a:cubicBezTo>
                    <a:pt x="851" y="5327"/>
                    <a:pt x="681" y="5400"/>
                    <a:pt x="559" y="5497"/>
                  </a:cubicBezTo>
                  <a:cubicBezTo>
                    <a:pt x="511" y="5545"/>
                    <a:pt x="511" y="5594"/>
                    <a:pt x="559" y="5618"/>
                  </a:cubicBezTo>
                  <a:cubicBezTo>
                    <a:pt x="559" y="5643"/>
                    <a:pt x="584" y="5643"/>
                    <a:pt x="608" y="5667"/>
                  </a:cubicBezTo>
                  <a:cubicBezTo>
                    <a:pt x="632" y="5643"/>
                    <a:pt x="632" y="5643"/>
                    <a:pt x="657" y="5643"/>
                  </a:cubicBezTo>
                  <a:cubicBezTo>
                    <a:pt x="778" y="5545"/>
                    <a:pt x="899" y="5473"/>
                    <a:pt x="1069" y="5424"/>
                  </a:cubicBezTo>
                  <a:cubicBezTo>
                    <a:pt x="1134" y="5424"/>
                    <a:pt x="1103" y="5270"/>
                    <a:pt x="1044" y="5270"/>
                  </a:cubicBezTo>
                  <a:close/>
                  <a:moveTo>
                    <a:pt x="295" y="5864"/>
                  </a:moveTo>
                  <a:cubicBezTo>
                    <a:pt x="265" y="5864"/>
                    <a:pt x="235" y="5877"/>
                    <a:pt x="219" y="5910"/>
                  </a:cubicBezTo>
                  <a:cubicBezTo>
                    <a:pt x="122" y="6056"/>
                    <a:pt x="74" y="6201"/>
                    <a:pt x="25" y="6371"/>
                  </a:cubicBezTo>
                  <a:cubicBezTo>
                    <a:pt x="1" y="6420"/>
                    <a:pt x="25" y="6469"/>
                    <a:pt x="74" y="6469"/>
                  </a:cubicBezTo>
                  <a:lnTo>
                    <a:pt x="98" y="6469"/>
                  </a:lnTo>
                  <a:cubicBezTo>
                    <a:pt x="122" y="6469"/>
                    <a:pt x="146" y="6444"/>
                    <a:pt x="171" y="6420"/>
                  </a:cubicBezTo>
                  <a:cubicBezTo>
                    <a:pt x="219" y="6274"/>
                    <a:pt x="292" y="6129"/>
                    <a:pt x="365" y="5983"/>
                  </a:cubicBezTo>
                  <a:cubicBezTo>
                    <a:pt x="414" y="5918"/>
                    <a:pt x="354" y="5864"/>
                    <a:pt x="295" y="586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4">
  <p:cSld name="CUSTOM_54_1_1_1">
    <p:bg>
      <p:bgPr>
        <a:blipFill>
          <a:blip r:embed="rId2">
            <a:alphaModFix/>
          </a:blip>
          <a:stretch>
            <a:fillRect/>
          </a:stretch>
        </a:blipFill>
        <a:effectLst/>
      </p:bgPr>
    </p:bg>
    <p:spTree>
      <p:nvGrpSpPr>
        <p:cNvPr id="1" name="Shape 301"/>
        <p:cNvGrpSpPr/>
        <p:nvPr/>
      </p:nvGrpSpPr>
      <p:grpSpPr>
        <a:xfrm>
          <a:off x="0" y="0"/>
          <a:ext cx="0" cy="0"/>
          <a:chOff x="0" y="0"/>
          <a:chExt cx="0" cy="0"/>
        </a:xfrm>
      </p:grpSpPr>
      <p:sp>
        <p:nvSpPr>
          <p:cNvPr id="302" name="Google Shape;302;p26"/>
          <p:cNvSpPr txBox="1">
            <a:spLocks noGrp="1"/>
          </p:cNvSpPr>
          <p:nvPr>
            <p:ph type="ctrTitle"/>
          </p:nvPr>
        </p:nvSpPr>
        <p:spPr>
          <a:xfrm>
            <a:off x="5417763" y="750775"/>
            <a:ext cx="2624100" cy="67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200"/>
              <a:buNone/>
              <a:defRPr/>
            </a:lvl1pPr>
            <a:lvl2pPr lvl="1" algn="ctr">
              <a:lnSpc>
                <a:spcPct val="100000"/>
              </a:lnSpc>
              <a:spcBef>
                <a:spcPts val="0"/>
              </a:spcBef>
              <a:spcAft>
                <a:spcPts val="0"/>
              </a:spcAft>
              <a:buClr>
                <a:srgbClr val="000000"/>
              </a:buClr>
              <a:buSzPts val="1200"/>
              <a:buNone/>
              <a:defRPr sz="1200">
                <a:solidFill>
                  <a:srgbClr val="000000"/>
                </a:solidFill>
              </a:defRPr>
            </a:lvl2pPr>
            <a:lvl3pPr lvl="2" algn="ctr">
              <a:lnSpc>
                <a:spcPct val="100000"/>
              </a:lnSpc>
              <a:spcBef>
                <a:spcPts val="0"/>
              </a:spcBef>
              <a:spcAft>
                <a:spcPts val="0"/>
              </a:spcAft>
              <a:buClr>
                <a:srgbClr val="000000"/>
              </a:buClr>
              <a:buSzPts val="1200"/>
              <a:buNone/>
              <a:defRPr sz="1200">
                <a:solidFill>
                  <a:srgbClr val="000000"/>
                </a:solidFill>
              </a:defRPr>
            </a:lvl3pPr>
            <a:lvl4pPr lvl="3" algn="ctr">
              <a:lnSpc>
                <a:spcPct val="100000"/>
              </a:lnSpc>
              <a:spcBef>
                <a:spcPts val="0"/>
              </a:spcBef>
              <a:spcAft>
                <a:spcPts val="0"/>
              </a:spcAft>
              <a:buClr>
                <a:srgbClr val="000000"/>
              </a:buClr>
              <a:buSzPts val="1200"/>
              <a:buNone/>
              <a:defRPr sz="1200">
                <a:solidFill>
                  <a:srgbClr val="000000"/>
                </a:solidFill>
              </a:defRPr>
            </a:lvl4pPr>
            <a:lvl5pPr lvl="4" algn="ctr">
              <a:lnSpc>
                <a:spcPct val="100000"/>
              </a:lnSpc>
              <a:spcBef>
                <a:spcPts val="0"/>
              </a:spcBef>
              <a:spcAft>
                <a:spcPts val="0"/>
              </a:spcAft>
              <a:buClr>
                <a:srgbClr val="000000"/>
              </a:buClr>
              <a:buSzPts val="1200"/>
              <a:buNone/>
              <a:defRPr sz="1200">
                <a:solidFill>
                  <a:srgbClr val="000000"/>
                </a:solidFill>
              </a:defRPr>
            </a:lvl5pPr>
            <a:lvl6pPr lvl="5" algn="ctr">
              <a:lnSpc>
                <a:spcPct val="100000"/>
              </a:lnSpc>
              <a:spcBef>
                <a:spcPts val="0"/>
              </a:spcBef>
              <a:spcAft>
                <a:spcPts val="0"/>
              </a:spcAft>
              <a:buClr>
                <a:srgbClr val="000000"/>
              </a:buClr>
              <a:buSzPts val="1200"/>
              <a:buNone/>
              <a:defRPr sz="1200">
                <a:solidFill>
                  <a:srgbClr val="000000"/>
                </a:solidFill>
              </a:defRPr>
            </a:lvl6pPr>
            <a:lvl7pPr lvl="6" algn="ctr">
              <a:lnSpc>
                <a:spcPct val="100000"/>
              </a:lnSpc>
              <a:spcBef>
                <a:spcPts val="0"/>
              </a:spcBef>
              <a:spcAft>
                <a:spcPts val="0"/>
              </a:spcAft>
              <a:buClr>
                <a:srgbClr val="000000"/>
              </a:buClr>
              <a:buSzPts val="1200"/>
              <a:buNone/>
              <a:defRPr sz="1200">
                <a:solidFill>
                  <a:srgbClr val="000000"/>
                </a:solidFill>
              </a:defRPr>
            </a:lvl7pPr>
            <a:lvl8pPr lvl="7" algn="ctr">
              <a:lnSpc>
                <a:spcPct val="100000"/>
              </a:lnSpc>
              <a:spcBef>
                <a:spcPts val="0"/>
              </a:spcBef>
              <a:spcAft>
                <a:spcPts val="0"/>
              </a:spcAft>
              <a:buClr>
                <a:srgbClr val="000000"/>
              </a:buClr>
              <a:buSzPts val="1200"/>
              <a:buNone/>
              <a:defRPr sz="1200">
                <a:solidFill>
                  <a:srgbClr val="000000"/>
                </a:solidFill>
              </a:defRPr>
            </a:lvl8pPr>
            <a:lvl9pPr lvl="8" algn="ctr">
              <a:lnSpc>
                <a:spcPct val="100000"/>
              </a:lnSpc>
              <a:spcBef>
                <a:spcPts val="0"/>
              </a:spcBef>
              <a:spcAft>
                <a:spcPts val="0"/>
              </a:spcAft>
              <a:buClr>
                <a:srgbClr val="000000"/>
              </a:buClr>
              <a:buSzPts val="1200"/>
              <a:buNone/>
              <a:defRPr sz="1200">
                <a:solidFill>
                  <a:srgbClr val="000000"/>
                </a:solidFill>
              </a:defRPr>
            </a:lvl9pPr>
          </a:lstStyle>
          <a:p>
            <a:endParaRPr/>
          </a:p>
        </p:txBody>
      </p:sp>
      <p:sp>
        <p:nvSpPr>
          <p:cNvPr id="303" name="Google Shape;303;p26"/>
          <p:cNvSpPr txBox="1">
            <a:spLocks noGrp="1"/>
          </p:cNvSpPr>
          <p:nvPr>
            <p:ph type="subTitle" idx="1"/>
          </p:nvPr>
        </p:nvSpPr>
        <p:spPr>
          <a:xfrm>
            <a:off x="5417775" y="1435425"/>
            <a:ext cx="2624100" cy="534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Font typeface="Arial"/>
              <a:buNone/>
              <a:defRPr sz="1400">
                <a:solidFill>
                  <a:schemeClr val="dk1"/>
                </a:solidFill>
                <a:latin typeface="Arial"/>
                <a:ea typeface="Arial"/>
                <a:cs typeface="Arial"/>
                <a:sym typeface="Arial"/>
              </a:defRPr>
            </a:lvl1pPr>
            <a:lvl2pPr lvl="1"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2pPr>
            <a:lvl3pPr lvl="2"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3pPr>
            <a:lvl4pPr lvl="3"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4pPr>
            <a:lvl5pPr lvl="4"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5pPr>
            <a:lvl6pPr lvl="5"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6pPr>
            <a:lvl7pPr lvl="6"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7pPr>
            <a:lvl8pPr lvl="7"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8pPr>
            <a:lvl9pPr lvl="8"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9pPr>
          </a:lstStyle>
          <a:p>
            <a:endParaRPr/>
          </a:p>
        </p:txBody>
      </p:sp>
      <p:sp>
        <p:nvSpPr>
          <p:cNvPr id="304" name="Google Shape;304;p26"/>
          <p:cNvSpPr txBox="1">
            <a:spLocks noGrp="1"/>
          </p:cNvSpPr>
          <p:nvPr>
            <p:ph type="title" idx="2"/>
          </p:nvPr>
        </p:nvSpPr>
        <p:spPr>
          <a:xfrm>
            <a:off x="3486938" y="583625"/>
            <a:ext cx="2154000" cy="1541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4800"/>
              <a:buNone/>
              <a:defRPr sz="10000"/>
            </a:lvl1pPr>
            <a:lvl2pPr lvl="1"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2pPr>
            <a:lvl3pPr lvl="2"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3pPr>
            <a:lvl4pPr lvl="3"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4pPr>
            <a:lvl5pPr lvl="4"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5pPr>
            <a:lvl6pPr lvl="5"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6pPr>
            <a:lvl7pPr lvl="6"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7pPr>
            <a:lvl8pPr lvl="7"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8pPr>
            <a:lvl9pPr lvl="8"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9pPr>
          </a:lstStyle>
          <a:p>
            <a:endParaRPr/>
          </a:p>
        </p:txBody>
      </p:sp>
      <p:grpSp>
        <p:nvGrpSpPr>
          <p:cNvPr id="305" name="Google Shape;305;p26"/>
          <p:cNvGrpSpPr/>
          <p:nvPr/>
        </p:nvGrpSpPr>
        <p:grpSpPr>
          <a:xfrm>
            <a:off x="200426" y="2455157"/>
            <a:ext cx="2037701" cy="1610804"/>
            <a:chOff x="855987" y="2204128"/>
            <a:chExt cx="1217483" cy="962421"/>
          </a:xfrm>
        </p:grpSpPr>
        <p:grpSp>
          <p:nvGrpSpPr>
            <p:cNvPr id="306" name="Google Shape;306;p26"/>
            <p:cNvGrpSpPr/>
            <p:nvPr/>
          </p:nvGrpSpPr>
          <p:grpSpPr>
            <a:xfrm>
              <a:off x="855987" y="2204128"/>
              <a:ext cx="1146638" cy="962421"/>
              <a:chOff x="958238" y="2157575"/>
              <a:chExt cx="1115190" cy="936025"/>
            </a:xfrm>
          </p:grpSpPr>
          <p:sp>
            <p:nvSpPr>
              <p:cNvPr id="307" name="Google Shape;307;p26"/>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26"/>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26"/>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26"/>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26"/>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26"/>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3" name="Google Shape;313;p26"/>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4" name="Google Shape;314;p26"/>
          <p:cNvGrpSpPr/>
          <p:nvPr/>
        </p:nvGrpSpPr>
        <p:grpSpPr>
          <a:xfrm>
            <a:off x="7904655" y="1601462"/>
            <a:ext cx="2525880" cy="1610799"/>
            <a:chOff x="7239867" y="1514550"/>
            <a:chExt cx="2525880" cy="1610799"/>
          </a:xfrm>
        </p:grpSpPr>
        <p:grpSp>
          <p:nvGrpSpPr>
            <p:cNvPr id="315" name="Google Shape;315;p26"/>
            <p:cNvGrpSpPr/>
            <p:nvPr/>
          </p:nvGrpSpPr>
          <p:grpSpPr>
            <a:xfrm>
              <a:off x="7346663" y="1514550"/>
              <a:ext cx="2419084" cy="1551618"/>
              <a:chOff x="7410211" y="1555307"/>
              <a:chExt cx="2355486" cy="1510826"/>
            </a:xfrm>
          </p:grpSpPr>
          <p:grpSp>
            <p:nvGrpSpPr>
              <p:cNvPr id="316" name="Google Shape;316;p26"/>
              <p:cNvGrpSpPr/>
              <p:nvPr/>
            </p:nvGrpSpPr>
            <p:grpSpPr>
              <a:xfrm>
                <a:off x="7410211" y="1555307"/>
                <a:ext cx="2355486" cy="1510826"/>
                <a:chOff x="761258" y="2062484"/>
                <a:chExt cx="1646502" cy="1056078"/>
              </a:xfrm>
            </p:grpSpPr>
            <p:sp>
              <p:nvSpPr>
                <p:cNvPr id="317" name="Google Shape;317;p26"/>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26"/>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26"/>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26"/>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26"/>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26"/>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3" name="Google Shape;323;p26"/>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26"/>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5" name="Google Shape;325;p26"/>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6" name="Google Shape;326;p26"/>
          <p:cNvGrpSpPr/>
          <p:nvPr/>
        </p:nvGrpSpPr>
        <p:grpSpPr>
          <a:xfrm rot="-1272558" flipH="1">
            <a:off x="7559393" y="3262088"/>
            <a:ext cx="1415633" cy="2385312"/>
            <a:chOff x="-653265" y="1899986"/>
            <a:chExt cx="171302" cy="288619"/>
          </a:xfrm>
        </p:grpSpPr>
        <p:sp>
          <p:nvSpPr>
            <p:cNvPr id="327" name="Google Shape;327;p26"/>
            <p:cNvSpPr/>
            <p:nvPr/>
          </p:nvSpPr>
          <p:spPr>
            <a:xfrm>
              <a:off x="-527106" y="1913930"/>
              <a:ext cx="45143" cy="47052"/>
            </a:xfrm>
            <a:custGeom>
              <a:avLst/>
              <a:gdLst/>
              <a:ahLst/>
              <a:cxnLst/>
              <a:rect l="l" t="t" r="r" b="b"/>
              <a:pathLst>
                <a:path w="1159" h="1208" extrusionOk="0">
                  <a:moveTo>
                    <a:pt x="626" y="1"/>
                  </a:moveTo>
                  <a:cubicBezTo>
                    <a:pt x="368" y="1"/>
                    <a:pt x="163" y="396"/>
                    <a:pt x="163" y="396"/>
                  </a:cubicBezTo>
                  <a:cubicBezTo>
                    <a:pt x="0" y="997"/>
                    <a:pt x="317" y="1207"/>
                    <a:pt x="551" y="1207"/>
                  </a:cubicBezTo>
                  <a:cubicBezTo>
                    <a:pt x="666" y="1207"/>
                    <a:pt x="762" y="1156"/>
                    <a:pt x="770" y="1076"/>
                  </a:cubicBezTo>
                  <a:cubicBezTo>
                    <a:pt x="794" y="833"/>
                    <a:pt x="479" y="736"/>
                    <a:pt x="479" y="736"/>
                  </a:cubicBezTo>
                  <a:cubicBezTo>
                    <a:pt x="479" y="736"/>
                    <a:pt x="1159" y="396"/>
                    <a:pt x="819" y="80"/>
                  </a:cubicBezTo>
                  <a:cubicBezTo>
                    <a:pt x="753" y="23"/>
                    <a:pt x="688" y="1"/>
                    <a:pt x="62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26"/>
            <p:cNvSpPr/>
            <p:nvPr/>
          </p:nvSpPr>
          <p:spPr>
            <a:xfrm>
              <a:off x="-564303" y="1911944"/>
              <a:ext cx="42728" cy="46273"/>
            </a:xfrm>
            <a:custGeom>
              <a:avLst/>
              <a:gdLst/>
              <a:ahLst/>
              <a:cxnLst/>
              <a:rect l="l" t="t" r="r" b="b"/>
              <a:pathLst>
                <a:path w="1097" h="1188" extrusionOk="0">
                  <a:moveTo>
                    <a:pt x="548" y="1"/>
                  </a:moveTo>
                  <a:cubicBezTo>
                    <a:pt x="491" y="1"/>
                    <a:pt x="429" y="17"/>
                    <a:pt x="365" y="58"/>
                  </a:cubicBezTo>
                  <a:cubicBezTo>
                    <a:pt x="0" y="301"/>
                    <a:pt x="680" y="738"/>
                    <a:pt x="680" y="738"/>
                  </a:cubicBezTo>
                  <a:cubicBezTo>
                    <a:pt x="680" y="738"/>
                    <a:pt x="340" y="811"/>
                    <a:pt x="340" y="1030"/>
                  </a:cubicBezTo>
                  <a:cubicBezTo>
                    <a:pt x="349" y="1120"/>
                    <a:pt x="464" y="1188"/>
                    <a:pt x="597" y="1188"/>
                  </a:cubicBezTo>
                  <a:cubicBezTo>
                    <a:pt x="821" y="1188"/>
                    <a:pt x="1097" y="1000"/>
                    <a:pt x="1021" y="422"/>
                  </a:cubicBezTo>
                  <a:cubicBezTo>
                    <a:pt x="1021" y="422"/>
                    <a:pt x="835" y="1"/>
                    <a:pt x="54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26"/>
            <p:cNvSpPr/>
            <p:nvPr/>
          </p:nvSpPr>
          <p:spPr>
            <a:xfrm>
              <a:off x="-525509" y="1900921"/>
              <a:ext cx="20838" cy="20877"/>
            </a:xfrm>
            <a:custGeom>
              <a:avLst/>
              <a:gdLst/>
              <a:ahLst/>
              <a:cxnLst/>
              <a:rect l="l" t="t" r="r" b="b"/>
              <a:pathLst>
                <a:path w="535" h="536" extrusionOk="0">
                  <a:moveTo>
                    <a:pt x="462" y="1"/>
                  </a:moveTo>
                  <a:cubicBezTo>
                    <a:pt x="292" y="25"/>
                    <a:pt x="0" y="195"/>
                    <a:pt x="49" y="487"/>
                  </a:cubicBezTo>
                  <a:cubicBezTo>
                    <a:pt x="49" y="511"/>
                    <a:pt x="73" y="535"/>
                    <a:pt x="97" y="535"/>
                  </a:cubicBezTo>
                  <a:lnTo>
                    <a:pt x="122" y="535"/>
                  </a:lnTo>
                  <a:cubicBezTo>
                    <a:pt x="146" y="535"/>
                    <a:pt x="146" y="511"/>
                    <a:pt x="146" y="487"/>
                  </a:cubicBezTo>
                  <a:cubicBezTo>
                    <a:pt x="97" y="171"/>
                    <a:pt x="462" y="98"/>
                    <a:pt x="486" y="98"/>
                  </a:cubicBezTo>
                  <a:cubicBezTo>
                    <a:pt x="510" y="74"/>
                    <a:pt x="535" y="49"/>
                    <a:pt x="510" y="25"/>
                  </a:cubicBezTo>
                  <a:cubicBezTo>
                    <a:pt x="510" y="1"/>
                    <a:pt x="486" y="1"/>
                    <a:pt x="4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26"/>
            <p:cNvSpPr/>
            <p:nvPr/>
          </p:nvSpPr>
          <p:spPr>
            <a:xfrm>
              <a:off x="-540660" y="1899986"/>
              <a:ext cx="17060" cy="20838"/>
            </a:xfrm>
            <a:custGeom>
              <a:avLst/>
              <a:gdLst/>
              <a:ahLst/>
              <a:cxnLst/>
              <a:rect l="l" t="t" r="r" b="b"/>
              <a:pathLst>
                <a:path w="438" h="535" extrusionOk="0">
                  <a:moveTo>
                    <a:pt x="49" y="1"/>
                  </a:moveTo>
                  <a:cubicBezTo>
                    <a:pt x="1" y="1"/>
                    <a:pt x="1" y="25"/>
                    <a:pt x="1" y="49"/>
                  </a:cubicBezTo>
                  <a:cubicBezTo>
                    <a:pt x="1" y="98"/>
                    <a:pt x="25" y="98"/>
                    <a:pt x="49" y="98"/>
                  </a:cubicBezTo>
                  <a:cubicBezTo>
                    <a:pt x="98" y="98"/>
                    <a:pt x="146" y="122"/>
                    <a:pt x="195" y="146"/>
                  </a:cubicBezTo>
                  <a:cubicBezTo>
                    <a:pt x="292" y="243"/>
                    <a:pt x="341" y="365"/>
                    <a:pt x="341" y="511"/>
                  </a:cubicBezTo>
                  <a:cubicBezTo>
                    <a:pt x="341" y="535"/>
                    <a:pt x="365" y="535"/>
                    <a:pt x="389" y="535"/>
                  </a:cubicBezTo>
                  <a:cubicBezTo>
                    <a:pt x="414" y="535"/>
                    <a:pt x="438" y="511"/>
                    <a:pt x="438" y="486"/>
                  </a:cubicBezTo>
                  <a:cubicBezTo>
                    <a:pt x="438" y="341"/>
                    <a:pt x="365" y="171"/>
                    <a:pt x="243" y="73"/>
                  </a:cubicBezTo>
                  <a:cubicBezTo>
                    <a:pt x="195" y="25"/>
                    <a:pt x="122" y="1"/>
                    <a:pt x="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26"/>
            <p:cNvSpPr/>
            <p:nvPr/>
          </p:nvSpPr>
          <p:spPr>
            <a:xfrm>
              <a:off x="-653265" y="1974731"/>
              <a:ext cx="137260" cy="213874"/>
            </a:xfrm>
            <a:custGeom>
              <a:avLst/>
              <a:gdLst/>
              <a:ahLst/>
              <a:cxnLst/>
              <a:rect l="l" t="t" r="r" b="b"/>
              <a:pathLst>
                <a:path w="3524" h="5491" extrusionOk="0">
                  <a:moveTo>
                    <a:pt x="3353" y="1"/>
                  </a:moveTo>
                  <a:cubicBezTo>
                    <a:pt x="3329" y="25"/>
                    <a:pt x="3329" y="49"/>
                    <a:pt x="3329" y="73"/>
                  </a:cubicBezTo>
                  <a:cubicBezTo>
                    <a:pt x="3353" y="122"/>
                    <a:pt x="3377" y="171"/>
                    <a:pt x="3377" y="244"/>
                  </a:cubicBezTo>
                  <a:cubicBezTo>
                    <a:pt x="3377" y="268"/>
                    <a:pt x="3402" y="268"/>
                    <a:pt x="3426" y="268"/>
                  </a:cubicBezTo>
                  <a:cubicBezTo>
                    <a:pt x="3450" y="268"/>
                    <a:pt x="3475" y="244"/>
                    <a:pt x="3475" y="219"/>
                  </a:cubicBezTo>
                  <a:cubicBezTo>
                    <a:pt x="3450" y="98"/>
                    <a:pt x="3426" y="25"/>
                    <a:pt x="3426" y="25"/>
                  </a:cubicBezTo>
                  <a:cubicBezTo>
                    <a:pt x="3402" y="1"/>
                    <a:pt x="3377" y="1"/>
                    <a:pt x="3353" y="1"/>
                  </a:cubicBezTo>
                  <a:close/>
                  <a:moveTo>
                    <a:pt x="3465" y="377"/>
                  </a:moveTo>
                  <a:cubicBezTo>
                    <a:pt x="3438" y="377"/>
                    <a:pt x="3414" y="389"/>
                    <a:pt x="3426" y="414"/>
                  </a:cubicBezTo>
                  <a:cubicBezTo>
                    <a:pt x="3426" y="462"/>
                    <a:pt x="3426" y="535"/>
                    <a:pt x="3426" y="584"/>
                  </a:cubicBezTo>
                  <a:lnTo>
                    <a:pt x="3426" y="608"/>
                  </a:lnTo>
                  <a:cubicBezTo>
                    <a:pt x="3426" y="632"/>
                    <a:pt x="3450" y="656"/>
                    <a:pt x="3475" y="656"/>
                  </a:cubicBezTo>
                  <a:cubicBezTo>
                    <a:pt x="3499" y="656"/>
                    <a:pt x="3499" y="632"/>
                    <a:pt x="3523" y="632"/>
                  </a:cubicBezTo>
                  <a:lnTo>
                    <a:pt x="3523" y="584"/>
                  </a:lnTo>
                  <a:cubicBezTo>
                    <a:pt x="3523" y="535"/>
                    <a:pt x="3523" y="486"/>
                    <a:pt x="3523" y="414"/>
                  </a:cubicBezTo>
                  <a:cubicBezTo>
                    <a:pt x="3523" y="389"/>
                    <a:pt x="3493" y="377"/>
                    <a:pt x="3465" y="377"/>
                  </a:cubicBezTo>
                  <a:close/>
                  <a:moveTo>
                    <a:pt x="3450" y="754"/>
                  </a:moveTo>
                  <a:cubicBezTo>
                    <a:pt x="3426" y="754"/>
                    <a:pt x="3402" y="754"/>
                    <a:pt x="3402" y="778"/>
                  </a:cubicBezTo>
                  <a:cubicBezTo>
                    <a:pt x="3402" y="851"/>
                    <a:pt x="3377" y="899"/>
                    <a:pt x="3353" y="948"/>
                  </a:cubicBezTo>
                  <a:cubicBezTo>
                    <a:pt x="3329" y="972"/>
                    <a:pt x="3353" y="997"/>
                    <a:pt x="3377" y="1021"/>
                  </a:cubicBezTo>
                  <a:lnTo>
                    <a:pt x="3402" y="1021"/>
                  </a:lnTo>
                  <a:cubicBezTo>
                    <a:pt x="3426" y="1021"/>
                    <a:pt x="3426" y="997"/>
                    <a:pt x="3426" y="997"/>
                  </a:cubicBezTo>
                  <a:cubicBezTo>
                    <a:pt x="3450" y="924"/>
                    <a:pt x="3475" y="875"/>
                    <a:pt x="3499" y="802"/>
                  </a:cubicBezTo>
                  <a:cubicBezTo>
                    <a:pt x="3499" y="778"/>
                    <a:pt x="3475" y="754"/>
                    <a:pt x="3450" y="754"/>
                  </a:cubicBezTo>
                  <a:close/>
                  <a:moveTo>
                    <a:pt x="2576" y="899"/>
                  </a:moveTo>
                  <a:cubicBezTo>
                    <a:pt x="2503" y="924"/>
                    <a:pt x="2430" y="997"/>
                    <a:pt x="2406" y="1045"/>
                  </a:cubicBezTo>
                  <a:cubicBezTo>
                    <a:pt x="2406" y="1069"/>
                    <a:pt x="2406" y="1118"/>
                    <a:pt x="2430" y="1118"/>
                  </a:cubicBezTo>
                  <a:lnTo>
                    <a:pt x="2454" y="1118"/>
                  </a:lnTo>
                  <a:cubicBezTo>
                    <a:pt x="2479" y="1118"/>
                    <a:pt x="2479" y="1118"/>
                    <a:pt x="2503" y="1094"/>
                  </a:cubicBezTo>
                  <a:cubicBezTo>
                    <a:pt x="2503" y="1045"/>
                    <a:pt x="2551" y="1021"/>
                    <a:pt x="2600" y="997"/>
                  </a:cubicBezTo>
                  <a:cubicBezTo>
                    <a:pt x="2649" y="972"/>
                    <a:pt x="2624" y="899"/>
                    <a:pt x="2576" y="899"/>
                  </a:cubicBezTo>
                  <a:close/>
                  <a:moveTo>
                    <a:pt x="2722" y="948"/>
                  </a:moveTo>
                  <a:cubicBezTo>
                    <a:pt x="2697" y="972"/>
                    <a:pt x="2697" y="997"/>
                    <a:pt x="2722" y="1021"/>
                  </a:cubicBezTo>
                  <a:cubicBezTo>
                    <a:pt x="2770" y="1045"/>
                    <a:pt x="2794" y="1094"/>
                    <a:pt x="2819" y="1142"/>
                  </a:cubicBezTo>
                  <a:cubicBezTo>
                    <a:pt x="2843" y="1167"/>
                    <a:pt x="2843" y="1167"/>
                    <a:pt x="2867" y="1167"/>
                  </a:cubicBezTo>
                  <a:lnTo>
                    <a:pt x="2916" y="1191"/>
                  </a:lnTo>
                  <a:cubicBezTo>
                    <a:pt x="2916" y="1167"/>
                    <a:pt x="2940" y="1142"/>
                    <a:pt x="2916" y="1118"/>
                  </a:cubicBezTo>
                  <a:cubicBezTo>
                    <a:pt x="2892" y="1045"/>
                    <a:pt x="2843" y="997"/>
                    <a:pt x="2794" y="948"/>
                  </a:cubicBezTo>
                  <a:close/>
                  <a:moveTo>
                    <a:pt x="3268" y="1078"/>
                  </a:moveTo>
                  <a:cubicBezTo>
                    <a:pt x="3256" y="1078"/>
                    <a:pt x="3243" y="1082"/>
                    <a:pt x="3232" y="1094"/>
                  </a:cubicBezTo>
                  <a:cubicBezTo>
                    <a:pt x="3207" y="1142"/>
                    <a:pt x="3159" y="1167"/>
                    <a:pt x="3110" y="1215"/>
                  </a:cubicBezTo>
                  <a:cubicBezTo>
                    <a:pt x="3086" y="1215"/>
                    <a:pt x="3086" y="1239"/>
                    <a:pt x="3110" y="1264"/>
                  </a:cubicBezTo>
                  <a:cubicBezTo>
                    <a:pt x="3110" y="1288"/>
                    <a:pt x="3134" y="1288"/>
                    <a:pt x="3159" y="1288"/>
                  </a:cubicBezTo>
                  <a:cubicBezTo>
                    <a:pt x="3207" y="1264"/>
                    <a:pt x="3256" y="1215"/>
                    <a:pt x="3305" y="1167"/>
                  </a:cubicBezTo>
                  <a:cubicBezTo>
                    <a:pt x="3342" y="1129"/>
                    <a:pt x="3308" y="1078"/>
                    <a:pt x="3268" y="1078"/>
                  </a:cubicBezTo>
                  <a:close/>
                  <a:moveTo>
                    <a:pt x="2469" y="1197"/>
                  </a:moveTo>
                  <a:cubicBezTo>
                    <a:pt x="2460" y="1197"/>
                    <a:pt x="2454" y="1203"/>
                    <a:pt x="2454" y="1215"/>
                  </a:cubicBezTo>
                  <a:cubicBezTo>
                    <a:pt x="2430" y="1215"/>
                    <a:pt x="2406" y="1264"/>
                    <a:pt x="2430" y="1264"/>
                  </a:cubicBezTo>
                  <a:cubicBezTo>
                    <a:pt x="2479" y="1337"/>
                    <a:pt x="2527" y="1385"/>
                    <a:pt x="2600" y="1385"/>
                  </a:cubicBezTo>
                  <a:lnTo>
                    <a:pt x="2624" y="1410"/>
                  </a:lnTo>
                  <a:cubicBezTo>
                    <a:pt x="2649" y="1410"/>
                    <a:pt x="2673" y="1385"/>
                    <a:pt x="2673" y="1361"/>
                  </a:cubicBezTo>
                  <a:cubicBezTo>
                    <a:pt x="2673" y="1337"/>
                    <a:pt x="2649" y="1288"/>
                    <a:pt x="2624" y="1288"/>
                  </a:cubicBezTo>
                  <a:cubicBezTo>
                    <a:pt x="2576" y="1288"/>
                    <a:pt x="2527" y="1264"/>
                    <a:pt x="2503" y="1215"/>
                  </a:cubicBezTo>
                  <a:cubicBezTo>
                    <a:pt x="2491" y="1203"/>
                    <a:pt x="2479" y="1197"/>
                    <a:pt x="2469" y="1197"/>
                  </a:cubicBezTo>
                  <a:close/>
                  <a:moveTo>
                    <a:pt x="2958" y="1253"/>
                  </a:moveTo>
                  <a:cubicBezTo>
                    <a:pt x="2954" y="1253"/>
                    <a:pt x="2948" y="1256"/>
                    <a:pt x="2940" y="1264"/>
                  </a:cubicBezTo>
                  <a:cubicBezTo>
                    <a:pt x="2916" y="1264"/>
                    <a:pt x="2892" y="1264"/>
                    <a:pt x="2892" y="1288"/>
                  </a:cubicBezTo>
                  <a:lnTo>
                    <a:pt x="2794" y="1312"/>
                  </a:lnTo>
                  <a:cubicBezTo>
                    <a:pt x="2790" y="1310"/>
                    <a:pt x="2786" y="1309"/>
                    <a:pt x="2782" y="1309"/>
                  </a:cubicBezTo>
                  <a:cubicBezTo>
                    <a:pt x="2746" y="1309"/>
                    <a:pt x="2750" y="1410"/>
                    <a:pt x="2794" y="1410"/>
                  </a:cubicBezTo>
                  <a:cubicBezTo>
                    <a:pt x="2843" y="1410"/>
                    <a:pt x="2867" y="1385"/>
                    <a:pt x="2916" y="1385"/>
                  </a:cubicBezTo>
                  <a:cubicBezTo>
                    <a:pt x="2916" y="1410"/>
                    <a:pt x="2916" y="1458"/>
                    <a:pt x="2916" y="1482"/>
                  </a:cubicBezTo>
                  <a:cubicBezTo>
                    <a:pt x="2916" y="1507"/>
                    <a:pt x="2940" y="1531"/>
                    <a:pt x="2964" y="1531"/>
                  </a:cubicBezTo>
                  <a:lnTo>
                    <a:pt x="2989" y="1531"/>
                  </a:lnTo>
                  <a:cubicBezTo>
                    <a:pt x="3013" y="1531"/>
                    <a:pt x="3037" y="1507"/>
                    <a:pt x="3037" y="1482"/>
                  </a:cubicBezTo>
                  <a:cubicBezTo>
                    <a:pt x="3013" y="1434"/>
                    <a:pt x="3013" y="1410"/>
                    <a:pt x="3013" y="1361"/>
                  </a:cubicBezTo>
                  <a:cubicBezTo>
                    <a:pt x="3037" y="1361"/>
                    <a:pt x="3037" y="1337"/>
                    <a:pt x="3037" y="1312"/>
                  </a:cubicBezTo>
                  <a:cubicBezTo>
                    <a:pt x="3013" y="1288"/>
                    <a:pt x="3013" y="1264"/>
                    <a:pt x="2989" y="1264"/>
                  </a:cubicBezTo>
                  <a:cubicBezTo>
                    <a:pt x="2973" y="1264"/>
                    <a:pt x="2967" y="1253"/>
                    <a:pt x="2958" y="1253"/>
                  </a:cubicBezTo>
                  <a:close/>
                  <a:moveTo>
                    <a:pt x="2989" y="1628"/>
                  </a:moveTo>
                  <a:cubicBezTo>
                    <a:pt x="2964" y="1628"/>
                    <a:pt x="2940" y="1652"/>
                    <a:pt x="2940" y="1677"/>
                  </a:cubicBezTo>
                  <a:cubicBezTo>
                    <a:pt x="2916" y="1725"/>
                    <a:pt x="2916" y="1798"/>
                    <a:pt x="2892" y="1847"/>
                  </a:cubicBezTo>
                  <a:cubicBezTo>
                    <a:pt x="2892" y="1871"/>
                    <a:pt x="2916" y="1895"/>
                    <a:pt x="2940" y="1895"/>
                  </a:cubicBezTo>
                  <a:cubicBezTo>
                    <a:pt x="2964" y="1895"/>
                    <a:pt x="2989" y="1895"/>
                    <a:pt x="2989" y="1871"/>
                  </a:cubicBezTo>
                  <a:cubicBezTo>
                    <a:pt x="3013" y="1798"/>
                    <a:pt x="3013" y="1750"/>
                    <a:pt x="3037" y="1677"/>
                  </a:cubicBezTo>
                  <a:cubicBezTo>
                    <a:pt x="3037" y="1652"/>
                    <a:pt x="3013" y="1628"/>
                    <a:pt x="2989" y="1628"/>
                  </a:cubicBezTo>
                  <a:close/>
                  <a:moveTo>
                    <a:pt x="1628" y="1993"/>
                  </a:moveTo>
                  <a:cubicBezTo>
                    <a:pt x="1604" y="1993"/>
                    <a:pt x="1580" y="2017"/>
                    <a:pt x="1580" y="2041"/>
                  </a:cubicBezTo>
                  <a:cubicBezTo>
                    <a:pt x="1580" y="2065"/>
                    <a:pt x="1604" y="2090"/>
                    <a:pt x="1628" y="2090"/>
                  </a:cubicBezTo>
                  <a:cubicBezTo>
                    <a:pt x="1677" y="2090"/>
                    <a:pt x="1726" y="2090"/>
                    <a:pt x="1750" y="2114"/>
                  </a:cubicBezTo>
                  <a:lnTo>
                    <a:pt x="1823" y="2114"/>
                  </a:lnTo>
                  <a:cubicBezTo>
                    <a:pt x="1823" y="2114"/>
                    <a:pt x="1847" y="2114"/>
                    <a:pt x="1847" y="2090"/>
                  </a:cubicBezTo>
                  <a:cubicBezTo>
                    <a:pt x="1847" y="2065"/>
                    <a:pt x="1847" y="2041"/>
                    <a:pt x="1823" y="2017"/>
                  </a:cubicBezTo>
                  <a:lnTo>
                    <a:pt x="1798" y="2017"/>
                  </a:lnTo>
                  <a:cubicBezTo>
                    <a:pt x="1750" y="1993"/>
                    <a:pt x="1677" y="1993"/>
                    <a:pt x="1628" y="1993"/>
                  </a:cubicBezTo>
                  <a:close/>
                  <a:moveTo>
                    <a:pt x="2892" y="1993"/>
                  </a:moveTo>
                  <a:cubicBezTo>
                    <a:pt x="2867" y="1993"/>
                    <a:pt x="2843" y="1993"/>
                    <a:pt x="2819" y="2017"/>
                  </a:cubicBezTo>
                  <a:cubicBezTo>
                    <a:pt x="2794" y="2065"/>
                    <a:pt x="2770" y="2114"/>
                    <a:pt x="2722" y="2163"/>
                  </a:cubicBezTo>
                  <a:cubicBezTo>
                    <a:pt x="2722" y="2187"/>
                    <a:pt x="2722" y="2211"/>
                    <a:pt x="2722" y="2235"/>
                  </a:cubicBezTo>
                  <a:lnTo>
                    <a:pt x="2794" y="2235"/>
                  </a:lnTo>
                  <a:cubicBezTo>
                    <a:pt x="2843" y="2187"/>
                    <a:pt x="2867" y="2114"/>
                    <a:pt x="2916" y="2065"/>
                  </a:cubicBezTo>
                  <a:cubicBezTo>
                    <a:pt x="2916" y="2041"/>
                    <a:pt x="2916" y="2017"/>
                    <a:pt x="2892" y="1993"/>
                  </a:cubicBezTo>
                  <a:close/>
                  <a:moveTo>
                    <a:pt x="1968" y="2144"/>
                  </a:moveTo>
                  <a:cubicBezTo>
                    <a:pt x="1956" y="2144"/>
                    <a:pt x="1944" y="2150"/>
                    <a:pt x="1944" y="2163"/>
                  </a:cubicBezTo>
                  <a:cubicBezTo>
                    <a:pt x="1920" y="2163"/>
                    <a:pt x="1920" y="2211"/>
                    <a:pt x="1944" y="2211"/>
                  </a:cubicBezTo>
                  <a:cubicBezTo>
                    <a:pt x="1993" y="2260"/>
                    <a:pt x="2017" y="2284"/>
                    <a:pt x="2066" y="2333"/>
                  </a:cubicBezTo>
                  <a:lnTo>
                    <a:pt x="2114" y="2333"/>
                  </a:lnTo>
                  <a:cubicBezTo>
                    <a:pt x="2114" y="2357"/>
                    <a:pt x="2139" y="2357"/>
                    <a:pt x="2139" y="2357"/>
                  </a:cubicBezTo>
                  <a:cubicBezTo>
                    <a:pt x="2163" y="2333"/>
                    <a:pt x="2163" y="2308"/>
                    <a:pt x="2139" y="2284"/>
                  </a:cubicBezTo>
                  <a:cubicBezTo>
                    <a:pt x="2114" y="2235"/>
                    <a:pt x="2066" y="2187"/>
                    <a:pt x="1993" y="2163"/>
                  </a:cubicBezTo>
                  <a:cubicBezTo>
                    <a:pt x="1993" y="2150"/>
                    <a:pt x="1981" y="2144"/>
                    <a:pt x="1968" y="2144"/>
                  </a:cubicBezTo>
                  <a:close/>
                  <a:moveTo>
                    <a:pt x="1531" y="2114"/>
                  </a:moveTo>
                  <a:cubicBezTo>
                    <a:pt x="1507" y="2114"/>
                    <a:pt x="1483" y="2138"/>
                    <a:pt x="1483" y="2163"/>
                  </a:cubicBezTo>
                  <a:cubicBezTo>
                    <a:pt x="1483" y="2235"/>
                    <a:pt x="1507" y="2308"/>
                    <a:pt x="1555" y="2357"/>
                  </a:cubicBezTo>
                  <a:cubicBezTo>
                    <a:pt x="1555" y="2357"/>
                    <a:pt x="1580" y="2381"/>
                    <a:pt x="1604" y="2381"/>
                  </a:cubicBezTo>
                  <a:cubicBezTo>
                    <a:pt x="1604" y="2381"/>
                    <a:pt x="1628" y="2381"/>
                    <a:pt x="1628" y="2357"/>
                  </a:cubicBezTo>
                  <a:cubicBezTo>
                    <a:pt x="1653" y="2357"/>
                    <a:pt x="1653" y="2308"/>
                    <a:pt x="1628" y="2308"/>
                  </a:cubicBezTo>
                  <a:cubicBezTo>
                    <a:pt x="1580" y="2260"/>
                    <a:pt x="1580" y="2211"/>
                    <a:pt x="1555" y="2163"/>
                  </a:cubicBezTo>
                  <a:cubicBezTo>
                    <a:pt x="1580" y="2138"/>
                    <a:pt x="1555" y="2114"/>
                    <a:pt x="1531" y="2114"/>
                  </a:cubicBezTo>
                  <a:close/>
                  <a:moveTo>
                    <a:pt x="2637" y="2266"/>
                  </a:moveTo>
                  <a:cubicBezTo>
                    <a:pt x="2624" y="2266"/>
                    <a:pt x="2612" y="2272"/>
                    <a:pt x="2600" y="2284"/>
                  </a:cubicBezTo>
                  <a:cubicBezTo>
                    <a:pt x="2551" y="2308"/>
                    <a:pt x="2503" y="2333"/>
                    <a:pt x="2454" y="2357"/>
                  </a:cubicBezTo>
                  <a:cubicBezTo>
                    <a:pt x="2406" y="2381"/>
                    <a:pt x="2406" y="2406"/>
                    <a:pt x="2430" y="2430"/>
                  </a:cubicBezTo>
                  <a:cubicBezTo>
                    <a:pt x="2430" y="2454"/>
                    <a:pt x="2430" y="2454"/>
                    <a:pt x="2454" y="2454"/>
                  </a:cubicBezTo>
                  <a:lnTo>
                    <a:pt x="2503" y="2430"/>
                  </a:lnTo>
                  <a:cubicBezTo>
                    <a:pt x="2551" y="2406"/>
                    <a:pt x="2600" y="2381"/>
                    <a:pt x="2673" y="2333"/>
                  </a:cubicBezTo>
                  <a:cubicBezTo>
                    <a:pt x="2673" y="2333"/>
                    <a:pt x="2673" y="2284"/>
                    <a:pt x="2673" y="2284"/>
                  </a:cubicBezTo>
                  <a:cubicBezTo>
                    <a:pt x="2661" y="2272"/>
                    <a:pt x="2649" y="2266"/>
                    <a:pt x="2637" y="2266"/>
                  </a:cubicBezTo>
                  <a:close/>
                  <a:moveTo>
                    <a:pt x="1748" y="2395"/>
                  </a:moveTo>
                  <a:cubicBezTo>
                    <a:pt x="1726" y="2395"/>
                    <a:pt x="1701" y="2413"/>
                    <a:pt x="1701" y="2430"/>
                  </a:cubicBezTo>
                  <a:cubicBezTo>
                    <a:pt x="1677" y="2454"/>
                    <a:pt x="1701" y="2478"/>
                    <a:pt x="1726" y="2478"/>
                  </a:cubicBezTo>
                  <a:cubicBezTo>
                    <a:pt x="1774" y="2527"/>
                    <a:pt x="1847" y="2527"/>
                    <a:pt x="1920" y="2551"/>
                  </a:cubicBezTo>
                  <a:cubicBezTo>
                    <a:pt x="1968" y="2527"/>
                    <a:pt x="1968" y="2478"/>
                    <a:pt x="1920" y="2454"/>
                  </a:cubicBezTo>
                  <a:cubicBezTo>
                    <a:pt x="1871" y="2454"/>
                    <a:pt x="1823" y="2430"/>
                    <a:pt x="1774" y="2406"/>
                  </a:cubicBezTo>
                  <a:cubicBezTo>
                    <a:pt x="1767" y="2398"/>
                    <a:pt x="1758" y="2395"/>
                    <a:pt x="1748" y="2395"/>
                  </a:cubicBezTo>
                  <a:close/>
                  <a:moveTo>
                    <a:pt x="2208" y="2395"/>
                  </a:moveTo>
                  <a:cubicBezTo>
                    <a:pt x="2201" y="2395"/>
                    <a:pt x="2194" y="2398"/>
                    <a:pt x="2187" y="2406"/>
                  </a:cubicBezTo>
                  <a:cubicBezTo>
                    <a:pt x="2163" y="2406"/>
                    <a:pt x="2139" y="2430"/>
                    <a:pt x="2139" y="2454"/>
                  </a:cubicBezTo>
                  <a:lnTo>
                    <a:pt x="2090" y="2454"/>
                  </a:lnTo>
                  <a:cubicBezTo>
                    <a:pt x="2066" y="2454"/>
                    <a:pt x="2041" y="2478"/>
                    <a:pt x="2041" y="2503"/>
                  </a:cubicBezTo>
                  <a:cubicBezTo>
                    <a:pt x="2041" y="2527"/>
                    <a:pt x="2066" y="2551"/>
                    <a:pt x="2090" y="2551"/>
                  </a:cubicBezTo>
                  <a:lnTo>
                    <a:pt x="2187" y="2551"/>
                  </a:lnTo>
                  <a:cubicBezTo>
                    <a:pt x="2187" y="2551"/>
                    <a:pt x="2187" y="2576"/>
                    <a:pt x="2187" y="2600"/>
                  </a:cubicBezTo>
                  <a:lnTo>
                    <a:pt x="2187" y="2624"/>
                  </a:lnTo>
                  <a:cubicBezTo>
                    <a:pt x="2163" y="2648"/>
                    <a:pt x="2187" y="2673"/>
                    <a:pt x="2211" y="2673"/>
                  </a:cubicBezTo>
                  <a:lnTo>
                    <a:pt x="2236" y="2673"/>
                  </a:lnTo>
                  <a:cubicBezTo>
                    <a:pt x="2260" y="2673"/>
                    <a:pt x="2260" y="2648"/>
                    <a:pt x="2260" y="2624"/>
                  </a:cubicBezTo>
                  <a:lnTo>
                    <a:pt x="2260" y="2600"/>
                  </a:lnTo>
                  <a:cubicBezTo>
                    <a:pt x="2260" y="2576"/>
                    <a:pt x="2260" y="2551"/>
                    <a:pt x="2260" y="2527"/>
                  </a:cubicBezTo>
                  <a:lnTo>
                    <a:pt x="2284" y="2527"/>
                  </a:lnTo>
                  <a:cubicBezTo>
                    <a:pt x="2333" y="2478"/>
                    <a:pt x="2309" y="2430"/>
                    <a:pt x="2260" y="2430"/>
                  </a:cubicBezTo>
                  <a:lnTo>
                    <a:pt x="2236" y="2430"/>
                  </a:lnTo>
                  <a:cubicBezTo>
                    <a:pt x="2236" y="2413"/>
                    <a:pt x="2224" y="2395"/>
                    <a:pt x="2208" y="2395"/>
                  </a:cubicBezTo>
                  <a:close/>
                  <a:moveTo>
                    <a:pt x="2158" y="2774"/>
                  </a:moveTo>
                  <a:cubicBezTo>
                    <a:pt x="2147" y="2774"/>
                    <a:pt x="2139" y="2780"/>
                    <a:pt x="2139" y="2794"/>
                  </a:cubicBezTo>
                  <a:cubicBezTo>
                    <a:pt x="2090" y="2843"/>
                    <a:pt x="2066" y="2891"/>
                    <a:pt x="2041" y="2940"/>
                  </a:cubicBezTo>
                  <a:cubicBezTo>
                    <a:pt x="2017" y="2964"/>
                    <a:pt x="2017" y="2989"/>
                    <a:pt x="2041" y="3013"/>
                  </a:cubicBezTo>
                  <a:lnTo>
                    <a:pt x="2090" y="3013"/>
                  </a:lnTo>
                  <a:cubicBezTo>
                    <a:pt x="2139" y="2964"/>
                    <a:pt x="2187" y="2916"/>
                    <a:pt x="2211" y="2843"/>
                  </a:cubicBezTo>
                  <a:cubicBezTo>
                    <a:pt x="2229" y="2808"/>
                    <a:pt x="2185" y="2774"/>
                    <a:pt x="2158" y="2774"/>
                  </a:cubicBezTo>
                  <a:close/>
                  <a:moveTo>
                    <a:pt x="1943" y="3045"/>
                  </a:moveTo>
                  <a:cubicBezTo>
                    <a:pt x="1934" y="3045"/>
                    <a:pt x="1926" y="3050"/>
                    <a:pt x="1920" y="3061"/>
                  </a:cubicBezTo>
                  <a:cubicBezTo>
                    <a:pt x="1871" y="3086"/>
                    <a:pt x="1798" y="3134"/>
                    <a:pt x="1750" y="3183"/>
                  </a:cubicBezTo>
                  <a:cubicBezTo>
                    <a:pt x="1701" y="3207"/>
                    <a:pt x="1726" y="3256"/>
                    <a:pt x="1774" y="3256"/>
                  </a:cubicBezTo>
                  <a:lnTo>
                    <a:pt x="1798" y="3256"/>
                  </a:lnTo>
                  <a:cubicBezTo>
                    <a:pt x="1798" y="3256"/>
                    <a:pt x="1823" y="3256"/>
                    <a:pt x="1823" y="3231"/>
                  </a:cubicBezTo>
                  <a:cubicBezTo>
                    <a:pt x="1871" y="3207"/>
                    <a:pt x="1920" y="3159"/>
                    <a:pt x="1968" y="3134"/>
                  </a:cubicBezTo>
                  <a:cubicBezTo>
                    <a:pt x="2006" y="3097"/>
                    <a:pt x="1971" y="3045"/>
                    <a:pt x="1943" y="3045"/>
                  </a:cubicBezTo>
                  <a:close/>
                  <a:moveTo>
                    <a:pt x="1634" y="3269"/>
                  </a:moveTo>
                  <a:cubicBezTo>
                    <a:pt x="1623" y="3269"/>
                    <a:pt x="1612" y="3272"/>
                    <a:pt x="1604" y="3280"/>
                  </a:cubicBezTo>
                  <a:lnTo>
                    <a:pt x="1580" y="3304"/>
                  </a:lnTo>
                  <a:lnTo>
                    <a:pt x="1458" y="3377"/>
                  </a:lnTo>
                  <a:cubicBezTo>
                    <a:pt x="1434" y="3377"/>
                    <a:pt x="1434" y="3402"/>
                    <a:pt x="1434" y="3426"/>
                  </a:cubicBezTo>
                  <a:cubicBezTo>
                    <a:pt x="1434" y="3450"/>
                    <a:pt x="1458" y="3450"/>
                    <a:pt x="1483" y="3450"/>
                  </a:cubicBezTo>
                  <a:lnTo>
                    <a:pt x="1507" y="3450"/>
                  </a:lnTo>
                  <a:lnTo>
                    <a:pt x="1653" y="3377"/>
                  </a:lnTo>
                  <a:lnTo>
                    <a:pt x="1677" y="3353"/>
                  </a:lnTo>
                  <a:cubicBezTo>
                    <a:pt x="1701" y="3329"/>
                    <a:pt x="1701" y="3304"/>
                    <a:pt x="1677" y="3280"/>
                  </a:cubicBezTo>
                  <a:cubicBezTo>
                    <a:pt x="1677" y="3280"/>
                    <a:pt x="1655" y="3269"/>
                    <a:pt x="1634" y="3269"/>
                  </a:cubicBezTo>
                  <a:close/>
                  <a:moveTo>
                    <a:pt x="1303" y="3461"/>
                  </a:moveTo>
                  <a:cubicBezTo>
                    <a:pt x="1292" y="3461"/>
                    <a:pt x="1278" y="3465"/>
                    <a:pt x="1264" y="3474"/>
                  </a:cubicBezTo>
                  <a:lnTo>
                    <a:pt x="1118" y="3572"/>
                  </a:lnTo>
                  <a:cubicBezTo>
                    <a:pt x="1094" y="3572"/>
                    <a:pt x="1094" y="3620"/>
                    <a:pt x="1118" y="3620"/>
                  </a:cubicBezTo>
                  <a:cubicBezTo>
                    <a:pt x="1118" y="3644"/>
                    <a:pt x="1143" y="3644"/>
                    <a:pt x="1167" y="3644"/>
                  </a:cubicBezTo>
                  <a:lnTo>
                    <a:pt x="1337" y="3547"/>
                  </a:lnTo>
                  <a:cubicBezTo>
                    <a:pt x="1376" y="3528"/>
                    <a:pt x="1352" y="3461"/>
                    <a:pt x="1303" y="3461"/>
                  </a:cubicBezTo>
                  <a:close/>
                  <a:moveTo>
                    <a:pt x="1006" y="3651"/>
                  </a:moveTo>
                  <a:cubicBezTo>
                    <a:pt x="997" y="3651"/>
                    <a:pt x="985" y="3657"/>
                    <a:pt x="972" y="3669"/>
                  </a:cubicBezTo>
                  <a:lnTo>
                    <a:pt x="802" y="3766"/>
                  </a:lnTo>
                  <a:cubicBezTo>
                    <a:pt x="778" y="3766"/>
                    <a:pt x="778" y="3814"/>
                    <a:pt x="802" y="3839"/>
                  </a:cubicBezTo>
                  <a:lnTo>
                    <a:pt x="851" y="3839"/>
                  </a:lnTo>
                  <a:cubicBezTo>
                    <a:pt x="900" y="3814"/>
                    <a:pt x="972" y="3766"/>
                    <a:pt x="1021" y="3742"/>
                  </a:cubicBezTo>
                  <a:cubicBezTo>
                    <a:pt x="1045" y="3717"/>
                    <a:pt x="1045" y="3693"/>
                    <a:pt x="1021" y="3669"/>
                  </a:cubicBezTo>
                  <a:cubicBezTo>
                    <a:pt x="1021" y="3657"/>
                    <a:pt x="1015" y="3651"/>
                    <a:pt x="1006" y="3651"/>
                  </a:cubicBezTo>
                  <a:close/>
                  <a:moveTo>
                    <a:pt x="657" y="3863"/>
                  </a:moveTo>
                  <a:lnTo>
                    <a:pt x="487" y="3985"/>
                  </a:lnTo>
                  <a:cubicBezTo>
                    <a:pt x="487" y="4009"/>
                    <a:pt x="487" y="4033"/>
                    <a:pt x="487" y="4057"/>
                  </a:cubicBezTo>
                  <a:lnTo>
                    <a:pt x="560" y="4057"/>
                  </a:lnTo>
                  <a:lnTo>
                    <a:pt x="705" y="3936"/>
                  </a:lnTo>
                  <a:cubicBezTo>
                    <a:pt x="730" y="3912"/>
                    <a:pt x="730" y="3887"/>
                    <a:pt x="705" y="3863"/>
                  </a:cubicBezTo>
                  <a:close/>
                  <a:moveTo>
                    <a:pt x="385" y="4101"/>
                  </a:moveTo>
                  <a:cubicBezTo>
                    <a:pt x="379" y="4101"/>
                    <a:pt x="372" y="4103"/>
                    <a:pt x="365" y="4106"/>
                  </a:cubicBezTo>
                  <a:cubicBezTo>
                    <a:pt x="317" y="4155"/>
                    <a:pt x="268" y="4203"/>
                    <a:pt x="219" y="4252"/>
                  </a:cubicBezTo>
                  <a:cubicBezTo>
                    <a:pt x="219" y="4276"/>
                    <a:pt x="219" y="4300"/>
                    <a:pt x="219" y="4325"/>
                  </a:cubicBezTo>
                  <a:lnTo>
                    <a:pt x="292" y="4325"/>
                  </a:lnTo>
                  <a:cubicBezTo>
                    <a:pt x="341" y="4276"/>
                    <a:pt x="389" y="4227"/>
                    <a:pt x="438" y="4179"/>
                  </a:cubicBezTo>
                  <a:cubicBezTo>
                    <a:pt x="459" y="4158"/>
                    <a:pt x="426" y="4101"/>
                    <a:pt x="385" y="4101"/>
                  </a:cubicBezTo>
                  <a:close/>
                  <a:moveTo>
                    <a:pt x="137" y="4379"/>
                  </a:moveTo>
                  <a:cubicBezTo>
                    <a:pt x="128" y="4379"/>
                    <a:pt x="122" y="4385"/>
                    <a:pt x="122" y="4397"/>
                  </a:cubicBezTo>
                  <a:cubicBezTo>
                    <a:pt x="74" y="4470"/>
                    <a:pt x="49" y="4519"/>
                    <a:pt x="25" y="4592"/>
                  </a:cubicBezTo>
                  <a:cubicBezTo>
                    <a:pt x="25" y="4616"/>
                    <a:pt x="25" y="4640"/>
                    <a:pt x="49" y="4640"/>
                  </a:cubicBezTo>
                  <a:lnTo>
                    <a:pt x="98" y="4640"/>
                  </a:lnTo>
                  <a:cubicBezTo>
                    <a:pt x="98" y="4640"/>
                    <a:pt x="122" y="4640"/>
                    <a:pt x="122" y="4616"/>
                  </a:cubicBezTo>
                  <a:cubicBezTo>
                    <a:pt x="147" y="4568"/>
                    <a:pt x="171" y="4495"/>
                    <a:pt x="195" y="4446"/>
                  </a:cubicBezTo>
                  <a:cubicBezTo>
                    <a:pt x="195" y="4422"/>
                    <a:pt x="195" y="4397"/>
                    <a:pt x="171" y="4397"/>
                  </a:cubicBezTo>
                  <a:cubicBezTo>
                    <a:pt x="159" y="4385"/>
                    <a:pt x="147" y="4379"/>
                    <a:pt x="137" y="4379"/>
                  </a:cubicBezTo>
                  <a:close/>
                  <a:moveTo>
                    <a:pt x="49" y="4738"/>
                  </a:moveTo>
                  <a:cubicBezTo>
                    <a:pt x="25" y="4738"/>
                    <a:pt x="1" y="4762"/>
                    <a:pt x="1" y="4786"/>
                  </a:cubicBezTo>
                  <a:cubicBezTo>
                    <a:pt x="1" y="4859"/>
                    <a:pt x="25" y="4908"/>
                    <a:pt x="25" y="4981"/>
                  </a:cubicBezTo>
                  <a:cubicBezTo>
                    <a:pt x="49" y="5005"/>
                    <a:pt x="49" y="5005"/>
                    <a:pt x="74" y="5005"/>
                  </a:cubicBezTo>
                  <a:lnTo>
                    <a:pt x="98" y="5005"/>
                  </a:lnTo>
                  <a:cubicBezTo>
                    <a:pt x="122" y="5005"/>
                    <a:pt x="122" y="4981"/>
                    <a:pt x="122" y="4956"/>
                  </a:cubicBezTo>
                  <a:cubicBezTo>
                    <a:pt x="98" y="4908"/>
                    <a:pt x="98" y="4835"/>
                    <a:pt x="98" y="4786"/>
                  </a:cubicBezTo>
                  <a:cubicBezTo>
                    <a:pt x="98" y="4762"/>
                    <a:pt x="74" y="4738"/>
                    <a:pt x="49" y="4738"/>
                  </a:cubicBezTo>
                  <a:close/>
                  <a:moveTo>
                    <a:pt x="144" y="5092"/>
                  </a:moveTo>
                  <a:cubicBezTo>
                    <a:pt x="136" y="5092"/>
                    <a:pt x="129" y="5095"/>
                    <a:pt x="122" y="5102"/>
                  </a:cubicBezTo>
                  <a:cubicBezTo>
                    <a:pt x="98" y="5102"/>
                    <a:pt x="98" y="5151"/>
                    <a:pt x="98" y="5175"/>
                  </a:cubicBezTo>
                  <a:cubicBezTo>
                    <a:pt x="147" y="5223"/>
                    <a:pt x="171" y="5272"/>
                    <a:pt x="219" y="5321"/>
                  </a:cubicBezTo>
                  <a:cubicBezTo>
                    <a:pt x="219" y="5345"/>
                    <a:pt x="244" y="5345"/>
                    <a:pt x="244" y="5345"/>
                  </a:cubicBezTo>
                  <a:lnTo>
                    <a:pt x="292" y="5345"/>
                  </a:lnTo>
                  <a:cubicBezTo>
                    <a:pt x="292" y="5321"/>
                    <a:pt x="292" y="5296"/>
                    <a:pt x="292" y="5272"/>
                  </a:cubicBezTo>
                  <a:cubicBezTo>
                    <a:pt x="244" y="5223"/>
                    <a:pt x="219" y="5175"/>
                    <a:pt x="195" y="5126"/>
                  </a:cubicBezTo>
                  <a:cubicBezTo>
                    <a:pt x="178" y="5109"/>
                    <a:pt x="161" y="5092"/>
                    <a:pt x="144" y="5092"/>
                  </a:cubicBezTo>
                  <a:close/>
                  <a:moveTo>
                    <a:pt x="365" y="5400"/>
                  </a:moveTo>
                  <a:cubicBezTo>
                    <a:pt x="353" y="5400"/>
                    <a:pt x="341" y="5406"/>
                    <a:pt x="341" y="5418"/>
                  </a:cubicBezTo>
                  <a:cubicBezTo>
                    <a:pt x="317" y="5442"/>
                    <a:pt x="317" y="5466"/>
                    <a:pt x="341" y="5491"/>
                  </a:cubicBezTo>
                  <a:lnTo>
                    <a:pt x="389" y="5491"/>
                  </a:lnTo>
                  <a:cubicBezTo>
                    <a:pt x="414" y="5466"/>
                    <a:pt x="414" y="5442"/>
                    <a:pt x="389" y="5418"/>
                  </a:cubicBezTo>
                  <a:cubicBezTo>
                    <a:pt x="389" y="5406"/>
                    <a:pt x="377" y="5400"/>
                    <a:pt x="365" y="540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32" name="Google Shape;332;p26"/>
          <p:cNvGrpSpPr/>
          <p:nvPr/>
        </p:nvGrpSpPr>
        <p:grpSpPr>
          <a:xfrm>
            <a:off x="1269520" y="295319"/>
            <a:ext cx="1860620" cy="811048"/>
            <a:chOff x="3965010" y="571479"/>
            <a:chExt cx="1651683" cy="719972"/>
          </a:xfrm>
        </p:grpSpPr>
        <p:grpSp>
          <p:nvGrpSpPr>
            <p:cNvPr id="333" name="Google Shape;333;p26"/>
            <p:cNvGrpSpPr/>
            <p:nvPr/>
          </p:nvGrpSpPr>
          <p:grpSpPr>
            <a:xfrm>
              <a:off x="3965010" y="571479"/>
              <a:ext cx="1446820" cy="719972"/>
              <a:chOff x="3953250" y="571500"/>
              <a:chExt cx="1383325" cy="766825"/>
            </a:xfrm>
          </p:grpSpPr>
          <p:grpSp>
            <p:nvGrpSpPr>
              <p:cNvPr id="334" name="Google Shape;334;p26"/>
              <p:cNvGrpSpPr/>
              <p:nvPr/>
            </p:nvGrpSpPr>
            <p:grpSpPr>
              <a:xfrm>
                <a:off x="3953250" y="571500"/>
                <a:ext cx="1383165" cy="669650"/>
                <a:chOff x="897088" y="2374675"/>
                <a:chExt cx="1383165" cy="669650"/>
              </a:xfrm>
            </p:grpSpPr>
            <p:sp>
              <p:nvSpPr>
                <p:cNvPr id="335" name="Google Shape;335;p26"/>
                <p:cNvSpPr/>
                <p:nvPr/>
              </p:nvSpPr>
              <p:spPr>
                <a:xfrm>
                  <a:off x="1135613" y="2416700"/>
                  <a:ext cx="622500" cy="62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26"/>
                <p:cNvSpPr/>
                <p:nvPr/>
              </p:nvSpPr>
              <p:spPr>
                <a:xfrm>
                  <a:off x="1479050" y="23746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26"/>
                <p:cNvSpPr/>
                <p:nvPr/>
              </p:nvSpPr>
              <p:spPr>
                <a:xfrm>
                  <a:off x="897088" y="2689700"/>
                  <a:ext cx="492600" cy="354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26"/>
                <p:cNvSpPr/>
                <p:nvPr/>
              </p:nvSpPr>
              <p:spPr>
                <a:xfrm>
                  <a:off x="1657753" y="2551725"/>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9" name="Google Shape;339;p26"/>
              <p:cNvSpPr/>
              <p:nvPr/>
            </p:nvSpPr>
            <p:spPr>
              <a:xfrm>
                <a:off x="3972775" y="907225"/>
                <a:ext cx="1363800" cy="431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0" name="Google Shape;340;p26"/>
            <p:cNvSpPr/>
            <p:nvPr/>
          </p:nvSpPr>
          <p:spPr>
            <a:xfrm>
              <a:off x="4006544" y="571481"/>
              <a:ext cx="1610148" cy="660750"/>
            </a:xfrm>
            <a:custGeom>
              <a:avLst/>
              <a:gdLst/>
              <a:ahLst/>
              <a:cxnLst/>
              <a:rect l="l" t="t" r="r" b="b"/>
              <a:pathLst>
                <a:path w="3864" h="1872" extrusionOk="0">
                  <a:moveTo>
                    <a:pt x="1847" y="365"/>
                  </a:moveTo>
                  <a:cubicBezTo>
                    <a:pt x="1920" y="487"/>
                    <a:pt x="1920" y="633"/>
                    <a:pt x="1871" y="754"/>
                  </a:cubicBezTo>
                  <a:lnTo>
                    <a:pt x="1847" y="754"/>
                  </a:lnTo>
                  <a:cubicBezTo>
                    <a:pt x="1847" y="754"/>
                    <a:pt x="1823" y="754"/>
                    <a:pt x="1798" y="705"/>
                  </a:cubicBezTo>
                  <a:cubicBezTo>
                    <a:pt x="1774" y="608"/>
                    <a:pt x="1774" y="487"/>
                    <a:pt x="1847" y="390"/>
                  </a:cubicBezTo>
                  <a:lnTo>
                    <a:pt x="1847" y="365"/>
                  </a:lnTo>
                  <a:close/>
                  <a:moveTo>
                    <a:pt x="2891" y="584"/>
                  </a:moveTo>
                  <a:lnTo>
                    <a:pt x="2891" y="608"/>
                  </a:lnTo>
                  <a:cubicBezTo>
                    <a:pt x="2940" y="754"/>
                    <a:pt x="2940" y="900"/>
                    <a:pt x="2867" y="948"/>
                  </a:cubicBezTo>
                  <a:cubicBezTo>
                    <a:pt x="2831" y="960"/>
                    <a:pt x="2806" y="967"/>
                    <a:pt x="2791" y="967"/>
                  </a:cubicBezTo>
                  <a:cubicBezTo>
                    <a:pt x="2776" y="967"/>
                    <a:pt x="2770" y="960"/>
                    <a:pt x="2770" y="948"/>
                  </a:cubicBezTo>
                  <a:cubicBezTo>
                    <a:pt x="2770" y="803"/>
                    <a:pt x="2794" y="681"/>
                    <a:pt x="2891" y="584"/>
                  </a:cubicBezTo>
                  <a:close/>
                  <a:moveTo>
                    <a:pt x="754" y="1021"/>
                  </a:moveTo>
                  <a:cubicBezTo>
                    <a:pt x="851" y="1021"/>
                    <a:pt x="924" y="1070"/>
                    <a:pt x="972" y="1143"/>
                  </a:cubicBezTo>
                  <a:cubicBezTo>
                    <a:pt x="997" y="1216"/>
                    <a:pt x="972" y="1288"/>
                    <a:pt x="899" y="1337"/>
                  </a:cubicBezTo>
                  <a:cubicBezTo>
                    <a:pt x="887" y="1349"/>
                    <a:pt x="875" y="1355"/>
                    <a:pt x="863" y="1355"/>
                  </a:cubicBezTo>
                  <a:cubicBezTo>
                    <a:pt x="851" y="1355"/>
                    <a:pt x="839" y="1349"/>
                    <a:pt x="827" y="1337"/>
                  </a:cubicBezTo>
                  <a:cubicBezTo>
                    <a:pt x="754" y="1240"/>
                    <a:pt x="754" y="1143"/>
                    <a:pt x="754" y="1045"/>
                  </a:cubicBezTo>
                  <a:lnTo>
                    <a:pt x="754" y="1021"/>
                  </a:lnTo>
                  <a:close/>
                  <a:moveTo>
                    <a:pt x="2357" y="74"/>
                  </a:moveTo>
                  <a:cubicBezTo>
                    <a:pt x="2600" y="122"/>
                    <a:pt x="2794" y="268"/>
                    <a:pt x="2867" y="487"/>
                  </a:cubicBezTo>
                  <a:cubicBezTo>
                    <a:pt x="2746" y="608"/>
                    <a:pt x="2673" y="778"/>
                    <a:pt x="2697" y="973"/>
                  </a:cubicBezTo>
                  <a:cubicBezTo>
                    <a:pt x="2725" y="1015"/>
                    <a:pt x="2745" y="1041"/>
                    <a:pt x="2786" y="1041"/>
                  </a:cubicBezTo>
                  <a:cubicBezTo>
                    <a:pt x="2815" y="1041"/>
                    <a:pt x="2855" y="1027"/>
                    <a:pt x="2916" y="997"/>
                  </a:cubicBezTo>
                  <a:cubicBezTo>
                    <a:pt x="3061" y="924"/>
                    <a:pt x="3037" y="681"/>
                    <a:pt x="2964" y="487"/>
                  </a:cubicBezTo>
                  <a:cubicBezTo>
                    <a:pt x="2989" y="462"/>
                    <a:pt x="3013" y="462"/>
                    <a:pt x="3061" y="462"/>
                  </a:cubicBezTo>
                  <a:cubicBezTo>
                    <a:pt x="3329" y="535"/>
                    <a:pt x="3572" y="730"/>
                    <a:pt x="3693" y="997"/>
                  </a:cubicBezTo>
                  <a:cubicBezTo>
                    <a:pt x="3766" y="1143"/>
                    <a:pt x="3766" y="1337"/>
                    <a:pt x="3644" y="1483"/>
                  </a:cubicBezTo>
                  <a:cubicBezTo>
                    <a:pt x="3474" y="1677"/>
                    <a:pt x="2819" y="1799"/>
                    <a:pt x="1774" y="1799"/>
                  </a:cubicBezTo>
                  <a:cubicBezTo>
                    <a:pt x="1118" y="1799"/>
                    <a:pt x="535" y="1750"/>
                    <a:pt x="535" y="1750"/>
                  </a:cubicBezTo>
                  <a:cubicBezTo>
                    <a:pt x="316" y="1726"/>
                    <a:pt x="195" y="1653"/>
                    <a:pt x="146" y="1507"/>
                  </a:cubicBezTo>
                  <a:cubicBezTo>
                    <a:pt x="98" y="1386"/>
                    <a:pt x="219" y="1216"/>
                    <a:pt x="438" y="1118"/>
                  </a:cubicBezTo>
                  <a:cubicBezTo>
                    <a:pt x="511" y="1070"/>
                    <a:pt x="584" y="1045"/>
                    <a:pt x="681" y="1045"/>
                  </a:cubicBezTo>
                  <a:cubicBezTo>
                    <a:pt x="657" y="1167"/>
                    <a:pt x="705" y="1288"/>
                    <a:pt x="778" y="1410"/>
                  </a:cubicBezTo>
                  <a:cubicBezTo>
                    <a:pt x="808" y="1440"/>
                    <a:pt x="857" y="1461"/>
                    <a:pt x="901" y="1461"/>
                  </a:cubicBezTo>
                  <a:cubicBezTo>
                    <a:pt x="928" y="1461"/>
                    <a:pt x="954" y="1453"/>
                    <a:pt x="972" y="1434"/>
                  </a:cubicBezTo>
                  <a:cubicBezTo>
                    <a:pt x="1070" y="1361"/>
                    <a:pt x="1118" y="1240"/>
                    <a:pt x="1094" y="1118"/>
                  </a:cubicBezTo>
                  <a:cubicBezTo>
                    <a:pt x="1045" y="1021"/>
                    <a:pt x="924" y="924"/>
                    <a:pt x="802" y="924"/>
                  </a:cubicBezTo>
                  <a:cubicBezTo>
                    <a:pt x="851" y="681"/>
                    <a:pt x="1021" y="462"/>
                    <a:pt x="1264" y="365"/>
                  </a:cubicBezTo>
                  <a:cubicBezTo>
                    <a:pt x="1395" y="278"/>
                    <a:pt x="1517" y="234"/>
                    <a:pt x="1621" y="234"/>
                  </a:cubicBezTo>
                  <a:cubicBezTo>
                    <a:pt x="1689" y="234"/>
                    <a:pt x="1750" y="254"/>
                    <a:pt x="1798" y="292"/>
                  </a:cubicBezTo>
                  <a:cubicBezTo>
                    <a:pt x="1701" y="414"/>
                    <a:pt x="1677" y="584"/>
                    <a:pt x="1750" y="730"/>
                  </a:cubicBezTo>
                  <a:cubicBezTo>
                    <a:pt x="1750" y="778"/>
                    <a:pt x="1798" y="827"/>
                    <a:pt x="1871" y="827"/>
                  </a:cubicBezTo>
                  <a:cubicBezTo>
                    <a:pt x="1895" y="827"/>
                    <a:pt x="1920" y="803"/>
                    <a:pt x="1944" y="778"/>
                  </a:cubicBezTo>
                  <a:cubicBezTo>
                    <a:pt x="2041" y="633"/>
                    <a:pt x="2017" y="438"/>
                    <a:pt x="1920" y="292"/>
                  </a:cubicBezTo>
                  <a:cubicBezTo>
                    <a:pt x="1993" y="220"/>
                    <a:pt x="2090" y="147"/>
                    <a:pt x="2187" y="122"/>
                  </a:cubicBezTo>
                  <a:cubicBezTo>
                    <a:pt x="2236" y="98"/>
                    <a:pt x="2308" y="98"/>
                    <a:pt x="2357" y="74"/>
                  </a:cubicBezTo>
                  <a:close/>
                  <a:moveTo>
                    <a:pt x="2333" y="1"/>
                  </a:moveTo>
                  <a:cubicBezTo>
                    <a:pt x="2260" y="1"/>
                    <a:pt x="2211" y="25"/>
                    <a:pt x="2138" y="50"/>
                  </a:cubicBezTo>
                  <a:cubicBezTo>
                    <a:pt x="2017" y="74"/>
                    <a:pt x="1920" y="147"/>
                    <a:pt x="1823" y="244"/>
                  </a:cubicBezTo>
                  <a:cubicBezTo>
                    <a:pt x="1756" y="188"/>
                    <a:pt x="1674" y="158"/>
                    <a:pt x="1579" y="158"/>
                  </a:cubicBezTo>
                  <a:cubicBezTo>
                    <a:pt x="1466" y="158"/>
                    <a:pt x="1336" y="200"/>
                    <a:pt x="1191" y="292"/>
                  </a:cubicBezTo>
                  <a:cubicBezTo>
                    <a:pt x="924" y="414"/>
                    <a:pt x="754" y="657"/>
                    <a:pt x="681" y="948"/>
                  </a:cubicBezTo>
                  <a:cubicBezTo>
                    <a:pt x="584" y="948"/>
                    <a:pt x="487" y="973"/>
                    <a:pt x="414" y="1021"/>
                  </a:cubicBezTo>
                  <a:cubicBezTo>
                    <a:pt x="146" y="1167"/>
                    <a:pt x="1" y="1361"/>
                    <a:pt x="49" y="1531"/>
                  </a:cubicBezTo>
                  <a:cubicBezTo>
                    <a:pt x="74" y="1701"/>
                    <a:pt x="268" y="1823"/>
                    <a:pt x="511" y="1847"/>
                  </a:cubicBezTo>
                  <a:cubicBezTo>
                    <a:pt x="511" y="1847"/>
                    <a:pt x="1118" y="1871"/>
                    <a:pt x="1774" y="1871"/>
                  </a:cubicBezTo>
                  <a:cubicBezTo>
                    <a:pt x="2867" y="1871"/>
                    <a:pt x="3523" y="1774"/>
                    <a:pt x="3717" y="1556"/>
                  </a:cubicBezTo>
                  <a:cubicBezTo>
                    <a:pt x="3839" y="1386"/>
                    <a:pt x="3863" y="1167"/>
                    <a:pt x="3766" y="973"/>
                  </a:cubicBezTo>
                  <a:cubicBezTo>
                    <a:pt x="3620" y="681"/>
                    <a:pt x="3353" y="438"/>
                    <a:pt x="3037" y="365"/>
                  </a:cubicBezTo>
                  <a:cubicBezTo>
                    <a:pt x="2989" y="365"/>
                    <a:pt x="2940" y="390"/>
                    <a:pt x="2916" y="414"/>
                  </a:cubicBezTo>
                  <a:cubicBezTo>
                    <a:pt x="2819" y="171"/>
                    <a:pt x="2600" y="25"/>
                    <a:pt x="23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1" name="Google Shape;341;p26"/>
          <p:cNvSpPr/>
          <p:nvPr/>
        </p:nvSpPr>
        <p:spPr>
          <a:xfrm>
            <a:off x="-49275" y="4823551"/>
            <a:ext cx="1603944" cy="369024"/>
          </a:xfrm>
          <a:custGeom>
            <a:avLst/>
            <a:gdLst/>
            <a:ahLst/>
            <a:cxnLst/>
            <a:rect l="l" t="t" r="r" b="b"/>
            <a:pathLst>
              <a:path w="7289" h="1677" extrusionOk="0">
                <a:moveTo>
                  <a:pt x="2819" y="1"/>
                </a:moveTo>
                <a:lnTo>
                  <a:pt x="2114" y="1191"/>
                </a:lnTo>
                <a:lnTo>
                  <a:pt x="1604" y="268"/>
                </a:lnTo>
                <a:lnTo>
                  <a:pt x="1118" y="1361"/>
                </a:lnTo>
                <a:lnTo>
                  <a:pt x="584" y="754"/>
                </a:lnTo>
                <a:lnTo>
                  <a:pt x="1" y="1677"/>
                </a:lnTo>
                <a:lnTo>
                  <a:pt x="7289" y="1677"/>
                </a:lnTo>
                <a:lnTo>
                  <a:pt x="6657" y="559"/>
                </a:lnTo>
                <a:lnTo>
                  <a:pt x="6001" y="1191"/>
                </a:lnTo>
                <a:lnTo>
                  <a:pt x="5394" y="268"/>
                </a:lnTo>
                <a:lnTo>
                  <a:pt x="4738" y="1191"/>
                </a:lnTo>
                <a:lnTo>
                  <a:pt x="4252" y="1"/>
                </a:lnTo>
                <a:lnTo>
                  <a:pt x="3353" y="1118"/>
                </a:lnTo>
                <a:lnTo>
                  <a:pt x="28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26"/>
          <p:cNvSpPr/>
          <p:nvPr/>
        </p:nvSpPr>
        <p:spPr>
          <a:xfrm>
            <a:off x="1506177"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26"/>
          <p:cNvSpPr/>
          <p:nvPr/>
        </p:nvSpPr>
        <p:spPr>
          <a:xfrm>
            <a:off x="6003929"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26"/>
          <p:cNvSpPr/>
          <p:nvPr/>
        </p:nvSpPr>
        <p:spPr>
          <a:xfrm>
            <a:off x="7532351" y="4823550"/>
            <a:ext cx="1696695" cy="369025"/>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26"/>
          <p:cNvSpPr/>
          <p:nvPr/>
        </p:nvSpPr>
        <p:spPr>
          <a:xfrm>
            <a:off x="3145661"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26"/>
          <p:cNvSpPr/>
          <p:nvPr/>
        </p:nvSpPr>
        <p:spPr>
          <a:xfrm>
            <a:off x="4669614" y="4886410"/>
            <a:ext cx="1407648" cy="306163"/>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26"/>
          <p:cNvSpPr/>
          <p:nvPr/>
        </p:nvSpPr>
        <p:spPr>
          <a:xfrm>
            <a:off x="2368255"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3">
  <p:cSld name="CUSTOM_54_1_1">
    <p:bg>
      <p:bgPr>
        <a:blipFill>
          <a:blip r:embed="rId2">
            <a:alphaModFix/>
          </a:blip>
          <a:stretch>
            <a:fillRect/>
          </a:stretch>
        </a:blipFill>
        <a:effectLst/>
      </p:bgPr>
    </p:bg>
    <p:spTree>
      <p:nvGrpSpPr>
        <p:cNvPr id="1" name="Shape 348"/>
        <p:cNvGrpSpPr/>
        <p:nvPr/>
      </p:nvGrpSpPr>
      <p:grpSpPr>
        <a:xfrm>
          <a:off x="0" y="0"/>
          <a:ext cx="0" cy="0"/>
          <a:chOff x="0" y="0"/>
          <a:chExt cx="0" cy="0"/>
        </a:xfrm>
      </p:grpSpPr>
      <p:sp>
        <p:nvSpPr>
          <p:cNvPr id="349" name="Google Shape;349;p27"/>
          <p:cNvSpPr txBox="1">
            <a:spLocks noGrp="1"/>
          </p:cNvSpPr>
          <p:nvPr>
            <p:ph type="ctrTitle"/>
          </p:nvPr>
        </p:nvSpPr>
        <p:spPr>
          <a:xfrm>
            <a:off x="4225363" y="953200"/>
            <a:ext cx="2624100" cy="67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200"/>
              <a:buNone/>
              <a:defRPr/>
            </a:lvl1pPr>
            <a:lvl2pPr lvl="1" algn="ctr">
              <a:lnSpc>
                <a:spcPct val="100000"/>
              </a:lnSpc>
              <a:spcBef>
                <a:spcPts val="0"/>
              </a:spcBef>
              <a:spcAft>
                <a:spcPts val="0"/>
              </a:spcAft>
              <a:buClr>
                <a:srgbClr val="000000"/>
              </a:buClr>
              <a:buSzPts val="1200"/>
              <a:buNone/>
              <a:defRPr sz="1200">
                <a:solidFill>
                  <a:srgbClr val="000000"/>
                </a:solidFill>
              </a:defRPr>
            </a:lvl2pPr>
            <a:lvl3pPr lvl="2" algn="ctr">
              <a:lnSpc>
                <a:spcPct val="100000"/>
              </a:lnSpc>
              <a:spcBef>
                <a:spcPts val="0"/>
              </a:spcBef>
              <a:spcAft>
                <a:spcPts val="0"/>
              </a:spcAft>
              <a:buClr>
                <a:srgbClr val="000000"/>
              </a:buClr>
              <a:buSzPts val="1200"/>
              <a:buNone/>
              <a:defRPr sz="1200">
                <a:solidFill>
                  <a:srgbClr val="000000"/>
                </a:solidFill>
              </a:defRPr>
            </a:lvl3pPr>
            <a:lvl4pPr lvl="3" algn="ctr">
              <a:lnSpc>
                <a:spcPct val="100000"/>
              </a:lnSpc>
              <a:spcBef>
                <a:spcPts val="0"/>
              </a:spcBef>
              <a:spcAft>
                <a:spcPts val="0"/>
              </a:spcAft>
              <a:buClr>
                <a:srgbClr val="000000"/>
              </a:buClr>
              <a:buSzPts val="1200"/>
              <a:buNone/>
              <a:defRPr sz="1200">
                <a:solidFill>
                  <a:srgbClr val="000000"/>
                </a:solidFill>
              </a:defRPr>
            </a:lvl4pPr>
            <a:lvl5pPr lvl="4" algn="ctr">
              <a:lnSpc>
                <a:spcPct val="100000"/>
              </a:lnSpc>
              <a:spcBef>
                <a:spcPts val="0"/>
              </a:spcBef>
              <a:spcAft>
                <a:spcPts val="0"/>
              </a:spcAft>
              <a:buClr>
                <a:srgbClr val="000000"/>
              </a:buClr>
              <a:buSzPts val="1200"/>
              <a:buNone/>
              <a:defRPr sz="1200">
                <a:solidFill>
                  <a:srgbClr val="000000"/>
                </a:solidFill>
              </a:defRPr>
            </a:lvl5pPr>
            <a:lvl6pPr lvl="5" algn="ctr">
              <a:lnSpc>
                <a:spcPct val="100000"/>
              </a:lnSpc>
              <a:spcBef>
                <a:spcPts val="0"/>
              </a:spcBef>
              <a:spcAft>
                <a:spcPts val="0"/>
              </a:spcAft>
              <a:buClr>
                <a:srgbClr val="000000"/>
              </a:buClr>
              <a:buSzPts val="1200"/>
              <a:buNone/>
              <a:defRPr sz="1200">
                <a:solidFill>
                  <a:srgbClr val="000000"/>
                </a:solidFill>
              </a:defRPr>
            </a:lvl6pPr>
            <a:lvl7pPr lvl="6" algn="ctr">
              <a:lnSpc>
                <a:spcPct val="100000"/>
              </a:lnSpc>
              <a:spcBef>
                <a:spcPts val="0"/>
              </a:spcBef>
              <a:spcAft>
                <a:spcPts val="0"/>
              </a:spcAft>
              <a:buClr>
                <a:srgbClr val="000000"/>
              </a:buClr>
              <a:buSzPts val="1200"/>
              <a:buNone/>
              <a:defRPr sz="1200">
                <a:solidFill>
                  <a:srgbClr val="000000"/>
                </a:solidFill>
              </a:defRPr>
            </a:lvl7pPr>
            <a:lvl8pPr lvl="7" algn="ctr">
              <a:lnSpc>
                <a:spcPct val="100000"/>
              </a:lnSpc>
              <a:spcBef>
                <a:spcPts val="0"/>
              </a:spcBef>
              <a:spcAft>
                <a:spcPts val="0"/>
              </a:spcAft>
              <a:buClr>
                <a:srgbClr val="000000"/>
              </a:buClr>
              <a:buSzPts val="1200"/>
              <a:buNone/>
              <a:defRPr sz="1200">
                <a:solidFill>
                  <a:srgbClr val="000000"/>
                </a:solidFill>
              </a:defRPr>
            </a:lvl8pPr>
            <a:lvl9pPr lvl="8" algn="ctr">
              <a:lnSpc>
                <a:spcPct val="100000"/>
              </a:lnSpc>
              <a:spcBef>
                <a:spcPts val="0"/>
              </a:spcBef>
              <a:spcAft>
                <a:spcPts val="0"/>
              </a:spcAft>
              <a:buClr>
                <a:srgbClr val="000000"/>
              </a:buClr>
              <a:buSzPts val="1200"/>
              <a:buNone/>
              <a:defRPr sz="1200">
                <a:solidFill>
                  <a:srgbClr val="000000"/>
                </a:solidFill>
              </a:defRPr>
            </a:lvl9pPr>
          </a:lstStyle>
          <a:p>
            <a:endParaRPr/>
          </a:p>
        </p:txBody>
      </p:sp>
      <p:sp>
        <p:nvSpPr>
          <p:cNvPr id="350" name="Google Shape;350;p27"/>
          <p:cNvSpPr txBox="1">
            <a:spLocks noGrp="1"/>
          </p:cNvSpPr>
          <p:nvPr>
            <p:ph type="subTitle" idx="1"/>
          </p:nvPr>
        </p:nvSpPr>
        <p:spPr>
          <a:xfrm>
            <a:off x="4225375" y="1637850"/>
            <a:ext cx="2624100" cy="555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1000"/>
              <a:buFont typeface="Arial"/>
              <a:buNone/>
              <a:defRPr sz="1400">
                <a:solidFill>
                  <a:schemeClr val="dk1"/>
                </a:solidFill>
                <a:latin typeface="Arial"/>
                <a:ea typeface="Arial"/>
                <a:cs typeface="Arial"/>
                <a:sym typeface="Arial"/>
              </a:defRPr>
            </a:lvl1pPr>
            <a:lvl2pPr lvl="1"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2pPr>
            <a:lvl3pPr lvl="2"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3pPr>
            <a:lvl4pPr lvl="3"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4pPr>
            <a:lvl5pPr lvl="4"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5pPr>
            <a:lvl6pPr lvl="5"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6pPr>
            <a:lvl7pPr lvl="6"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7pPr>
            <a:lvl8pPr lvl="7"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8pPr>
            <a:lvl9pPr lvl="8" algn="l">
              <a:lnSpc>
                <a:spcPct val="100000"/>
              </a:lnSpc>
              <a:spcBef>
                <a:spcPts val="0"/>
              </a:spcBef>
              <a:spcAft>
                <a:spcPts val="0"/>
              </a:spcAft>
              <a:buClr>
                <a:srgbClr val="000000"/>
              </a:buClr>
              <a:buSzPts val="1000"/>
              <a:buFont typeface="Arial"/>
              <a:buNone/>
              <a:defRPr sz="1000">
                <a:solidFill>
                  <a:srgbClr val="000000"/>
                </a:solidFill>
                <a:latin typeface="Arial"/>
                <a:ea typeface="Arial"/>
                <a:cs typeface="Arial"/>
                <a:sym typeface="Arial"/>
              </a:defRPr>
            </a:lvl9pPr>
          </a:lstStyle>
          <a:p>
            <a:endParaRPr/>
          </a:p>
        </p:txBody>
      </p:sp>
      <p:sp>
        <p:nvSpPr>
          <p:cNvPr id="351" name="Google Shape;351;p27"/>
          <p:cNvSpPr txBox="1">
            <a:spLocks noGrp="1"/>
          </p:cNvSpPr>
          <p:nvPr>
            <p:ph type="title" idx="2"/>
          </p:nvPr>
        </p:nvSpPr>
        <p:spPr>
          <a:xfrm>
            <a:off x="2294538" y="786050"/>
            <a:ext cx="2154000" cy="1541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4800"/>
              <a:buNone/>
              <a:defRPr sz="10000"/>
            </a:lvl1pPr>
            <a:lvl2pPr lvl="1"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2pPr>
            <a:lvl3pPr lvl="2"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3pPr>
            <a:lvl4pPr lvl="3"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4pPr>
            <a:lvl5pPr lvl="4"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5pPr>
            <a:lvl6pPr lvl="5"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6pPr>
            <a:lvl7pPr lvl="6"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7pPr>
            <a:lvl8pPr lvl="7"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8pPr>
            <a:lvl9pPr lvl="8" algn="ctr">
              <a:lnSpc>
                <a:spcPct val="100000"/>
              </a:lnSpc>
              <a:spcBef>
                <a:spcPts val="0"/>
              </a:spcBef>
              <a:spcAft>
                <a:spcPts val="0"/>
              </a:spcAft>
              <a:buClr>
                <a:srgbClr val="000000"/>
              </a:buClr>
              <a:buSzPts val="4800"/>
              <a:buFont typeface="Arial"/>
              <a:buNone/>
              <a:defRPr sz="4800">
                <a:solidFill>
                  <a:srgbClr val="000000"/>
                </a:solidFill>
                <a:latin typeface="Arial"/>
                <a:ea typeface="Arial"/>
                <a:cs typeface="Arial"/>
                <a:sym typeface="Arial"/>
              </a:defRPr>
            </a:lvl9pPr>
          </a:lstStyle>
          <a:p>
            <a:endParaRPr/>
          </a:p>
        </p:txBody>
      </p:sp>
      <p:grpSp>
        <p:nvGrpSpPr>
          <p:cNvPr id="352" name="Google Shape;352;p27"/>
          <p:cNvGrpSpPr/>
          <p:nvPr/>
        </p:nvGrpSpPr>
        <p:grpSpPr>
          <a:xfrm>
            <a:off x="-187098" y="2289785"/>
            <a:ext cx="2037701" cy="1610804"/>
            <a:chOff x="855987" y="2204128"/>
            <a:chExt cx="1217483" cy="962421"/>
          </a:xfrm>
        </p:grpSpPr>
        <p:grpSp>
          <p:nvGrpSpPr>
            <p:cNvPr id="353" name="Google Shape;353;p27"/>
            <p:cNvGrpSpPr/>
            <p:nvPr/>
          </p:nvGrpSpPr>
          <p:grpSpPr>
            <a:xfrm>
              <a:off x="855987" y="2204128"/>
              <a:ext cx="1146638" cy="962421"/>
              <a:chOff x="958238" y="2157575"/>
              <a:chExt cx="1115190" cy="936025"/>
            </a:xfrm>
          </p:grpSpPr>
          <p:sp>
            <p:nvSpPr>
              <p:cNvPr id="354" name="Google Shape;354;p27"/>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27"/>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27"/>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27"/>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27"/>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27"/>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0" name="Google Shape;360;p27"/>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61" name="Google Shape;361;p27"/>
          <p:cNvGrpSpPr/>
          <p:nvPr/>
        </p:nvGrpSpPr>
        <p:grpSpPr>
          <a:xfrm>
            <a:off x="5520628" y="156273"/>
            <a:ext cx="1651683" cy="719972"/>
            <a:chOff x="3965010" y="571479"/>
            <a:chExt cx="1651683" cy="719972"/>
          </a:xfrm>
        </p:grpSpPr>
        <p:grpSp>
          <p:nvGrpSpPr>
            <p:cNvPr id="362" name="Google Shape;362;p27"/>
            <p:cNvGrpSpPr/>
            <p:nvPr/>
          </p:nvGrpSpPr>
          <p:grpSpPr>
            <a:xfrm>
              <a:off x="3965010" y="571479"/>
              <a:ext cx="1446820" cy="719972"/>
              <a:chOff x="3953250" y="571500"/>
              <a:chExt cx="1383325" cy="766825"/>
            </a:xfrm>
          </p:grpSpPr>
          <p:grpSp>
            <p:nvGrpSpPr>
              <p:cNvPr id="363" name="Google Shape;363;p27"/>
              <p:cNvGrpSpPr/>
              <p:nvPr/>
            </p:nvGrpSpPr>
            <p:grpSpPr>
              <a:xfrm>
                <a:off x="3953250" y="571500"/>
                <a:ext cx="1383165" cy="669650"/>
                <a:chOff x="897088" y="2374675"/>
                <a:chExt cx="1383165" cy="669650"/>
              </a:xfrm>
            </p:grpSpPr>
            <p:sp>
              <p:nvSpPr>
                <p:cNvPr id="364" name="Google Shape;364;p27"/>
                <p:cNvSpPr/>
                <p:nvPr/>
              </p:nvSpPr>
              <p:spPr>
                <a:xfrm>
                  <a:off x="1135613" y="2416700"/>
                  <a:ext cx="622500" cy="62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27"/>
                <p:cNvSpPr/>
                <p:nvPr/>
              </p:nvSpPr>
              <p:spPr>
                <a:xfrm>
                  <a:off x="1479050" y="23746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27"/>
                <p:cNvSpPr/>
                <p:nvPr/>
              </p:nvSpPr>
              <p:spPr>
                <a:xfrm>
                  <a:off x="897088" y="2689700"/>
                  <a:ext cx="492600" cy="354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27"/>
                <p:cNvSpPr/>
                <p:nvPr/>
              </p:nvSpPr>
              <p:spPr>
                <a:xfrm>
                  <a:off x="1657753" y="2551725"/>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8" name="Google Shape;368;p27"/>
              <p:cNvSpPr/>
              <p:nvPr/>
            </p:nvSpPr>
            <p:spPr>
              <a:xfrm>
                <a:off x="3972775" y="907225"/>
                <a:ext cx="1363800" cy="431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9" name="Google Shape;369;p27"/>
            <p:cNvSpPr/>
            <p:nvPr/>
          </p:nvSpPr>
          <p:spPr>
            <a:xfrm>
              <a:off x="4006544" y="571481"/>
              <a:ext cx="1610148" cy="660750"/>
            </a:xfrm>
            <a:custGeom>
              <a:avLst/>
              <a:gdLst/>
              <a:ahLst/>
              <a:cxnLst/>
              <a:rect l="l" t="t" r="r" b="b"/>
              <a:pathLst>
                <a:path w="3864" h="1872" extrusionOk="0">
                  <a:moveTo>
                    <a:pt x="1847" y="365"/>
                  </a:moveTo>
                  <a:cubicBezTo>
                    <a:pt x="1920" y="487"/>
                    <a:pt x="1920" y="633"/>
                    <a:pt x="1871" y="754"/>
                  </a:cubicBezTo>
                  <a:lnTo>
                    <a:pt x="1847" y="754"/>
                  </a:lnTo>
                  <a:cubicBezTo>
                    <a:pt x="1847" y="754"/>
                    <a:pt x="1823" y="754"/>
                    <a:pt x="1798" y="705"/>
                  </a:cubicBezTo>
                  <a:cubicBezTo>
                    <a:pt x="1774" y="608"/>
                    <a:pt x="1774" y="487"/>
                    <a:pt x="1847" y="390"/>
                  </a:cubicBezTo>
                  <a:lnTo>
                    <a:pt x="1847" y="365"/>
                  </a:lnTo>
                  <a:close/>
                  <a:moveTo>
                    <a:pt x="2891" y="584"/>
                  </a:moveTo>
                  <a:lnTo>
                    <a:pt x="2891" y="608"/>
                  </a:lnTo>
                  <a:cubicBezTo>
                    <a:pt x="2940" y="754"/>
                    <a:pt x="2940" y="900"/>
                    <a:pt x="2867" y="948"/>
                  </a:cubicBezTo>
                  <a:cubicBezTo>
                    <a:pt x="2831" y="960"/>
                    <a:pt x="2806" y="967"/>
                    <a:pt x="2791" y="967"/>
                  </a:cubicBezTo>
                  <a:cubicBezTo>
                    <a:pt x="2776" y="967"/>
                    <a:pt x="2770" y="960"/>
                    <a:pt x="2770" y="948"/>
                  </a:cubicBezTo>
                  <a:cubicBezTo>
                    <a:pt x="2770" y="803"/>
                    <a:pt x="2794" y="681"/>
                    <a:pt x="2891" y="584"/>
                  </a:cubicBezTo>
                  <a:close/>
                  <a:moveTo>
                    <a:pt x="754" y="1021"/>
                  </a:moveTo>
                  <a:cubicBezTo>
                    <a:pt x="851" y="1021"/>
                    <a:pt x="924" y="1070"/>
                    <a:pt x="972" y="1143"/>
                  </a:cubicBezTo>
                  <a:cubicBezTo>
                    <a:pt x="997" y="1216"/>
                    <a:pt x="972" y="1288"/>
                    <a:pt x="899" y="1337"/>
                  </a:cubicBezTo>
                  <a:cubicBezTo>
                    <a:pt x="887" y="1349"/>
                    <a:pt x="875" y="1355"/>
                    <a:pt x="863" y="1355"/>
                  </a:cubicBezTo>
                  <a:cubicBezTo>
                    <a:pt x="851" y="1355"/>
                    <a:pt x="839" y="1349"/>
                    <a:pt x="827" y="1337"/>
                  </a:cubicBezTo>
                  <a:cubicBezTo>
                    <a:pt x="754" y="1240"/>
                    <a:pt x="754" y="1143"/>
                    <a:pt x="754" y="1045"/>
                  </a:cubicBezTo>
                  <a:lnTo>
                    <a:pt x="754" y="1021"/>
                  </a:lnTo>
                  <a:close/>
                  <a:moveTo>
                    <a:pt x="2357" y="74"/>
                  </a:moveTo>
                  <a:cubicBezTo>
                    <a:pt x="2600" y="122"/>
                    <a:pt x="2794" y="268"/>
                    <a:pt x="2867" y="487"/>
                  </a:cubicBezTo>
                  <a:cubicBezTo>
                    <a:pt x="2746" y="608"/>
                    <a:pt x="2673" y="778"/>
                    <a:pt x="2697" y="973"/>
                  </a:cubicBezTo>
                  <a:cubicBezTo>
                    <a:pt x="2725" y="1015"/>
                    <a:pt x="2745" y="1041"/>
                    <a:pt x="2786" y="1041"/>
                  </a:cubicBezTo>
                  <a:cubicBezTo>
                    <a:pt x="2815" y="1041"/>
                    <a:pt x="2855" y="1027"/>
                    <a:pt x="2916" y="997"/>
                  </a:cubicBezTo>
                  <a:cubicBezTo>
                    <a:pt x="3061" y="924"/>
                    <a:pt x="3037" y="681"/>
                    <a:pt x="2964" y="487"/>
                  </a:cubicBezTo>
                  <a:cubicBezTo>
                    <a:pt x="2989" y="462"/>
                    <a:pt x="3013" y="462"/>
                    <a:pt x="3061" y="462"/>
                  </a:cubicBezTo>
                  <a:cubicBezTo>
                    <a:pt x="3329" y="535"/>
                    <a:pt x="3572" y="730"/>
                    <a:pt x="3693" y="997"/>
                  </a:cubicBezTo>
                  <a:cubicBezTo>
                    <a:pt x="3766" y="1143"/>
                    <a:pt x="3766" y="1337"/>
                    <a:pt x="3644" y="1483"/>
                  </a:cubicBezTo>
                  <a:cubicBezTo>
                    <a:pt x="3474" y="1677"/>
                    <a:pt x="2819" y="1799"/>
                    <a:pt x="1774" y="1799"/>
                  </a:cubicBezTo>
                  <a:cubicBezTo>
                    <a:pt x="1118" y="1799"/>
                    <a:pt x="535" y="1750"/>
                    <a:pt x="535" y="1750"/>
                  </a:cubicBezTo>
                  <a:cubicBezTo>
                    <a:pt x="316" y="1726"/>
                    <a:pt x="195" y="1653"/>
                    <a:pt x="146" y="1507"/>
                  </a:cubicBezTo>
                  <a:cubicBezTo>
                    <a:pt x="98" y="1386"/>
                    <a:pt x="219" y="1216"/>
                    <a:pt x="438" y="1118"/>
                  </a:cubicBezTo>
                  <a:cubicBezTo>
                    <a:pt x="511" y="1070"/>
                    <a:pt x="584" y="1045"/>
                    <a:pt x="681" y="1045"/>
                  </a:cubicBezTo>
                  <a:cubicBezTo>
                    <a:pt x="657" y="1167"/>
                    <a:pt x="705" y="1288"/>
                    <a:pt x="778" y="1410"/>
                  </a:cubicBezTo>
                  <a:cubicBezTo>
                    <a:pt x="808" y="1440"/>
                    <a:pt x="857" y="1461"/>
                    <a:pt x="901" y="1461"/>
                  </a:cubicBezTo>
                  <a:cubicBezTo>
                    <a:pt x="928" y="1461"/>
                    <a:pt x="954" y="1453"/>
                    <a:pt x="972" y="1434"/>
                  </a:cubicBezTo>
                  <a:cubicBezTo>
                    <a:pt x="1070" y="1361"/>
                    <a:pt x="1118" y="1240"/>
                    <a:pt x="1094" y="1118"/>
                  </a:cubicBezTo>
                  <a:cubicBezTo>
                    <a:pt x="1045" y="1021"/>
                    <a:pt x="924" y="924"/>
                    <a:pt x="802" y="924"/>
                  </a:cubicBezTo>
                  <a:cubicBezTo>
                    <a:pt x="851" y="681"/>
                    <a:pt x="1021" y="462"/>
                    <a:pt x="1264" y="365"/>
                  </a:cubicBezTo>
                  <a:cubicBezTo>
                    <a:pt x="1395" y="278"/>
                    <a:pt x="1517" y="234"/>
                    <a:pt x="1621" y="234"/>
                  </a:cubicBezTo>
                  <a:cubicBezTo>
                    <a:pt x="1689" y="234"/>
                    <a:pt x="1750" y="254"/>
                    <a:pt x="1798" y="292"/>
                  </a:cubicBezTo>
                  <a:cubicBezTo>
                    <a:pt x="1701" y="414"/>
                    <a:pt x="1677" y="584"/>
                    <a:pt x="1750" y="730"/>
                  </a:cubicBezTo>
                  <a:cubicBezTo>
                    <a:pt x="1750" y="778"/>
                    <a:pt x="1798" y="827"/>
                    <a:pt x="1871" y="827"/>
                  </a:cubicBezTo>
                  <a:cubicBezTo>
                    <a:pt x="1895" y="827"/>
                    <a:pt x="1920" y="803"/>
                    <a:pt x="1944" y="778"/>
                  </a:cubicBezTo>
                  <a:cubicBezTo>
                    <a:pt x="2041" y="633"/>
                    <a:pt x="2017" y="438"/>
                    <a:pt x="1920" y="292"/>
                  </a:cubicBezTo>
                  <a:cubicBezTo>
                    <a:pt x="1993" y="220"/>
                    <a:pt x="2090" y="147"/>
                    <a:pt x="2187" y="122"/>
                  </a:cubicBezTo>
                  <a:cubicBezTo>
                    <a:pt x="2236" y="98"/>
                    <a:pt x="2308" y="98"/>
                    <a:pt x="2357" y="74"/>
                  </a:cubicBezTo>
                  <a:close/>
                  <a:moveTo>
                    <a:pt x="2333" y="1"/>
                  </a:moveTo>
                  <a:cubicBezTo>
                    <a:pt x="2260" y="1"/>
                    <a:pt x="2211" y="25"/>
                    <a:pt x="2138" y="50"/>
                  </a:cubicBezTo>
                  <a:cubicBezTo>
                    <a:pt x="2017" y="74"/>
                    <a:pt x="1920" y="147"/>
                    <a:pt x="1823" y="244"/>
                  </a:cubicBezTo>
                  <a:cubicBezTo>
                    <a:pt x="1756" y="188"/>
                    <a:pt x="1674" y="158"/>
                    <a:pt x="1579" y="158"/>
                  </a:cubicBezTo>
                  <a:cubicBezTo>
                    <a:pt x="1466" y="158"/>
                    <a:pt x="1336" y="200"/>
                    <a:pt x="1191" y="292"/>
                  </a:cubicBezTo>
                  <a:cubicBezTo>
                    <a:pt x="924" y="414"/>
                    <a:pt x="754" y="657"/>
                    <a:pt x="681" y="948"/>
                  </a:cubicBezTo>
                  <a:cubicBezTo>
                    <a:pt x="584" y="948"/>
                    <a:pt x="487" y="973"/>
                    <a:pt x="414" y="1021"/>
                  </a:cubicBezTo>
                  <a:cubicBezTo>
                    <a:pt x="146" y="1167"/>
                    <a:pt x="1" y="1361"/>
                    <a:pt x="49" y="1531"/>
                  </a:cubicBezTo>
                  <a:cubicBezTo>
                    <a:pt x="74" y="1701"/>
                    <a:pt x="268" y="1823"/>
                    <a:pt x="511" y="1847"/>
                  </a:cubicBezTo>
                  <a:cubicBezTo>
                    <a:pt x="511" y="1847"/>
                    <a:pt x="1118" y="1871"/>
                    <a:pt x="1774" y="1871"/>
                  </a:cubicBezTo>
                  <a:cubicBezTo>
                    <a:pt x="2867" y="1871"/>
                    <a:pt x="3523" y="1774"/>
                    <a:pt x="3717" y="1556"/>
                  </a:cubicBezTo>
                  <a:cubicBezTo>
                    <a:pt x="3839" y="1386"/>
                    <a:pt x="3863" y="1167"/>
                    <a:pt x="3766" y="973"/>
                  </a:cubicBezTo>
                  <a:cubicBezTo>
                    <a:pt x="3620" y="681"/>
                    <a:pt x="3353" y="438"/>
                    <a:pt x="3037" y="365"/>
                  </a:cubicBezTo>
                  <a:cubicBezTo>
                    <a:pt x="2989" y="365"/>
                    <a:pt x="2940" y="390"/>
                    <a:pt x="2916" y="414"/>
                  </a:cubicBezTo>
                  <a:cubicBezTo>
                    <a:pt x="2819" y="171"/>
                    <a:pt x="2600" y="25"/>
                    <a:pt x="23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70" name="Google Shape;370;p27"/>
          <p:cNvGrpSpPr/>
          <p:nvPr/>
        </p:nvGrpSpPr>
        <p:grpSpPr>
          <a:xfrm rot="8903269">
            <a:off x="-62368" y="122447"/>
            <a:ext cx="1100970" cy="787624"/>
            <a:chOff x="1202177" y="4613417"/>
            <a:chExt cx="528376" cy="377939"/>
          </a:xfrm>
        </p:grpSpPr>
        <p:sp>
          <p:nvSpPr>
            <p:cNvPr id="371" name="Google Shape;371;p27"/>
            <p:cNvSpPr/>
            <p:nvPr/>
          </p:nvSpPr>
          <p:spPr>
            <a:xfrm>
              <a:off x="1564214" y="4671691"/>
              <a:ext cx="166339" cy="48340"/>
            </a:xfrm>
            <a:custGeom>
              <a:avLst/>
              <a:gdLst/>
              <a:ahLst/>
              <a:cxnLst/>
              <a:rect l="l" t="t" r="r" b="b"/>
              <a:pathLst>
                <a:path w="1507" h="438" extrusionOk="0">
                  <a:moveTo>
                    <a:pt x="1409" y="1"/>
                  </a:moveTo>
                  <a:lnTo>
                    <a:pt x="73" y="316"/>
                  </a:lnTo>
                  <a:cubicBezTo>
                    <a:pt x="25" y="316"/>
                    <a:pt x="0" y="341"/>
                    <a:pt x="25" y="389"/>
                  </a:cubicBezTo>
                  <a:cubicBezTo>
                    <a:pt x="25" y="414"/>
                    <a:pt x="49" y="438"/>
                    <a:pt x="73" y="438"/>
                  </a:cubicBezTo>
                  <a:lnTo>
                    <a:pt x="98" y="438"/>
                  </a:lnTo>
                  <a:lnTo>
                    <a:pt x="1434" y="122"/>
                  </a:lnTo>
                  <a:cubicBezTo>
                    <a:pt x="1506" y="122"/>
                    <a:pt x="1482" y="1"/>
                    <a:pt x="14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27"/>
            <p:cNvSpPr/>
            <p:nvPr/>
          </p:nvSpPr>
          <p:spPr>
            <a:xfrm>
              <a:off x="1602846" y="4613417"/>
              <a:ext cx="60708" cy="176363"/>
            </a:xfrm>
            <a:custGeom>
              <a:avLst/>
              <a:gdLst/>
              <a:ahLst/>
              <a:cxnLst/>
              <a:rect l="l" t="t" r="r" b="b"/>
              <a:pathLst>
                <a:path w="550" h="1598" extrusionOk="0">
                  <a:moveTo>
                    <a:pt x="77" y="0"/>
                  </a:moveTo>
                  <a:cubicBezTo>
                    <a:pt x="39" y="0"/>
                    <a:pt x="0" y="32"/>
                    <a:pt x="15" y="91"/>
                  </a:cubicBezTo>
                  <a:lnTo>
                    <a:pt x="403" y="1573"/>
                  </a:lnTo>
                  <a:cubicBezTo>
                    <a:pt x="428" y="1597"/>
                    <a:pt x="452" y="1597"/>
                    <a:pt x="476" y="1597"/>
                  </a:cubicBezTo>
                  <a:lnTo>
                    <a:pt x="501" y="1597"/>
                  </a:lnTo>
                  <a:cubicBezTo>
                    <a:pt x="525" y="1597"/>
                    <a:pt x="549" y="1549"/>
                    <a:pt x="525" y="1525"/>
                  </a:cubicBezTo>
                  <a:lnTo>
                    <a:pt x="136" y="43"/>
                  </a:lnTo>
                  <a:cubicBezTo>
                    <a:pt x="127" y="14"/>
                    <a:pt x="102" y="0"/>
                    <a:pt x="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27"/>
            <p:cNvSpPr/>
            <p:nvPr/>
          </p:nvSpPr>
          <p:spPr>
            <a:xfrm>
              <a:off x="1582978" y="4629421"/>
              <a:ext cx="104638" cy="138950"/>
            </a:xfrm>
            <a:custGeom>
              <a:avLst/>
              <a:gdLst/>
              <a:ahLst/>
              <a:cxnLst/>
              <a:rect l="l" t="t" r="r" b="b"/>
              <a:pathLst>
                <a:path w="948" h="1259" extrusionOk="0">
                  <a:moveTo>
                    <a:pt x="875" y="1"/>
                  </a:moveTo>
                  <a:cubicBezTo>
                    <a:pt x="857" y="1"/>
                    <a:pt x="838" y="7"/>
                    <a:pt x="826" y="19"/>
                  </a:cubicBezTo>
                  <a:lnTo>
                    <a:pt x="25" y="1161"/>
                  </a:lnTo>
                  <a:cubicBezTo>
                    <a:pt x="0" y="1185"/>
                    <a:pt x="0" y="1234"/>
                    <a:pt x="49" y="1258"/>
                  </a:cubicBezTo>
                  <a:lnTo>
                    <a:pt x="122" y="1258"/>
                  </a:lnTo>
                  <a:lnTo>
                    <a:pt x="924" y="92"/>
                  </a:lnTo>
                  <a:cubicBezTo>
                    <a:pt x="948" y="68"/>
                    <a:pt x="948" y="19"/>
                    <a:pt x="924" y="19"/>
                  </a:cubicBezTo>
                  <a:cubicBezTo>
                    <a:pt x="911" y="7"/>
                    <a:pt x="893" y="1"/>
                    <a:pt x="87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27"/>
            <p:cNvSpPr/>
            <p:nvPr/>
          </p:nvSpPr>
          <p:spPr>
            <a:xfrm>
              <a:off x="1548982" y="4644430"/>
              <a:ext cx="160158" cy="102419"/>
            </a:xfrm>
            <a:custGeom>
              <a:avLst/>
              <a:gdLst/>
              <a:ahLst/>
              <a:cxnLst/>
              <a:rect l="l" t="t" r="r" b="b"/>
              <a:pathLst>
                <a:path w="1451" h="928" extrusionOk="0">
                  <a:moveTo>
                    <a:pt x="115" y="1"/>
                  </a:moveTo>
                  <a:cubicBezTo>
                    <a:pt x="51" y="1"/>
                    <a:pt x="0" y="83"/>
                    <a:pt x="65" y="126"/>
                  </a:cubicBezTo>
                  <a:lnTo>
                    <a:pt x="1329" y="928"/>
                  </a:lnTo>
                  <a:lnTo>
                    <a:pt x="1377" y="928"/>
                  </a:lnTo>
                  <a:cubicBezTo>
                    <a:pt x="1426" y="928"/>
                    <a:pt x="1450" y="831"/>
                    <a:pt x="1402" y="806"/>
                  </a:cubicBezTo>
                  <a:lnTo>
                    <a:pt x="138" y="5"/>
                  </a:lnTo>
                  <a:cubicBezTo>
                    <a:pt x="130" y="2"/>
                    <a:pt x="123" y="1"/>
                    <a:pt x="1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27"/>
            <p:cNvSpPr/>
            <p:nvPr/>
          </p:nvSpPr>
          <p:spPr>
            <a:xfrm>
              <a:off x="1202177" y="4673346"/>
              <a:ext cx="177156" cy="151310"/>
            </a:xfrm>
            <a:custGeom>
              <a:avLst/>
              <a:gdLst/>
              <a:ahLst/>
              <a:cxnLst/>
              <a:rect l="l" t="t" r="r" b="b"/>
              <a:pathLst>
                <a:path w="1605" h="1371" extrusionOk="0">
                  <a:moveTo>
                    <a:pt x="924" y="131"/>
                  </a:moveTo>
                  <a:cubicBezTo>
                    <a:pt x="1216" y="131"/>
                    <a:pt x="1458" y="374"/>
                    <a:pt x="1483" y="690"/>
                  </a:cubicBezTo>
                  <a:cubicBezTo>
                    <a:pt x="1483" y="1019"/>
                    <a:pt x="1204" y="1248"/>
                    <a:pt x="911" y="1248"/>
                  </a:cubicBezTo>
                  <a:cubicBezTo>
                    <a:pt x="771" y="1248"/>
                    <a:pt x="629" y="1196"/>
                    <a:pt x="511" y="1079"/>
                  </a:cubicBezTo>
                  <a:cubicBezTo>
                    <a:pt x="171" y="739"/>
                    <a:pt x="414" y="131"/>
                    <a:pt x="924" y="131"/>
                  </a:cubicBezTo>
                  <a:close/>
                  <a:moveTo>
                    <a:pt x="907" y="1"/>
                  </a:moveTo>
                  <a:cubicBezTo>
                    <a:pt x="740" y="1"/>
                    <a:pt x="571" y="63"/>
                    <a:pt x="438" y="204"/>
                  </a:cubicBezTo>
                  <a:cubicBezTo>
                    <a:pt x="1" y="641"/>
                    <a:pt x="317" y="1370"/>
                    <a:pt x="924" y="1370"/>
                  </a:cubicBezTo>
                  <a:cubicBezTo>
                    <a:pt x="1288" y="1370"/>
                    <a:pt x="1604" y="1079"/>
                    <a:pt x="1604" y="690"/>
                  </a:cubicBezTo>
                  <a:cubicBezTo>
                    <a:pt x="1604" y="278"/>
                    <a:pt x="1258" y="1"/>
                    <a:pt x="9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27"/>
            <p:cNvSpPr/>
            <p:nvPr/>
          </p:nvSpPr>
          <p:spPr>
            <a:xfrm>
              <a:off x="1419143" y="4894566"/>
              <a:ext cx="115344" cy="96790"/>
            </a:xfrm>
            <a:custGeom>
              <a:avLst/>
              <a:gdLst/>
              <a:ahLst/>
              <a:cxnLst/>
              <a:rect l="l" t="t" r="r" b="b"/>
              <a:pathLst>
                <a:path w="1045" h="877" extrusionOk="0">
                  <a:moveTo>
                    <a:pt x="583" y="124"/>
                  </a:moveTo>
                  <a:cubicBezTo>
                    <a:pt x="753" y="124"/>
                    <a:pt x="899" y="269"/>
                    <a:pt x="899" y="439"/>
                  </a:cubicBezTo>
                  <a:cubicBezTo>
                    <a:pt x="899" y="622"/>
                    <a:pt x="741" y="747"/>
                    <a:pt x="587" y="747"/>
                  </a:cubicBezTo>
                  <a:cubicBezTo>
                    <a:pt x="515" y="747"/>
                    <a:pt x="443" y="720"/>
                    <a:pt x="389" y="658"/>
                  </a:cubicBezTo>
                  <a:cubicBezTo>
                    <a:pt x="195" y="464"/>
                    <a:pt x="316" y="124"/>
                    <a:pt x="583" y="124"/>
                  </a:cubicBezTo>
                  <a:close/>
                  <a:moveTo>
                    <a:pt x="584" y="0"/>
                  </a:moveTo>
                  <a:cubicBezTo>
                    <a:pt x="473" y="0"/>
                    <a:pt x="361" y="38"/>
                    <a:pt x="268" y="124"/>
                  </a:cubicBezTo>
                  <a:cubicBezTo>
                    <a:pt x="0" y="415"/>
                    <a:pt x="195" y="877"/>
                    <a:pt x="583" y="877"/>
                  </a:cubicBezTo>
                  <a:cubicBezTo>
                    <a:pt x="826" y="877"/>
                    <a:pt x="1021" y="682"/>
                    <a:pt x="1045" y="439"/>
                  </a:cubicBezTo>
                  <a:cubicBezTo>
                    <a:pt x="1045" y="175"/>
                    <a:pt x="820" y="0"/>
                    <a:pt x="5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77" name="Google Shape;377;p27"/>
          <p:cNvGrpSpPr/>
          <p:nvPr/>
        </p:nvGrpSpPr>
        <p:grpSpPr>
          <a:xfrm>
            <a:off x="7224067" y="2171125"/>
            <a:ext cx="2525880" cy="1610799"/>
            <a:chOff x="7239867" y="1514550"/>
            <a:chExt cx="2525880" cy="1610799"/>
          </a:xfrm>
        </p:grpSpPr>
        <p:grpSp>
          <p:nvGrpSpPr>
            <p:cNvPr id="378" name="Google Shape;378;p27"/>
            <p:cNvGrpSpPr/>
            <p:nvPr/>
          </p:nvGrpSpPr>
          <p:grpSpPr>
            <a:xfrm>
              <a:off x="7346663" y="1514550"/>
              <a:ext cx="2419084" cy="1551618"/>
              <a:chOff x="7410211" y="1555307"/>
              <a:chExt cx="2355486" cy="1510826"/>
            </a:xfrm>
          </p:grpSpPr>
          <p:grpSp>
            <p:nvGrpSpPr>
              <p:cNvPr id="379" name="Google Shape;379;p27"/>
              <p:cNvGrpSpPr/>
              <p:nvPr/>
            </p:nvGrpSpPr>
            <p:grpSpPr>
              <a:xfrm>
                <a:off x="7410211" y="1555307"/>
                <a:ext cx="2355486" cy="1510826"/>
                <a:chOff x="761258" y="2062484"/>
                <a:chExt cx="1646502" cy="1056078"/>
              </a:xfrm>
            </p:grpSpPr>
            <p:sp>
              <p:nvSpPr>
                <p:cNvPr id="380" name="Google Shape;380;p27"/>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27"/>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27"/>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27"/>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27"/>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27"/>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6" name="Google Shape;386;p27"/>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27"/>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8" name="Google Shape;388;p27"/>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89" name="Google Shape;389;p27"/>
          <p:cNvSpPr/>
          <p:nvPr/>
        </p:nvSpPr>
        <p:spPr>
          <a:xfrm>
            <a:off x="-49275" y="4823551"/>
            <a:ext cx="1603944" cy="369024"/>
          </a:xfrm>
          <a:custGeom>
            <a:avLst/>
            <a:gdLst/>
            <a:ahLst/>
            <a:cxnLst/>
            <a:rect l="l" t="t" r="r" b="b"/>
            <a:pathLst>
              <a:path w="7289" h="1677" extrusionOk="0">
                <a:moveTo>
                  <a:pt x="2819" y="1"/>
                </a:moveTo>
                <a:lnTo>
                  <a:pt x="2114" y="1191"/>
                </a:lnTo>
                <a:lnTo>
                  <a:pt x="1604" y="268"/>
                </a:lnTo>
                <a:lnTo>
                  <a:pt x="1118" y="1361"/>
                </a:lnTo>
                <a:lnTo>
                  <a:pt x="584" y="754"/>
                </a:lnTo>
                <a:lnTo>
                  <a:pt x="1" y="1677"/>
                </a:lnTo>
                <a:lnTo>
                  <a:pt x="7289" y="1677"/>
                </a:lnTo>
                <a:lnTo>
                  <a:pt x="6657" y="559"/>
                </a:lnTo>
                <a:lnTo>
                  <a:pt x="6001" y="1191"/>
                </a:lnTo>
                <a:lnTo>
                  <a:pt x="5394" y="268"/>
                </a:lnTo>
                <a:lnTo>
                  <a:pt x="4738" y="1191"/>
                </a:lnTo>
                <a:lnTo>
                  <a:pt x="4252" y="1"/>
                </a:lnTo>
                <a:lnTo>
                  <a:pt x="3353" y="1118"/>
                </a:lnTo>
                <a:lnTo>
                  <a:pt x="28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27"/>
          <p:cNvSpPr/>
          <p:nvPr/>
        </p:nvSpPr>
        <p:spPr>
          <a:xfrm>
            <a:off x="1506177"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27"/>
          <p:cNvSpPr/>
          <p:nvPr/>
        </p:nvSpPr>
        <p:spPr>
          <a:xfrm>
            <a:off x="6003929"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27"/>
          <p:cNvSpPr/>
          <p:nvPr/>
        </p:nvSpPr>
        <p:spPr>
          <a:xfrm>
            <a:off x="7532351" y="4823550"/>
            <a:ext cx="1696695" cy="369025"/>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27"/>
          <p:cNvSpPr/>
          <p:nvPr/>
        </p:nvSpPr>
        <p:spPr>
          <a:xfrm>
            <a:off x="3145661"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27"/>
          <p:cNvSpPr/>
          <p:nvPr/>
        </p:nvSpPr>
        <p:spPr>
          <a:xfrm>
            <a:off x="4669614" y="4886410"/>
            <a:ext cx="1407648" cy="306163"/>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27"/>
          <p:cNvSpPr/>
          <p:nvPr/>
        </p:nvSpPr>
        <p:spPr>
          <a:xfrm>
            <a:off x="2368255"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96"/>
        <p:cNvGrpSpPr/>
        <p:nvPr/>
      </p:nvGrpSpPr>
      <p:grpSpPr>
        <a:xfrm>
          <a:off x="0" y="0"/>
          <a:ext cx="0" cy="0"/>
          <a:chOff x="0" y="0"/>
          <a:chExt cx="0" cy="0"/>
        </a:xfrm>
      </p:grpSpPr>
      <p:sp>
        <p:nvSpPr>
          <p:cNvPr id="397" name="Google Shape;397;p28"/>
          <p:cNvSpPr/>
          <p:nvPr/>
        </p:nvSpPr>
        <p:spPr>
          <a:xfrm rot="1356523" flipH="1">
            <a:off x="7359480" y="-103797"/>
            <a:ext cx="11640" cy="34572"/>
          </a:xfrm>
          <a:custGeom>
            <a:avLst/>
            <a:gdLst/>
            <a:ahLst/>
            <a:cxnLst/>
            <a:rect l="l" t="t" r="r" b="b"/>
            <a:pathLst>
              <a:path w="368" h="1093" extrusionOk="0">
                <a:moveTo>
                  <a:pt x="334" y="0"/>
                </a:moveTo>
                <a:cubicBezTo>
                  <a:pt x="368" y="200"/>
                  <a:pt x="334" y="367"/>
                  <a:pt x="301" y="567"/>
                </a:cubicBezTo>
                <a:cubicBezTo>
                  <a:pt x="268" y="734"/>
                  <a:pt x="168" y="901"/>
                  <a:pt x="34" y="1034"/>
                </a:cubicBezTo>
                <a:cubicBezTo>
                  <a:pt x="1" y="1034"/>
                  <a:pt x="1" y="1067"/>
                  <a:pt x="34" y="1067"/>
                </a:cubicBezTo>
                <a:cubicBezTo>
                  <a:pt x="34" y="1084"/>
                  <a:pt x="34" y="1092"/>
                  <a:pt x="38" y="1092"/>
                </a:cubicBezTo>
                <a:cubicBezTo>
                  <a:pt x="43" y="1092"/>
                  <a:pt x="51" y="1084"/>
                  <a:pt x="68" y="1067"/>
                </a:cubicBezTo>
                <a:cubicBezTo>
                  <a:pt x="201" y="934"/>
                  <a:pt x="301" y="767"/>
                  <a:pt x="334" y="567"/>
                </a:cubicBezTo>
                <a:cubicBezTo>
                  <a:pt x="368" y="367"/>
                  <a:pt x="368" y="200"/>
                  <a:pt x="334" y="0"/>
                </a:cubicBezTo>
                <a:close/>
              </a:path>
            </a:pathLst>
          </a:custGeom>
          <a:solidFill>
            <a:srgbClr val="11675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28"/>
          <p:cNvSpPr/>
          <p:nvPr/>
        </p:nvSpPr>
        <p:spPr>
          <a:xfrm>
            <a:off x="6745307" y="5203897"/>
            <a:ext cx="489268" cy="53825"/>
          </a:xfrm>
          <a:custGeom>
            <a:avLst/>
            <a:gdLst/>
            <a:ahLst/>
            <a:cxnLst/>
            <a:rect l="l" t="t" r="r" b="b"/>
            <a:pathLst>
              <a:path w="16446" h="2069" extrusionOk="0">
                <a:moveTo>
                  <a:pt x="0" y="0"/>
                </a:moveTo>
                <a:lnTo>
                  <a:pt x="0" y="2069"/>
                </a:lnTo>
                <a:lnTo>
                  <a:pt x="16445" y="2069"/>
                </a:lnTo>
                <a:lnTo>
                  <a:pt x="1644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21_1_1_1">
    <p:bg>
      <p:bgPr>
        <a:blipFill>
          <a:blip r:embed="rId2">
            <a:alphaModFix/>
          </a:blip>
          <a:stretch>
            <a:fillRect/>
          </a:stretch>
        </a:blipFill>
        <a:effectLst/>
      </p:bgPr>
    </p:bg>
    <p:spTree>
      <p:nvGrpSpPr>
        <p:cNvPr id="1" name="Shape 399"/>
        <p:cNvGrpSpPr/>
        <p:nvPr/>
      </p:nvGrpSpPr>
      <p:grpSpPr>
        <a:xfrm>
          <a:off x="0" y="0"/>
          <a:ext cx="0" cy="0"/>
          <a:chOff x="0" y="0"/>
          <a:chExt cx="0" cy="0"/>
        </a:xfrm>
      </p:grpSpPr>
      <p:sp>
        <p:nvSpPr>
          <p:cNvPr id="400" name="Google Shape;400;p29"/>
          <p:cNvSpPr/>
          <p:nvPr/>
        </p:nvSpPr>
        <p:spPr>
          <a:xfrm>
            <a:off x="7336950" y="5125975"/>
            <a:ext cx="109250" cy="17525"/>
          </a:xfrm>
          <a:custGeom>
            <a:avLst/>
            <a:gdLst/>
            <a:ahLst/>
            <a:cxnLst/>
            <a:rect l="l" t="t" r="r" b="b"/>
            <a:pathLst>
              <a:path w="4370" h="701" extrusionOk="0">
                <a:moveTo>
                  <a:pt x="0" y="0"/>
                </a:moveTo>
                <a:lnTo>
                  <a:pt x="0" y="701"/>
                </a:lnTo>
                <a:lnTo>
                  <a:pt x="4370" y="701"/>
                </a:lnTo>
                <a:lnTo>
                  <a:pt x="437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1" name="Google Shape;401;p29"/>
          <p:cNvGrpSpPr/>
          <p:nvPr/>
        </p:nvGrpSpPr>
        <p:grpSpPr>
          <a:xfrm flipH="1">
            <a:off x="-297197" y="926675"/>
            <a:ext cx="1025973" cy="811032"/>
            <a:chOff x="855987" y="2204128"/>
            <a:chExt cx="1217483" cy="962421"/>
          </a:xfrm>
        </p:grpSpPr>
        <p:grpSp>
          <p:nvGrpSpPr>
            <p:cNvPr id="402" name="Google Shape;402;p29"/>
            <p:cNvGrpSpPr/>
            <p:nvPr/>
          </p:nvGrpSpPr>
          <p:grpSpPr>
            <a:xfrm>
              <a:off x="855987" y="2204128"/>
              <a:ext cx="1146638" cy="962421"/>
              <a:chOff x="958238" y="2157575"/>
              <a:chExt cx="1115190" cy="936025"/>
            </a:xfrm>
          </p:grpSpPr>
          <p:sp>
            <p:nvSpPr>
              <p:cNvPr id="403" name="Google Shape;403;p29"/>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29"/>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29"/>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29"/>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29"/>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29"/>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9" name="Google Shape;409;p29"/>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10" name="Google Shape;410;p29"/>
          <p:cNvGrpSpPr/>
          <p:nvPr/>
        </p:nvGrpSpPr>
        <p:grpSpPr>
          <a:xfrm rot="-3617422" flipH="1">
            <a:off x="8490996" y="4604956"/>
            <a:ext cx="639248" cy="382015"/>
            <a:chOff x="1202177" y="4613417"/>
            <a:chExt cx="528376" cy="315758"/>
          </a:xfrm>
        </p:grpSpPr>
        <p:sp>
          <p:nvSpPr>
            <p:cNvPr id="411" name="Google Shape;411;p29"/>
            <p:cNvSpPr/>
            <p:nvPr/>
          </p:nvSpPr>
          <p:spPr>
            <a:xfrm>
              <a:off x="1564214" y="4671691"/>
              <a:ext cx="166339" cy="48340"/>
            </a:xfrm>
            <a:custGeom>
              <a:avLst/>
              <a:gdLst/>
              <a:ahLst/>
              <a:cxnLst/>
              <a:rect l="l" t="t" r="r" b="b"/>
              <a:pathLst>
                <a:path w="1507" h="438" extrusionOk="0">
                  <a:moveTo>
                    <a:pt x="1409" y="1"/>
                  </a:moveTo>
                  <a:lnTo>
                    <a:pt x="73" y="316"/>
                  </a:lnTo>
                  <a:cubicBezTo>
                    <a:pt x="25" y="316"/>
                    <a:pt x="0" y="341"/>
                    <a:pt x="25" y="389"/>
                  </a:cubicBezTo>
                  <a:cubicBezTo>
                    <a:pt x="25" y="414"/>
                    <a:pt x="49" y="438"/>
                    <a:pt x="73" y="438"/>
                  </a:cubicBezTo>
                  <a:lnTo>
                    <a:pt x="98" y="438"/>
                  </a:lnTo>
                  <a:lnTo>
                    <a:pt x="1434" y="122"/>
                  </a:lnTo>
                  <a:cubicBezTo>
                    <a:pt x="1506" y="122"/>
                    <a:pt x="1482" y="1"/>
                    <a:pt x="14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29"/>
            <p:cNvSpPr/>
            <p:nvPr/>
          </p:nvSpPr>
          <p:spPr>
            <a:xfrm>
              <a:off x="1602846" y="4613417"/>
              <a:ext cx="60708" cy="176363"/>
            </a:xfrm>
            <a:custGeom>
              <a:avLst/>
              <a:gdLst/>
              <a:ahLst/>
              <a:cxnLst/>
              <a:rect l="l" t="t" r="r" b="b"/>
              <a:pathLst>
                <a:path w="550" h="1598" extrusionOk="0">
                  <a:moveTo>
                    <a:pt x="77" y="0"/>
                  </a:moveTo>
                  <a:cubicBezTo>
                    <a:pt x="39" y="0"/>
                    <a:pt x="0" y="32"/>
                    <a:pt x="15" y="91"/>
                  </a:cubicBezTo>
                  <a:lnTo>
                    <a:pt x="403" y="1573"/>
                  </a:lnTo>
                  <a:cubicBezTo>
                    <a:pt x="428" y="1597"/>
                    <a:pt x="452" y="1597"/>
                    <a:pt x="476" y="1597"/>
                  </a:cubicBezTo>
                  <a:lnTo>
                    <a:pt x="501" y="1597"/>
                  </a:lnTo>
                  <a:cubicBezTo>
                    <a:pt x="525" y="1597"/>
                    <a:pt x="549" y="1549"/>
                    <a:pt x="525" y="1525"/>
                  </a:cubicBezTo>
                  <a:lnTo>
                    <a:pt x="136" y="43"/>
                  </a:lnTo>
                  <a:cubicBezTo>
                    <a:pt x="127" y="14"/>
                    <a:pt x="102" y="0"/>
                    <a:pt x="7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29"/>
            <p:cNvSpPr/>
            <p:nvPr/>
          </p:nvSpPr>
          <p:spPr>
            <a:xfrm>
              <a:off x="1582978" y="4629421"/>
              <a:ext cx="104638" cy="138950"/>
            </a:xfrm>
            <a:custGeom>
              <a:avLst/>
              <a:gdLst/>
              <a:ahLst/>
              <a:cxnLst/>
              <a:rect l="l" t="t" r="r" b="b"/>
              <a:pathLst>
                <a:path w="948" h="1259" extrusionOk="0">
                  <a:moveTo>
                    <a:pt x="875" y="1"/>
                  </a:moveTo>
                  <a:cubicBezTo>
                    <a:pt x="857" y="1"/>
                    <a:pt x="838" y="7"/>
                    <a:pt x="826" y="19"/>
                  </a:cubicBezTo>
                  <a:lnTo>
                    <a:pt x="25" y="1161"/>
                  </a:lnTo>
                  <a:cubicBezTo>
                    <a:pt x="0" y="1185"/>
                    <a:pt x="0" y="1234"/>
                    <a:pt x="49" y="1258"/>
                  </a:cubicBezTo>
                  <a:lnTo>
                    <a:pt x="122" y="1258"/>
                  </a:lnTo>
                  <a:lnTo>
                    <a:pt x="924" y="92"/>
                  </a:lnTo>
                  <a:cubicBezTo>
                    <a:pt x="948" y="68"/>
                    <a:pt x="948" y="19"/>
                    <a:pt x="924" y="19"/>
                  </a:cubicBezTo>
                  <a:cubicBezTo>
                    <a:pt x="911" y="7"/>
                    <a:pt x="893" y="1"/>
                    <a:pt x="87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29"/>
            <p:cNvSpPr/>
            <p:nvPr/>
          </p:nvSpPr>
          <p:spPr>
            <a:xfrm>
              <a:off x="1548982" y="4644430"/>
              <a:ext cx="160158" cy="102419"/>
            </a:xfrm>
            <a:custGeom>
              <a:avLst/>
              <a:gdLst/>
              <a:ahLst/>
              <a:cxnLst/>
              <a:rect l="l" t="t" r="r" b="b"/>
              <a:pathLst>
                <a:path w="1451" h="928" extrusionOk="0">
                  <a:moveTo>
                    <a:pt x="115" y="1"/>
                  </a:moveTo>
                  <a:cubicBezTo>
                    <a:pt x="51" y="1"/>
                    <a:pt x="0" y="83"/>
                    <a:pt x="65" y="126"/>
                  </a:cubicBezTo>
                  <a:lnTo>
                    <a:pt x="1329" y="928"/>
                  </a:lnTo>
                  <a:lnTo>
                    <a:pt x="1377" y="928"/>
                  </a:lnTo>
                  <a:cubicBezTo>
                    <a:pt x="1426" y="928"/>
                    <a:pt x="1450" y="831"/>
                    <a:pt x="1402" y="806"/>
                  </a:cubicBezTo>
                  <a:lnTo>
                    <a:pt x="138" y="5"/>
                  </a:lnTo>
                  <a:cubicBezTo>
                    <a:pt x="130" y="2"/>
                    <a:pt x="123" y="1"/>
                    <a:pt x="1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29"/>
            <p:cNvSpPr/>
            <p:nvPr/>
          </p:nvSpPr>
          <p:spPr>
            <a:xfrm>
              <a:off x="1202177" y="4673346"/>
              <a:ext cx="177156" cy="151310"/>
            </a:xfrm>
            <a:custGeom>
              <a:avLst/>
              <a:gdLst/>
              <a:ahLst/>
              <a:cxnLst/>
              <a:rect l="l" t="t" r="r" b="b"/>
              <a:pathLst>
                <a:path w="1605" h="1371" extrusionOk="0">
                  <a:moveTo>
                    <a:pt x="924" y="131"/>
                  </a:moveTo>
                  <a:cubicBezTo>
                    <a:pt x="1216" y="131"/>
                    <a:pt x="1458" y="374"/>
                    <a:pt x="1483" y="690"/>
                  </a:cubicBezTo>
                  <a:cubicBezTo>
                    <a:pt x="1483" y="1019"/>
                    <a:pt x="1204" y="1248"/>
                    <a:pt x="911" y="1248"/>
                  </a:cubicBezTo>
                  <a:cubicBezTo>
                    <a:pt x="771" y="1248"/>
                    <a:pt x="629" y="1196"/>
                    <a:pt x="511" y="1079"/>
                  </a:cubicBezTo>
                  <a:cubicBezTo>
                    <a:pt x="171" y="739"/>
                    <a:pt x="414" y="131"/>
                    <a:pt x="924" y="131"/>
                  </a:cubicBezTo>
                  <a:close/>
                  <a:moveTo>
                    <a:pt x="907" y="1"/>
                  </a:moveTo>
                  <a:cubicBezTo>
                    <a:pt x="740" y="1"/>
                    <a:pt x="571" y="63"/>
                    <a:pt x="438" y="204"/>
                  </a:cubicBezTo>
                  <a:cubicBezTo>
                    <a:pt x="1" y="641"/>
                    <a:pt x="317" y="1370"/>
                    <a:pt x="924" y="1370"/>
                  </a:cubicBezTo>
                  <a:cubicBezTo>
                    <a:pt x="1288" y="1370"/>
                    <a:pt x="1604" y="1079"/>
                    <a:pt x="1604" y="690"/>
                  </a:cubicBezTo>
                  <a:cubicBezTo>
                    <a:pt x="1604" y="278"/>
                    <a:pt x="1258" y="1"/>
                    <a:pt x="9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29"/>
            <p:cNvSpPr/>
            <p:nvPr/>
          </p:nvSpPr>
          <p:spPr>
            <a:xfrm>
              <a:off x="1389928" y="4832385"/>
              <a:ext cx="115344" cy="96790"/>
            </a:xfrm>
            <a:custGeom>
              <a:avLst/>
              <a:gdLst/>
              <a:ahLst/>
              <a:cxnLst/>
              <a:rect l="l" t="t" r="r" b="b"/>
              <a:pathLst>
                <a:path w="1045" h="877" extrusionOk="0">
                  <a:moveTo>
                    <a:pt x="583" y="124"/>
                  </a:moveTo>
                  <a:cubicBezTo>
                    <a:pt x="753" y="124"/>
                    <a:pt x="899" y="269"/>
                    <a:pt x="899" y="439"/>
                  </a:cubicBezTo>
                  <a:cubicBezTo>
                    <a:pt x="899" y="622"/>
                    <a:pt x="741" y="747"/>
                    <a:pt x="587" y="747"/>
                  </a:cubicBezTo>
                  <a:cubicBezTo>
                    <a:pt x="515" y="747"/>
                    <a:pt x="443" y="720"/>
                    <a:pt x="389" y="658"/>
                  </a:cubicBezTo>
                  <a:cubicBezTo>
                    <a:pt x="195" y="464"/>
                    <a:pt x="316" y="124"/>
                    <a:pt x="583" y="124"/>
                  </a:cubicBezTo>
                  <a:close/>
                  <a:moveTo>
                    <a:pt x="584" y="0"/>
                  </a:moveTo>
                  <a:cubicBezTo>
                    <a:pt x="473" y="0"/>
                    <a:pt x="361" y="38"/>
                    <a:pt x="268" y="124"/>
                  </a:cubicBezTo>
                  <a:cubicBezTo>
                    <a:pt x="0" y="415"/>
                    <a:pt x="195" y="877"/>
                    <a:pt x="583" y="877"/>
                  </a:cubicBezTo>
                  <a:cubicBezTo>
                    <a:pt x="826" y="877"/>
                    <a:pt x="1021" y="682"/>
                    <a:pt x="1045" y="439"/>
                  </a:cubicBezTo>
                  <a:cubicBezTo>
                    <a:pt x="1045" y="175"/>
                    <a:pt x="820" y="0"/>
                    <a:pt x="5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17" name="Google Shape;417;p29"/>
          <p:cNvGrpSpPr/>
          <p:nvPr/>
        </p:nvGrpSpPr>
        <p:grpSpPr>
          <a:xfrm flipH="1">
            <a:off x="62660" y="4194779"/>
            <a:ext cx="666114" cy="973447"/>
            <a:chOff x="-1047799" y="3300294"/>
            <a:chExt cx="439013" cy="641607"/>
          </a:xfrm>
        </p:grpSpPr>
        <p:sp>
          <p:nvSpPr>
            <p:cNvPr id="418" name="Google Shape;418;p29"/>
            <p:cNvSpPr/>
            <p:nvPr/>
          </p:nvSpPr>
          <p:spPr>
            <a:xfrm>
              <a:off x="-994003" y="3750695"/>
              <a:ext cx="138774" cy="63785"/>
            </a:xfrm>
            <a:custGeom>
              <a:avLst/>
              <a:gdLst/>
              <a:ahLst/>
              <a:cxnLst/>
              <a:rect l="l" t="t" r="r" b="b"/>
              <a:pathLst>
                <a:path w="1847" h="849" extrusionOk="0">
                  <a:moveTo>
                    <a:pt x="728" y="0"/>
                  </a:moveTo>
                  <a:cubicBezTo>
                    <a:pt x="502" y="0"/>
                    <a:pt x="254" y="68"/>
                    <a:pt x="1" y="252"/>
                  </a:cubicBezTo>
                  <a:cubicBezTo>
                    <a:pt x="1" y="252"/>
                    <a:pt x="350" y="848"/>
                    <a:pt x="1002" y="848"/>
                  </a:cubicBezTo>
                  <a:cubicBezTo>
                    <a:pt x="1243" y="848"/>
                    <a:pt x="1526" y="767"/>
                    <a:pt x="1847" y="544"/>
                  </a:cubicBezTo>
                  <a:cubicBezTo>
                    <a:pt x="1847" y="544"/>
                    <a:pt x="1369" y="0"/>
                    <a:pt x="72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29"/>
            <p:cNvSpPr/>
            <p:nvPr/>
          </p:nvSpPr>
          <p:spPr>
            <a:xfrm>
              <a:off x="-950199" y="3777592"/>
              <a:ext cx="98652" cy="17656"/>
            </a:xfrm>
            <a:custGeom>
              <a:avLst/>
              <a:gdLst/>
              <a:ahLst/>
              <a:cxnLst/>
              <a:rect l="l" t="t" r="r" b="b"/>
              <a:pathLst>
                <a:path w="1313" h="235" extrusionOk="0">
                  <a:moveTo>
                    <a:pt x="500" y="0"/>
                  </a:moveTo>
                  <a:cubicBezTo>
                    <a:pt x="349" y="0"/>
                    <a:pt x="197" y="14"/>
                    <a:pt x="49" y="40"/>
                  </a:cubicBezTo>
                  <a:cubicBezTo>
                    <a:pt x="25" y="40"/>
                    <a:pt x="1" y="64"/>
                    <a:pt x="25" y="89"/>
                  </a:cubicBezTo>
                  <a:cubicBezTo>
                    <a:pt x="25" y="113"/>
                    <a:pt x="49" y="113"/>
                    <a:pt x="73" y="113"/>
                  </a:cubicBezTo>
                  <a:cubicBezTo>
                    <a:pt x="191" y="98"/>
                    <a:pt x="311" y="90"/>
                    <a:pt x="431" y="90"/>
                  </a:cubicBezTo>
                  <a:cubicBezTo>
                    <a:pt x="708" y="90"/>
                    <a:pt x="985" y="133"/>
                    <a:pt x="1239" y="234"/>
                  </a:cubicBezTo>
                  <a:lnTo>
                    <a:pt x="1264" y="234"/>
                  </a:lnTo>
                  <a:cubicBezTo>
                    <a:pt x="1288" y="234"/>
                    <a:pt x="1288" y="210"/>
                    <a:pt x="1312" y="210"/>
                  </a:cubicBezTo>
                  <a:cubicBezTo>
                    <a:pt x="1312" y="186"/>
                    <a:pt x="1312" y="162"/>
                    <a:pt x="1288" y="137"/>
                  </a:cubicBezTo>
                  <a:cubicBezTo>
                    <a:pt x="1039" y="44"/>
                    <a:pt x="770" y="0"/>
                    <a:pt x="5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29"/>
            <p:cNvSpPr/>
            <p:nvPr/>
          </p:nvSpPr>
          <p:spPr>
            <a:xfrm>
              <a:off x="-949448" y="3639053"/>
              <a:ext cx="114280" cy="249281"/>
            </a:xfrm>
            <a:custGeom>
              <a:avLst/>
              <a:gdLst/>
              <a:ahLst/>
              <a:cxnLst/>
              <a:rect l="l" t="t" r="r" b="b"/>
              <a:pathLst>
                <a:path w="1521" h="3318" extrusionOk="0">
                  <a:moveTo>
                    <a:pt x="69" y="0"/>
                  </a:moveTo>
                  <a:cubicBezTo>
                    <a:pt x="40" y="0"/>
                    <a:pt x="0" y="67"/>
                    <a:pt x="39" y="86"/>
                  </a:cubicBezTo>
                  <a:cubicBezTo>
                    <a:pt x="63" y="86"/>
                    <a:pt x="1327" y="961"/>
                    <a:pt x="1424" y="3269"/>
                  </a:cubicBezTo>
                  <a:cubicBezTo>
                    <a:pt x="1424" y="3293"/>
                    <a:pt x="1448" y="3317"/>
                    <a:pt x="1472" y="3317"/>
                  </a:cubicBezTo>
                  <a:cubicBezTo>
                    <a:pt x="1497" y="3293"/>
                    <a:pt x="1521" y="3293"/>
                    <a:pt x="1521" y="3269"/>
                  </a:cubicBezTo>
                  <a:cubicBezTo>
                    <a:pt x="1424" y="912"/>
                    <a:pt x="88" y="14"/>
                    <a:pt x="88" y="14"/>
                  </a:cubicBezTo>
                  <a:cubicBezTo>
                    <a:pt x="83" y="4"/>
                    <a:pt x="76" y="0"/>
                    <a:pt x="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29"/>
            <p:cNvSpPr/>
            <p:nvPr/>
          </p:nvSpPr>
          <p:spPr>
            <a:xfrm>
              <a:off x="-1047799" y="3504796"/>
              <a:ext cx="229087" cy="179936"/>
            </a:xfrm>
            <a:custGeom>
              <a:avLst/>
              <a:gdLst/>
              <a:ahLst/>
              <a:cxnLst/>
              <a:rect l="l" t="t" r="r" b="b"/>
              <a:pathLst>
                <a:path w="3049" h="2395" extrusionOk="0">
                  <a:moveTo>
                    <a:pt x="2055" y="1"/>
                  </a:moveTo>
                  <a:cubicBezTo>
                    <a:pt x="1883" y="1"/>
                    <a:pt x="1883" y="562"/>
                    <a:pt x="1883" y="562"/>
                  </a:cubicBezTo>
                  <a:cubicBezTo>
                    <a:pt x="1761" y="416"/>
                    <a:pt x="1615" y="294"/>
                    <a:pt x="1445" y="197"/>
                  </a:cubicBezTo>
                  <a:cubicBezTo>
                    <a:pt x="1434" y="193"/>
                    <a:pt x="1423" y="192"/>
                    <a:pt x="1413" y="192"/>
                  </a:cubicBezTo>
                  <a:cubicBezTo>
                    <a:pt x="1234" y="192"/>
                    <a:pt x="1300" y="780"/>
                    <a:pt x="1300" y="780"/>
                  </a:cubicBezTo>
                  <a:cubicBezTo>
                    <a:pt x="1154" y="635"/>
                    <a:pt x="984" y="537"/>
                    <a:pt x="814" y="416"/>
                  </a:cubicBezTo>
                  <a:cubicBezTo>
                    <a:pt x="785" y="400"/>
                    <a:pt x="760" y="393"/>
                    <a:pt x="740" y="393"/>
                  </a:cubicBezTo>
                  <a:cubicBezTo>
                    <a:pt x="532" y="393"/>
                    <a:pt x="692" y="1096"/>
                    <a:pt x="692" y="1096"/>
                  </a:cubicBezTo>
                  <a:cubicBezTo>
                    <a:pt x="692" y="1096"/>
                    <a:pt x="357" y="857"/>
                    <a:pt x="178" y="857"/>
                  </a:cubicBezTo>
                  <a:cubicBezTo>
                    <a:pt x="136" y="857"/>
                    <a:pt x="103" y="870"/>
                    <a:pt x="85" y="902"/>
                  </a:cubicBezTo>
                  <a:cubicBezTo>
                    <a:pt x="1" y="1049"/>
                    <a:pt x="662" y="2395"/>
                    <a:pt x="1533" y="2395"/>
                  </a:cubicBezTo>
                  <a:cubicBezTo>
                    <a:pt x="1669" y="2395"/>
                    <a:pt x="1811" y="2362"/>
                    <a:pt x="1955" y="2286"/>
                  </a:cubicBezTo>
                  <a:cubicBezTo>
                    <a:pt x="3049" y="1728"/>
                    <a:pt x="2684" y="926"/>
                    <a:pt x="2684" y="926"/>
                  </a:cubicBezTo>
                  <a:cubicBezTo>
                    <a:pt x="2684" y="926"/>
                    <a:pt x="2368" y="197"/>
                    <a:pt x="2125" y="27"/>
                  </a:cubicBezTo>
                  <a:cubicBezTo>
                    <a:pt x="2099" y="9"/>
                    <a:pt x="2076" y="1"/>
                    <a:pt x="205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29"/>
            <p:cNvSpPr/>
            <p:nvPr/>
          </p:nvSpPr>
          <p:spPr>
            <a:xfrm>
              <a:off x="-1006775" y="3550625"/>
              <a:ext cx="157032" cy="111418"/>
            </a:xfrm>
            <a:custGeom>
              <a:avLst/>
              <a:gdLst/>
              <a:ahLst/>
              <a:cxnLst/>
              <a:rect l="l" t="t" r="r" b="b"/>
              <a:pathLst>
                <a:path w="2090" h="1483" extrusionOk="0">
                  <a:moveTo>
                    <a:pt x="1652" y="292"/>
                  </a:moveTo>
                  <a:cubicBezTo>
                    <a:pt x="1677" y="292"/>
                    <a:pt x="1701" y="316"/>
                    <a:pt x="1725" y="340"/>
                  </a:cubicBezTo>
                  <a:cubicBezTo>
                    <a:pt x="1749" y="365"/>
                    <a:pt x="1749" y="389"/>
                    <a:pt x="1774" y="413"/>
                  </a:cubicBezTo>
                  <a:lnTo>
                    <a:pt x="1725" y="389"/>
                  </a:lnTo>
                  <a:cubicBezTo>
                    <a:pt x="1701" y="365"/>
                    <a:pt x="1677" y="316"/>
                    <a:pt x="1652" y="292"/>
                  </a:cubicBezTo>
                  <a:close/>
                  <a:moveTo>
                    <a:pt x="802" y="656"/>
                  </a:moveTo>
                  <a:lnTo>
                    <a:pt x="802" y="656"/>
                  </a:lnTo>
                  <a:cubicBezTo>
                    <a:pt x="826" y="680"/>
                    <a:pt x="851" y="729"/>
                    <a:pt x="875" y="778"/>
                  </a:cubicBezTo>
                  <a:cubicBezTo>
                    <a:pt x="851" y="729"/>
                    <a:pt x="826" y="705"/>
                    <a:pt x="802" y="656"/>
                  </a:cubicBezTo>
                  <a:close/>
                  <a:moveTo>
                    <a:pt x="535" y="923"/>
                  </a:moveTo>
                  <a:lnTo>
                    <a:pt x="535" y="923"/>
                  </a:lnTo>
                  <a:cubicBezTo>
                    <a:pt x="583" y="948"/>
                    <a:pt x="608" y="996"/>
                    <a:pt x="608" y="1045"/>
                  </a:cubicBezTo>
                  <a:cubicBezTo>
                    <a:pt x="583" y="996"/>
                    <a:pt x="559" y="972"/>
                    <a:pt x="535" y="923"/>
                  </a:cubicBezTo>
                  <a:close/>
                  <a:moveTo>
                    <a:pt x="1944" y="0"/>
                  </a:moveTo>
                  <a:cubicBezTo>
                    <a:pt x="1920" y="25"/>
                    <a:pt x="1920" y="49"/>
                    <a:pt x="1920" y="73"/>
                  </a:cubicBezTo>
                  <a:cubicBezTo>
                    <a:pt x="1944" y="146"/>
                    <a:pt x="2017" y="292"/>
                    <a:pt x="1968" y="365"/>
                  </a:cubicBezTo>
                  <a:cubicBezTo>
                    <a:pt x="1968" y="389"/>
                    <a:pt x="1944" y="413"/>
                    <a:pt x="1920" y="413"/>
                  </a:cubicBezTo>
                  <a:lnTo>
                    <a:pt x="1847" y="413"/>
                  </a:lnTo>
                  <a:cubicBezTo>
                    <a:pt x="1847" y="365"/>
                    <a:pt x="1822" y="316"/>
                    <a:pt x="1798" y="267"/>
                  </a:cubicBezTo>
                  <a:cubicBezTo>
                    <a:pt x="1774" y="195"/>
                    <a:pt x="1701" y="170"/>
                    <a:pt x="1628" y="146"/>
                  </a:cubicBezTo>
                  <a:cubicBezTo>
                    <a:pt x="1604" y="146"/>
                    <a:pt x="1579" y="170"/>
                    <a:pt x="1555" y="195"/>
                  </a:cubicBezTo>
                  <a:cubicBezTo>
                    <a:pt x="1531" y="243"/>
                    <a:pt x="1555" y="316"/>
                    <a:pt x="1604" y="365"/>
                  </a:cubicBezTo>
                  <a:cubicBezTo>
                    <a:pt x="1652" y="413"/>
                    <a:pt x="1701" y="462"/>
                    <a:pt x="1749" y="486"/>
                  </a:cubicBezTo>
                  <a:lnTo>
                    <a:pt x="1749" y="510"/>
                  </a:lnTo>
                  <a:cubicBezTo>
                    <a:pt x="1749" y="559"/>
                    <a:pt x="1701" y="559"/>
                    <a:pt x="1628" y="559"/>
                  </a:cubicBezTo>
                  <a:cubicBezTo>
                    <a:pt x="1555" y="559"/>
                    <a:pt x="1482" y="535"/>
                    <a:pt x="1409" y="510"/>
                  </a:cubicBezTo>
                  <a:cubicBezTo>
                    <a:pt x="1385" y="437"/>
                    <a:pt x="1337" y="389"/>
                    <a:pt x="1288" y="365"/>
                  </a:cubicBezTo>
                  <a:cubicBezTo>
                    <a:pt x="1256" y="365"/>
                    <a:pt x="1234" y="354"/>
                    <a:pt x="1209" y="354"/>
                  </a:cubicBezTo>
                  <a:cubicBezTo>
                    <a:pt x="1196" y="354"/>
                    <a:pt x="1183" y="357"/>
                    <a:pt x="1166" y="365"/>
                  </a:cubicBezTo>
                  <a:cubicBezTo>
                    <a:pt x="1166" y="389"/>
                    <a:pt x="1142" y="413"/>
                    <a:pt x="1166" y="437"/>
                  </a:cubicBezTo>
                  <a:cubicBezTo>
                    <a:pt x="1215" y="486"/>
                    <a:pt x="1264" y="559"/>
                    <a:pt x="1337" y="583"/>
                  </a:cubicBezTo>
                  <a:cubicBezTo>
                    <a:pt x="1385" y="656"/>
                    <a:pt x="1385" y="753"/>
                    <a:pt x="1361" y="850"/>
                  </a:cubicBezTo>
                  <a:cubicBezTo>
                    <a:pt x="1343" y="905"/>
                    <a:pt x="1311" y="932"/>
                    <a:pt x="1255" y="932"/>
                  </a:cubicBezTo>
                  <a:cubicBezTo>
                    <a:pt x="1236" y="932"/>
                    <a:pt x="1215" y="929"/>
                    <a:pt x="1191" y="923"/>
                  </a:cubicBezTo>
                  <a:cubicBezTo>
                    <a:pt x="1142" y="923"/>
                    <a:pt x="1069" y="899"/>
                    <a:pt x="1021" y="850"/>
                  </a:cubicBezTo>
                  <a:cubicBezTo>
                    <a:pt x="996" y="729"/>
                    <a:pt x="924" y="608"/>
                    <a:pt x="826" y="535"/>
                  </a:cubicBezTo>
                  <a:lnTo>
                    <a:pt x="729" y="535"/>
                  </a:lnTo>
                  <a:cubicBezTo>
                    <a:pt x="705" y="559"/>
                    <a:pt x="705" y="583"/>
                    <a:pt x="705" y="632"/>
                  </a:cubicBezTo>
                  <a:cubicBezTo>
                    <a:pt x="754" y="753"/>
                    <a:pt x="826" y="850"/>
                    <a:pt x="924" y="923"/>
                  </a:cubicBezTo>
                  <a:cubicBezTo>
                    <a:pt x="948" y="972"/>
                    <a:pt x="948" y="1021"/>
                    <a:pt x="924" y="1093"/>
                  </a:cubicBezTo>
                  <a:cubicBezTo>
                    <a:pt x="924" y="1129"/>
                    <a:pt x="898" y="1151"/>
                    <a:pt x="874" y="1151"/>
                  </a:cubicBezTo>
                  <a:cubicBezTo>
                    <a:pt x="865" y="1151"/>
                    <a:pt x="857" y="1148"/>
                    <a:pt x="851" y="1142"/>
                  </a:cubicBezTo>
                  <a:cubicBezTo>
                    <a:pt x="802" y="1142"/>
                    <a:pt x="754" y="1118"/>
                    <a:pt x="729" y="1093"/>
                  </a:cubicBezTo>
                  <a:cubicBezTo>
                    <a:pt x="729" y="972"/>
                    <a:pt x="656" y="875"/>
                    <a:pt x="559" y="826"/>
                  </a:cubicBezTo>
                  <a:cubicBezTo>
                    <a:pt x="547" y="814"/>
                    <a:pt x="529" y="808"/>
                    <a:pt x="508" y="808"/>
                  </a:cubicBezTo>
                  <a:cubicBezTo>
                    <a:pt x="486" y="808"/>
                    <a:pt x="462" y="814"/>
                    <a:pt x="438" y="826"/>
                  </a:cubicBezTo>
                  <a:cubicBezTo>
                    <a:pt x="438" y="826"/>
                    <a:pt x="413" y="875"/>
                    <a:pt x="438" y="899"/>
                  </a:cubicBezTo>
                  <a:cubicBezTo>
                    <a:pt x="462" y="996"/>
                    <a:pt x="535" y="1093"/>
                    <a:pt x="632" y="1166"/>
                  </a:cubicBezTo>
                  <a:cubicBezTo>
                    <a:pt x="608" y="1239"/>
                    <a:pt x="559" y="1312"/>
                    <a:pt x="486" y="1336"/>
                  </a:cubicBezTo>
                  <a:cubicBezTo>
                    <a:pt x="455" y="1356"/>
                    <a:pt x="424" y="1364"/>
                    <a:pt x="393" y="1364"/>
                  </a:cubicBezTo>
                  <a:cubicBezTo>
                    <a:pt x="234" y="1364"/>
                    <a:pt x="98" y="1142"/>
                    <a:pt x="98" y="1142"/>
                  </a:cubicBezTo>
                  <a:cubicBezTo>
                    <a:pt x="85" y="1130"/>
                    <a:pt x="73" y="1124"/>
                    <a:pt x="64" y="1124"/>
                  </a:cubicBezTo>
                  <a:cubicBezTo>
                    <a:pt x="55" y="1124"/>
                    <a:pt x="49" y="1130"/>
                    <a:pt x="49" y="1142"/>
                  </a:cubicBezTo>
                  <a:cubicBezTo>
                    <a:pt x="25" y="1166"/>
                    <a:pt x="0" y="1191"/>
                    <a:pt x="25" y="1215"/>
                  </a:cubicBezTo>
                  <a:cubicBezTo>
                    <a:pt x="25" y="1215"/>
                    <a:pt x="195" y="1482"/>
                    <a:pt x="389" y="1482"/>
                  </a:cubicBezTo>
                  <a:cubicBezTo>
                    <a:pt x="438" y="1458"/>
                    <a:pt x="486" y="1433"/>
                    <a:pt x="535" y="1385"/>
                  </a:cubicBezTo>
                  <a:cubicBezTo>
                    <a:pt x="608" y="1336"/>
                    <a:pt x="681" y="1263"/>
                    <a:pt x="705" y="1166"/>
                  </a:cubicBezTo>
                  <a:cubicBezTo>
                    <a:pt x="754" y="1191"/>
                    <a:pt x="778" y="1191"/>
                    <a:pt x="826" y="1215"/>
                  </a:cubicBezTo>
                  <a:cubicBezTo>
                    <a:pt x="839" y="1219"/>
                    <a:pt x="852" y="1221"/>
                    <a:pt x="866" y="1221"/>
                  </a:cubicBezTo>
                  <a:cubicBezTo>
                    <a:pt x="930" y="1221"/>
                    <a:pt x="1001" y="1174"/>
                    <a:pt x="1021" y="1093"/>
                  </a:cubicBezTo>
                  <a:cubicBezTo>
                    <a:pt x="1021" y="1045"/>
                    <a:pt x="1021" y="996"/>
                    <a:pt x="1021" y="948"/>
                  </a:cubicBezTo>
                  <a:cubicBezTo>
                    <a:pt x="1069" y="972"/>
                    <a:pt x="1118" y="996"/>
                    <a:pt x="1166" y="996"/>
                  </a:cubicBezTo>
                  <a:cubicBezTo>
                    <a:pt x="1192" y="1007"/>
                    <a:pt x="1218" y="1011"/>
                    <a:pt x="1243" y="1011"/>
                  </a:cubicBezTo>
                  <a:cubicBezTo>
                    <a:pt x="1335" y="1011"/>
                    <a:pt x="1415" y="946"/>
                    <a:pt x="1434" y="850"/>
                  </a:cubicBezTo>
                  <a:cubicBezTo>
                    <a:pt x="1458" y="778"/>
                    <a:pt x="1458" y="680"/>
                    <a:pt x="1434" y="608"/>
                  </a:cubicBezTo>
                  <a:cubicBezTo>
                    <a:pt x="1507" y="608"/>
                    <a:pt x="1555" y="632"/>
                    <a:pt x="1628" y="632"/>
                  </a:cubicBezTo>
                  <a:cubicBezTo>
                    <a:pt x="1701" y="632"/>
                    <a:pt x="1798" y="608"/>
                    <a:pt x="1822" y="535"/>
                  </a:cubicBezTo>
                  <a:cubicBezTo>
                    <a:pt x="1847" y="510"/>
                    <a:pt x="1847" y="510"/>
                    <a:pt x="1847" y="486"/>
                  </a:cubicBezTo>
                  <a:cubicBezTo>
                    <a:pt x="1859" y="498"/>
                    <a:pt x="1877" y="504"/>
                    <a:pt x="1895" y="504"/>
                  </a:cubicBezTo>
                  <a:cubicBezTo>
                    <a:pt x="1913" y="504"/>
                    <a:pt x="1932" y="498"/>
                    <a:pt x="1944" y="486"/>
                  </a:cubicBezTo>
                  <a:cubicBezTo>
                    <a:pt x="1992" y="486"/>
                    <a:pt x="2041" y="462"/>
                    <a:pt x="2065" y="413"/>
                  </a:cubicBezTo>
                  <a:cubicBezTo>
                    <a:pt x="2090" y="267"/>
                    <a:pt x="2065" y="146"/>
                    <a:pt x="2017" y="25"/>
                  </a:cubicBezTo>
                  <a:cubicBezTo>
                    <a:pt x="1992" y="0"/>
                    <a:pt x="1968" y="0"/>
                    <a:pt x="19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29"/>
            <p:cNvSpPr/>
            <p:nvPr/>
          </p:nvSpPr>
          <p:spPr>
            <a:xfrm>
              <a:off x="-868753" y="3630488"/>
              <a:ext cx="108420" cy="91959"/>
            </a:xfrm>
            <a:custGeom>
              <a:avLst/>
              <a:gdLst/>
              <a:ahLst/>
              <a:cxnLst/>
              <a:rect l="l" t="t" r="r" b="b"/>
              <a:pathLst>
                <a:path w="1443" h="1224" extrusionOk="0">
                  <a:moveTo>
                    <a:pt x="158" y="1"/>
                  </a:moveTo>
                  <a:cubicBezTo>
                    <a:pt x="118" y="1"/>
                    <a:pt x="76" y="3"/>
                    <a:pt x="34" y="6"/>
                  </a:cubicBezTo>
                  <a:cubicBezTo>
                    <a:pt x="34" y="6"/>
                    <a:pt x="34" y="6"/>
                    <a:pt x="34" y="6"/>
                  </a:cubicBezTo>
                  <a:lnTo>
                    <a:pt x="34" y="6"/>
                  </a:lnTo>
                  <a:cubicBezTo>
                    <a:pt x="33" y="6"/>
                    <a:pt x="1" y="1224"/>
                    <a:pt x="1328" y="1224"/>
                  </a:cubicBezTo>
                  <a:cubicBezTo>
                    <a:pt x="1365" y="1224"/>
                    <a:pt x="1404" y="1223"/>
                    <a:pt x="1443" y="1221"/>
                  </a:cubicBezTo>
                  <a:cubicBezTo>
                    <a:pt x="1443" y="1221"/>
                    <a:pt x="1240" y="1"/>
                    <a:pt x="15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29"/>
            <p:cNvSpPr/>
            <p:nvPr/>
          </p:nvSpPr>
          <p:spPr>
            <a:xfrm>
              <a:off x="-837046" y="3663019"/>
              <a:ext cx="80394" cy="62884"/>
            </a:xfrm>
            <a:custGeom>
              <a:avLst/>
              <a:gdLst/>
              <a:ahLst/>
              <a:cxnLst/>
              <a:rect l="l" t="t" r="r" b="b"/>
              <a:pathLst>
                <a:path w="1070" h="837" extrusionOk="0">
                  <a:moveTo>
                    <a:pt x="53" y="0"/>
                  </a:moveTo>
                  <a:cubicBezTo>
                    <a:pt x="37" y="0"/>
                    <a:pt x="25" y="17"/>
                    <a:pt x="25" y="35"/>
                  </a:cubicBezTo>
                  <a:cubicBezTo>
                    <a:pt x="1" y="59"/>
                    <a:pt x="25" y="83"/>
                    <a:pt x="49" y="83"/>
                  </a:cubicBezTo>
                  <a:cubicBezTo>
                    <a:pt x="414" y="253"/>
                    <a:pt x="729" y="496"/>
                    <a:pt x="997" y="812"/>
                  </a:cubicBezTo>
                  <a:cubicBezTo>
                    <a:pt x="997" y="812"/>
                    <a:pt x="1021" y="836"/>
                    <a:pt x="1021" y="836"/>
                  </a:cubicBezTo>
                  <a:lnTo>
                    <a:pt x="1045" y="812"/>
                  </a:lnTo>
                  <a:cubicBezTo>
                    <a:pt x="1069" y="812"/>
                    <a:pt x="1069" y="788"/>
                    <a:pt x="1069" y="763"/>
                  </a:cubicBezTo>
                  <a:cubicBezTo>
                    <a:pt x="802" y="423"/>
                    <a:pt x="462" y="156"/>
                    <a:pt x="74" y="10"/>
                  </a:cubicBezTo>
                  <a:cubicBezTo>
                    <a:pt x="66" y="3"/>
                    <a:pt x="59" y="0"/>
                    <a:pt x="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29"/>
            <p:cNvSpPr/>
            <p:nvPr/>
          </p:nvSpPr>
          <p:spPr>
            <a:xfrm>
              <a:off x="-764015" y="3539732"/>
              <a:ext cx="129683" cy="73101"/>
            </a:xfrm>
            <a:custGeom>
              <a:avLst/>
              <a:gdLst/>
              <a:ahLst/>
              <a:cxnLst/>
              <a:rect l="l" t="t" r="r" b="b"/>
              <a:pathLst>
                <a:path w="1726" h="973" extrusionOk="0">
                  <a:moveTo>
                    <a:pt x="1242" y="0"/>
                  </a:moveTo>
                  <a:cubicBezTo>
                    <a:pt x="434" y="0"/>
                    <a:pt x="0" y="850"/>
                    <a:pt x="0" y="850"/>
                  </a:cubicBezTo>
                  <a:cubicBezTo>
                    <a:pt x="232" y="937"/>
                    <a:pt x="435" y="973"/>
                    <a:pt x="612" y="973"/>
                  </a:cubicBezTo>
                  <a:cubicBezTo>
                    <a:pt x="1474" y="973"/>
                    <a:pt x="1725" y="117"/>
                    <a:pt x="1725" y="97"/>
                  </a:cubicBezTo>
                  <a:cubicBezTo>
                    <a:pt x="1552" y="29"/>
                    <a:pt x="1391" y="0"/>
                    <a:pt x="124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29"/>
            <p:cNvSpPr/>
            <p:nvPr/>
          </p:nvSpPr>
          <p:spPr>
            <a:xfrm>
              <a:off x="-769500" y="3568882"/>
              <a:ext cx="94971" cy="38391"/>
            </a:xfrm>
            <a:custGeom>
              <a:avLst/>
              <a:gdLst/>
              <a:ahLst/>
              <a:cxnLst/>
              <a:rect l="l" t="t" r="r" b="b"/>
              <a:pathLst>
                <a:path w="1264" h="511" extrusionOk="0">
                  <a:moveTo>
                    <a:pt x="1191" y="0"/>
                  </a:moveTo>
                  <a:cubicBezTo>
                    <a:pt x="778" y="49"/>
                    <a:pt x="389" y="194"/>
                    <a:pt x="25" y="413"/>
                  </a:cubicBezTo>
                  <a:cubicBezTo>
                    <a:pt x="0" y="462"/>
                    <a:pt x="25" y="510"/>
                    <a:pt x="73" y="510"/>
                  </a:cubicBezTo>
                  <a:cubicBezTo>
                    <a:pt x="73" y="510"/>
                    <a:pt x="98" y="510"/>
                    <a:pt x="98" y="486"/>
                  </a:cubicBezTo>
                  <a:cubicBezTo>
                    <a:pt x="438" y="267"/>
                    <a:pt x="802" y="146"/>
                    <a:pt x="1215" y="97"/>
                  </a:cubicBezTo>
                  <a:cubicBezTo>
                    <a:pt x="1239" y="97"/>
                    <a:pt x="1264" y="73"/>
                    <a:pt x="1264" y="49"/>
                  </a:cubicBezTo>
                  <a:cubicBezTo>
                    <a:pt x="1239" y="24"/>
                    <a:pt x="1215" y="0"/>
                    <a:pt x="11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29"/>
            <p:cNvSpPr/>
            <p:nvPr/>
          </p:nvSpPr>
          <p:spPr>
            <a:xfrm>
              <a:off x="-800981" y="3409081"/>
              <a:ext cx="60784" cy="462801"/>
            </a:xfrm>
            <a:custGeom>
              <a:avLst/>
              <a:gdLst/>
              <a:ahLst/>
              <a:cxnLst/>
              <a:rect l="l" t="t" r="r" b="b"/>
              <a:pathLst>
                <a:path w="809" h="6160" extrusionOk="0">
                  <a:moveTo>
                    <a:pt x="69" y="1"/>
                  </a:moveTo>
                  <a:cubicBezTo>
                    <a:pt x="37" y="1"/>
                    <a:pt x="0" y="32"/>
                    <a:pt x="31" y="62"/>
                  </a:cubicBezTo>
                  <a:cubicBezTo>
                    <a:pt x="711" y="1860"/>
                    <a:pt x="541" y="6063"/>
                    <a:pt x="541" y="6111"/>
                  </a:cubicBezTo>
                  <a:cubicBezTo>
                    <a:pt x="541" y="6135"/>
                    <a:pt x="565" y="6135"/>
                    <a:pt x="589" y="6160"/>
                  </a:cubicBezTo>
                  <a:cubicBezTo>
                    <a:pt x="614" y="6135"/>
                    <a:pt x="638" y="6135"/>
                    <a:pt x="638" y="6111"/>
                  </a:cubicBezTo>
                  <a:cubicBezTo>
                    <a:pt x="638" y="6063"/>
                    <a:pt x="808" y="1836"/>
                    <a:pt x="104" y="38"/>
                  </a:cubicBezTo>
                  <a:cubicBezTo>
                    <a:pt x="104" y="11"/>
                    <a:pt x="87" y="1"/>
                    <a:pt x="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29"/>
            <p:cNvSpPr/>
            <p:nvPr/>
          </p:nvSpPr>
          <p:spPr>
            <a:xfrm>
              <a:off x="-905869" y="3300294"/>
              <a:ext cx="198507" cy="165361"/>
            </a:xfrm>
            <a:custGeom>
              <a:avLst/>
              <a:gdLst/>
              <a:ahLst/>
              <a:cxnLst/>
              <a:rect l="l" t="t" r="r" b="b"/>
              <a:pathLst>
                <a:path w="2642" h="2201" extrusionOk="0">
                  <a:moveTo>
                    <a:pt x="898" y="1"/>
                  </a:moveTo>
                  <a:cubicBezTo>
                    <a:pt x="722" y="1"/>
                    <a:pt x="649" y="636"/>
                    <a:pt x="649" y="636"/>
                  </a:cubicBezTo>
                  <a:cubicBezTo>
                    <a:pt x="649" y="636"/>
                    <a:pt x="381" y="252"/>
                    <a:pt x="219" y="252"/>
                  </a:cubicBezTo>
                  <a:cubicBezTo>
                    <a:pt x="198" y="252"/>
                    <a:pt x="180" y="258"/>
                    <a:pt x="164" y="271"/>
                  </a:cubicBezTo>
                  <a:cubicBezTo>
                    <a:pt x="0" y="365"/>
                    <a:pt x="217" y="2201"/>
                    <a:pt x="1307" y="2201"/>
                  </a:cubicBezTo>
                  <a:cubicBezTo>
                    <a:pt x="1353" y="2201"/>
                    <a:pt x="1401" y="2197"/>
                    <a:pt x="1451" y="2190"/>
                  </a:cubicBezTo>
                  <a:cubicBezTo>
                    <a:pt x="2641" y="2045"/>
                    <a:pt x="2569" y="1170"/>
                    <a:pt x="2569" y="1170"/>
                  </a:cubicBezTo>
                  <a:cubicBezTo>
                    <a:pt x="2569" y="1170"/>
                    <a:pt x="2544" y="369"/>
                    <a:pt x="2374" y="126"/>
                  </a:cubicBezTo>
                  <a:cubicBezTo>
                    <a:pt x="2348" y="89"/>
                    <a:pt x="2321" y="73"/>
                    <a:pt x="2293" y="73"/>
                  </a:cubicBezTo>
                  <a:cubicBezTo>
                    <a:pt x="2136" y="73"/>
                    <a:pt x="1961" y="563"/>
                    <a:pt x="1961" y="563"/>
                  </a:cubicBezTo>
                  <a:cubicBezTo>
                    <a:pt x="1888" y="369"/>
                    <a:pt x="1791" y="199"/>
                    <a:pt x="1670" y="53"/>
                  </a:cubicBezTo>
                  <a:cubicBezTo>
                    <a:pt x="1650" y="38"/>
                    <a:pt x="1631" y="32"/>
                    <a:pt x="1612" y="32"/>
                  </a:cubicBezTo>
                  <a:cubicBezTo>
                    <a:pt x="1443" y="32"/>
                    <a:pt x="1305" y="563"/>
                    <a:pt x="1305" y="563"/>
                  </a:cubicBezTo>
                  <a:cubicBezTo>
                    <a:pt x="1232" y="369"/>
                    <a:pt x="1111" y="199"/>
                    <a:pt x="990" y="53"/>
                  </a:cubicBezTo>
                  <a:cubicBezTo>
                    <a:pt x="957" y="16"/>
                    <a:pt x="926" y="1"/>
                    <a:pt x="89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29"/>
            <p:cNvSpPr/>
            <p:nvPr/>
          </p:nvSpPr>
          <p:spPr>
            <a:xfrm>
              <a:off x="-884456" y="3364454"/>
              <a:ext cx="171608" cy="62133"/>
            </a:xfrm>
            <a:custGeom>
              <a:avLst/>
              <a:gdLst/>
              <a:ahLst/>
              <a:cxnLst/>
              <a:rect l="l" t="t" r="r" b="b"/>
              <a:pathLst>
                <a:path w="2284" h="827" extrusionOk="0">
                  <a:moveTo>
                    <a:pt x="1846" y="122"/>
                  </a:moveTo>
                  <a:lnTo>
                    <a:pt x="1846" y="122"/>
                  </a:lnTo>
                  <a:cubicBezTo>
                    <a:pt x="1871" y="146"/>
                    <a:pt x="1895" y="146"/>
                    <a:pt x="1919" y="195"/>
                  </a:cubicBezTo>
                  <a:cubicBezTo>
                    <a:pt x="1919" y="219"/>
                    <a:pt x="1919" y="243"/>
                    <a:pt x="1919" y="268"/>
                  </a:cubicBezTo>
                  <a:cubicBezTo>
                    <a:pt x="1895" y="268"/>
                    <a:pt x="1895" y="243"/>
                    <a:pt x="1895" y="243"/>
                  </a:cubicBezTo>
                  <a:cubicBezTo>
                    <a:pt x="1871" y="195"/>
                    <a:pt x="1846" y="146"/>
                    <a:pt x="1846" y="122"/>
                  </a:cubicBezTo>
                  <a:close/>
                  <a:moveTo>
                    <a:pt x="923" y="170"/>
                  </a:moveTo>
                  <a:lnTo>
                    <a:pt x="923" y="170"/>
                  </a:lnTo>
                  <a:cubicBezTo>
                    <a:pt x="947" y="219"/>
                    <a:pt x="947" y="268"/>
                    <a:pt x="972" y="292"/>
                  </a:cubicBezTo>
                  <a:cubicBezTo>
                    <a:pt x="947" y="268"/>
                    <a:pt x="923" y="219"/>
                    <a:pt x="923" y="170"/>
                  </a:cubicBezTo>
                  <a:close/>
                  <a:moveTo>
                    <a:pt x="583" y="341"/>
                  </a:moveTo>
                  <a:lnTo>
                    <a:pt x="583" y="341"/>
                  </a:lnTo>
                  <a:cubicBezTo>
                    <a:pt x="607" y="365"/>
                    <a:pt x="632" y="413"/>
                    <a:pt x="632" y="486"/>
                  </a:cubicBezTo>
                  <a:cubicBezTo>
                    <a:pt x="607" y="438"/>
                    <a:pt x="583" y="389"/>
                    <a:pt x="583" y="341"/>
                  </a:cubicBezTo>
                  <a:close/>
                  <a:moveTo>
                    <a:pt x="2211" y="0"/>
                  </a:moveTo>
                  <a:cubicBezTo>
                    <a:pt x="2186" y="0"/>
                    <a:pt x="2162" y="25"/>
                    <a:pt x="2186" y="49"/>
                  </a:cubicBezTo>
                  <a:cubicBezTo>
                    <a:pt x="2186" y="122"/>
                    <a:pt x="2186" y="292"/>
                    <a:pt x="2138" y="341"/>
                  </a:cubicBezTo>
                  <a:cubicBezTo>
                    <a:pt x="2113" y="365"/>
                    <a:pt x="2089" y="365"/>
                    <a:pt x="2065" y="365"/>
                  </a:cubicBezTo>
                  <a:cubicBezTo>
                    <a:pt x="2041" y="365"/>
                    <a:pt x="2016" y="365"/>
                    <a:pt x="1992" y="341"/>
                  </a:cubicBezTo>
                  <a:cubicBezTo>
                    <a:pt x="2016" y="292"/>
                    <a:pt x="2016" y="243"/>
                    <a:pt x="1992" y="195"/>
                  </a:cubicBezTo>
                  <a:cubicBezTo>
                    <a:pt x="1992" y="122"/>
                    <a:pt x="1943" y="49"/>
                    <a:pt x="1895" y="25"/>
                  </a:cubicBezTo>
                  <a:cubicBezTo>
                    <a:pt x="1846" y="25"/>
                    <a:pt x="1822" y="25"/>
                    <a:pt x="1798" y="49"/>
                  </a:cubicBezTo>
                  <a:cubicBezTo>
                    <a:pt x="1749" y="98"/>
                    <a:pt x="1749" y="170"/>
                    <a:pt x="1798" y="219"/>
                  </a:cubicBezTo>
                  <a:cubicBezTo>
                    <a:pt x="1822" y="292"/>
                    <a:pt x="1846" y="341"/>
                    <a:pt x="1895" y="365"/>
                  </a:cubicBezTo>
                  <a:lnTo>
                    <a:pt x="1871" y="389"/>
                  </a:lnTo>
                  <a:cubicBezTo>
                    <a:pt x="1858" y="401"/>
                    <a:pt x="1834" y="407"/>
                    <a:pt x="1810" y="407"/>
                  </a:cubicBezTo>
                  <a:cubicBezTo>
                    <a:pt x="1786" y="407"/>
                    <a:pt x="1761" y="401"/>
                    <a:pt x="1749" y="389"/>
                  </a:cubicBezTo>
                  <a:cubicBezTo>
                    <a:pt x="1676" y="365"/>
                    <a:pt x="1603" y="316"/>
                    <a:pt x="1555" y="268"/>
                  </a:cubicBezTo>
                  <a:cubicBezTo>
                    <a:pt x="1555" y="195"/>
                    <a:pt x="1530" y="146"/>
                    <a:pt x="1482" y="98"/>
                  </a:cubicBezTo>
                  <a:cubicBezTo>
                    <a:pt x="1458" y="49"/>
                    <a:pt x="1409" y="49"/>
                    <a:pt x="1385" y="49"/>
                  </a:cubicBezTo>
                  <a:cubicBezTo>
                    <a:pt x="1360" y="73"/>
                    <a:pt x="1336" y="98"/>
                    <a:pt x="1336" y="122"/>
                  </a:cubicBezTo>
                  <a:cubicBezTo>
                    <a:pt x="1360" y="195"/>
                    <a:pt x="1409" y="268"/>
                    <a:pt x="1458" y="316"/>
                  </a:cubicBezTo>
                  <a:cubicBezTo>
                    <a:pt x="1458" y="413"/>
                    <a:pt x="1433" y="511"/>
                    <a:pt x="1385" y="583"/>
                  </a:cubicBezTo>
                  <a:cubicBezTo>
                    <a:pt x="1360" y="608"/>
                    <a:pt x="1336" y="620"/>
                    <a:pt x="1309" y="620"/>
                  </a:cubicBezTo>
                  <a:cubicBezTo>
                    <a:pt x="1281" y="620"/>
                    <a:pt x="1251" y="608"/>
                    <a:pt x="1215" y="583"/>
                  </a:cubicBezTo>
                  <a:cubicBezTo>
                    <a:pt x="1142" y="559"/>
                    <a:pt x="1093" y="511"/>
                    <a:pt x="1069" y="462"/>
                  </a:cubicBezTo>
                  <a:cubicBezTo>
                    <a:pt x="1093" y="341"/>
                    <a:pt x="1069" y="195"/>
                    <a:pt x="996" y="98"/>
                  </a:cubicBezTo>
                  <a:cubicBezTo>
                    <a:pt x="979" y="80"/>
                    <a:pt x="950" y="63"/>
                    <a:pt x="925" y="63"/>
                  </a:cubicBezTo>
                  <a:cubicBezTo>
                    <a:pt x="915" y="63"/>
                    <a:pt x="906" y="66"/>
                    <a:pt x="899" y="73"/>
                  </a:cubicBezTo>
                  <a:cubicBezTo>
                    <a:pt x="850" y="73"/>
                    <a:pt x="850" y="98"/>
                    <a:pt x="850" y="146"/>
                  </a:cubicBezTo>
                  <a:cubicBezTo>
                    <a:pt x="850" y="243"/>
                    <a:pt x="875" y="365"/>
                    <a:pt x="947" y="462"/>
                  </a:cubicBezTo>
                  <a:cubicBezTo>
                    <a:pt x="947" y="535"/>
                    <a:pt x="923" y="583"/>
                    <a:pt x="899" y="632"/>
                  </a:cubicBezTo>
                  <a:cubicBezTo>
                    <a:pt x="885" y="660"/>
                    <a:pt x="862" y="672"/>
                    <a:pt x="836" y="672"/>
                  </a:cubicBezTo>
                  <a:cubicBezTo>
                    <a:pt x="818" y="672"/>
                    <a:pt x="798" y="666"/>
                    <a:pt x="777" y="656"/>
                  </a:cubicBezTo>
                  <a:cubicBezTo>
                    <a:pt x="753" y="632"/>
                    <a:pt x="729" y="608"/>
                    <a:pt x="705" y="559"/>
                  </a:cubicBezTo>
                  <a:cubicBezTo>
                    <a:pt x="729" y="462"/>
                    <a:pt x="729" y="341"/>
                    <a:pt x="632" y="243"/>
                  </a:cubicBezTo>
                  <a:cubicBezTo>
                    <a:pt x="607" y="219"/>
                    <a:pt x="559" y="219"/>
                    <a:pt x="534" y="219"/>
                  </a:cubicBezTo>
                  <a:cubicBezTo>
                    <a:pt x="510" y="219"/>
                    <a:pt x="486" y="243"/>
                    <a:pt x="486" y="292"/>
                  </a:cubicBezTo>
                  <a:cubicBezTo>
                    <a:pt x="486" y="389"/>
                    <a:pt x="510" y="486"/>
                    <a:pt x="583" y="583"/>
                  </a:cubicBezTo>
                  <a:cubicBezTo>
                    <a:pt x="534" y="656"/>
                    <a:pt x="462" y="705"/>
                    <a:pt x="389" y="705"/>
                  </a:cubicBezTo>
                  <a:cubicBezTo>
                    <a:pt x="374" y="708"/>
                    <a:pt x="360" y="710"/>
                    <a:pt x="347" y="710"/>
                  </a:cubicBezTo>
                  <a:cubicBezTo>
                    <a:pt x="161" y="710"/>
                    <a:pt x="97" y="413"/>
                    <a:pt x="97" y="413"/>
                  </a:cubicBezTo>
                  <a:cubicBezTo>
                    <a:pt x="97" y="389"/>
                    <a:pt x="73" y="365"/>
                    <a:pt x="49" y="365"/>
                  </a:cubicBezTo>
                  <a:cubicBezTo>
                    <a:pt x="24" y="389"/>
                    <a:pt x="0" y="413"/>
                    <a:pt x="0" y="438"/>
                  </a:cubicBezTo>
                  <a:cubicBezTo>
                    <a:pt x="0" y="438"/>
                    <a:pt x="97" y="826"/>
                    <a:pt x="364" y="826"/>
                  </a:cubicBezTo>
                  <a:lnTo>
                    <a:pt x="413" y="802"/>
                  </a:lnTo>
                  <a:cubicBezTo>
                    <a:pt x="510" y="802"/>
                    <a:pt x="583" y="753"/>
                    <a:pt x="656" y="656"/>
                  </a:cubicBezTo>
                  <a:cubicBezTo>
                    <a:pt x="680" y="681"/>
                    <a:pt x="705" y="729"/>
                    <a:pt x="753" y="729"/>
                  </a:cubicBezTo>
                  <a:cubicBezTo>
                    <a:pt x="784" y="760"/>
                    <a:pt x="818" y="773"/>
                    <a:pt x="852" y="773"/>
                  </a:cubicBezTo>
                  <a:cubicBezTo>
                    <a:pt x="899" y="773"/>
                    <a:pt x="943" y="747"/>
                    <a:pt x="972" y="705"/>
                  </a:cubicBezTo>
                  <a:cubicBezTo>
                    <a:pt x="996" y="656"/>
                    <a:pt x="1020" y="608"/>
                    <a:pt x="1045" y="559"/>
                  </a:cubicBezTo>
                  <a:cubicBezTo>
                    <a:pt x="1069" y="608"/>
                    <a:pt x="1117" y="632"/>
                    <a:pt x="1166" y="656"/>
                  </a:cubicBezTo>
                  <a:cubicBezTo>
                    <a:pt x="1198" y="699"/>
                    <a:pt x="1244" y="718"/>
                    <a:pt x="1292" y="718"/>
                  </a:cubicBezTo>
                  <a:cubicBezTo>
                    <a:pt x="1353" y="718"/>
                    <a:pt x="1417" y="687"/>
                    <a:pt x="1458" y="632"/>
                  </a:cubicBezTo>
                  <a:cubicBezTo>
                    <a:pt x="1506" y="559"/>
                    <a:pt x="1530" y="462"/>
                    <a:pt x="1555" y="389"/>
                  </a:cubicBezTo>
                  <a:cubicBezTo>
                    <a:pt x="1603" y="413"/>
                    <a:pt x="1652" y="438"/>
                    <a:pt x="1700" y="462"/>
                  </a:cubicBezTo>
                  <a:cubicBezTo>
                    <a:pt x="1737" y="486"/>
                    <a:pt x="1779" y="498"/>
                    <a:pt x="1822" y="498"/>
                  </a:cubicBezTo>
                  <a:cubicBezTo>
                    <a:pt x="1864" y="498"/>
                    <a:pt x="1907" y="486"/>
                    <a:pt x="1943" y="462"/>
                  </a:cubicBezTo>
                  <a:lnTo>
                    <a:pt x="1968" y="413"/>
                  </a:lnTo>
                  <a:cubicBezTo>
                    <a:pt x="1992" y="438"/>
                    <a:pt x="2016" y="438"/>
                    <a:pt x="2065" y="462"/>
                  </a:cubicBezTo>
                  <a:cubicBezTo>
                    <a:pt x="2113" y="462"/>
                    <a:pt x="2162" y="438"/>
                    <a:pt x="2211" y="413"/>
                  </a:cubicBezTo>
                  <a:cubicBezTo>
                    <a:pt x="2259" y="292"/>
                    <a:pt x="2284" y="170"/>
                    <a:pt x="2284" y="25"/>
                  </a:cubicBezTo>
                  <a:cubicBezTo>
                    <a:pt x="2259" y="0"/>
                    <a:pt x="2235" y="0"/>
                    <a:pt x="22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29"/>
            <p:cNvSpPr/>
            <p:nvPr/>
          </p:nvSpPr>
          <p:spPr>
            <a:xfrm>
              <a:off x="-945691" y="3813429"/>
              <a:ext cx="336905" cy="128472"/>
            </a:xfrm>
            <a:custGeom>
              <a:avLst/>
              <a:gdLst/>
              <a:ahLst/>
              <a:cxnLst/>
              <a:rect l="l" t="t" r="r" b="b"/>
              <a:pathLst>
                <a:path w="4484" h="1710" extrusionOk="0">
                  <a:moveTo>
                    <a:pt x="3927" y="0"/>
                  </a:moveTo>
                  <a:cubicBezTo>
                    <a:pt x="3752" y="0"/>
                    <a:pt x="3511" y="705"/>
                    <a:pt x="3511" y="705"/>
                  </a:cubicBezTo>
                  <a:cubicBezTo>
                    <a:pt x="3341" y="510"/>
                    <a:pt x="3147" y="316"/>
                    <a:pt x="2928" y="146"/>
                  </a:cubicBezTo>
                  <a:cubicBezTo>
                    <a:pt x="2885" y="106"/>
                    <a:pt x="2847" y="89"/>
                    <a:pt x="2812" y="89"/>
                  </a:cubicBezTo>
                  <a:cubicBezTo>
                    <a:pt x="2594" y="89"/>
                    <a:pt x="2540" y="778"/>
                    <a:pt x="2540" y="778"/>
                  </a:cubicBezTo>
                  <a:cubicBezTo>
                    <a:pt x="2540" y="778"/>
                    <a:pt x="2103" y="268"/>
                    <a:pt x="1957" y="49"/>
                  </a:cubicBezTo>
                  <a:cubicBezTo>
                    <a:pt x="1944" y="34"/>
                    <a:pt x="1928" y="27"/>
                    <a:pt x="1910" y="27"/>
                  </a:cubicBezTo>
                  <a:cubicBezTo>
                    <a:pt x="1697" y="27"/>
                    <a:pt x="1179" y="1021"/>
                    <a:pt x="1179" y="1021"/>
                  </a:cubicBezTo>
                  <a:cubicBezTo>
                    <a:pt x="1082" y="729"/>
                    <a:pt x="912" y="438"/>
                    <a:pt x="669" y="219"/>
                  </a:cubicBezTo>
                  <a:cubicBezTo>
                    <a:pt x="649" y="206"/>
                    <a:pt x="628" y="200"/>
                    <a:pt x="607" y="200"/>
                  </a:cubicBezTo>
                  <a:cubicBezTo>
                    <a:pt x="308" y="200"/>
                    <a:pt x="0" y="1424"/>
                    <a:pt x="159" y="1628"/>
                  </a:cubicBezTo>
                  <a:cubicBezTo>
                    <a:pt x="206" y="1688"/>
                    <a:pt x="548" y="1709"/>
                    <a:pt x="1022" y="1709"/>
                  </a:cubicBezTo>
                  <a:cubicBezTo>
                    <a:pt x="2286" y="1709"/>
                    <a:pt x="4483" y="1555"/>
                    <a:pt x="4483" y="1555"/>
                  </a:cubicBezTo>
                  <a:cubicBezTo>
                    <a:pt x="4362" y="1045"/>
                    <a:pt x="4192" y="535"/>
                    <a:pt x="3997" y="49"/>
                  </a:cubicBezTo>
                  <a:cubicBezTo>
                    <a:pt x="3976" y="15"/>
                    <a:pt x="3952" y="0"/>
                    <a:pt x="392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31" name="Google Shape;431;p29"/>
          <p:cNvGrpSpPr/>
          <p:nvPr/>
        </p:nvGrpSpPr>
        <p:grpSpPr>
          <a:xfrm rot="10800000" flipH="1">
            <a:off x="7820175" y="-221970"/>
            <a:ext cx="1590405" cy="693261"/>
            <a:chOff x="3965010" y="571479"/>
            <a:chExt cx="1651683" cy="719972"/>
          </a:xfrm>
        </p:grpSpPr>
        <p:grpSp>
          <p:nvGrpSpPr>
            <p:cNvPr id="432" name="Google Shape;432;p29"/>
            <p:cNvGrpSpPr/>
            <p:nvPr/>
          </p:nvGrpSpPr>
          <p:grpSpPr>
            <a:xfrm>
              <a:off x="3965010" y="571479"/>
              <a:ext cx="1446820" cy="719972"/>
              <a:chOff x="3953250" y="571500"/>
              <a:chExt cx="1383325" cy="766825"/>
            </a:xfrm>
          </p:grpSpPr>
          <p:grpSp>
            <p:nvGrpSpPr>
              <p:cNvPr id="433" name="Google Shape;433;p29"/>
              <p:cNvGrpSpPr/>
              <p:nvPr/>
            </p:nvGrpSpPr>
            <p:grpSpPr>
              <a:xfrm>
                <a:off x="3953250" y="571500"/>
                <a:ext cx="1383165" cy="669650"/>
                <a:chOff x="897088" y="2374675"/>
                <a:chExt cx="1383165" cy="669650"/>
              </a:xfrm>
            </p:grpSpPr>
            <p:sp>
              <p:nvSpPr>
                <p:cNvPr id="434" name="Google Shape;434;p29"/>
                <p:cNvSpPr/>
                <p:nvPr/>
              </p:nvSpPr>
              <p:spPr>
                <a:xfrm>
                  <a:off x="1135613" y="2416700"/>
                  <a:ext cx="622500" cy="62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29"/>
                <p:cNvSpPr/>
                <p:nvPr/>
              </p:nvSpPr>
              <p:spPr>
                <a:xfrm>
                  <a:off x="1479050" y="23746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29"/>
                <p:cNvSpPr/>
                <p:nvPr/>
              </p:nvSpPr>
              <p:spPr>
                <a:xfrm>
                  <a:off x="897088" y="2689700"/>
                  <a:ext cx="492600" cy="354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29"/>
                <p:cNvSpPr/>
                <p:nvPr/>
              </p:nvSpPr>
              <p:spPr>
                <a:xfrm>
                  <a:off x="1657753" y="2551725"/>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8" name="Google Shape;438;p29"/>
              <p:cNvSpPr/>
              <p:nvPr/>
            </p:nvSpPr>
            <p:spPr>
              <a:xfrm>
                <a:off x="3972775" y="907225"/>
                <a:ext cx="1363800" cy="431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9" name="Google Shape;439;p29"/>
            <p:cNvSpPr/>
            <p:nvPr/>
          </p:nvSpPr>
          <p:spPr>
            <a:xfrm>
              <a:off x="4006544" y="571481"/>
              <a:ext cx="1610148" cy="660750"/>
            </a:xfrm>
            <a:custGeom>
              <a:avLst/>
              <a:gdLst/>
              <a:ahLst/>
              <a:cxnLst/>
              <a:rect l="l" t="t" r="r" b="b"/>
              <a:pathLst>
                <a:path w="3864" h="1872" extrusionOk="0">
                  <a:moveTo>
                    <a:pt x="1847" y="365"/>
                  </a:moveTo>
                  <a:cubicBezTo>
                    <a:pt x="1920" y="487"/>
                    <a:pt x="1920" y="633"/>
                    <a:pt x="1871" y="754"/>
                  </a:cubicBezTo>
                  <a:lnTo>
                    <a:pt x="1847" y="754"/>
                  </a:lnTo>
                  <a:cubicBezTo>
                    <a:pt x="1847" y="754"/>
                    <a:pt x="1823" y="754"/>
                    <a:pt x="1798" y="705"/>
                  </a:cubicBezTo>
                  <a:cubicBezTo>
                    <a:pt x="1774" y="608"/>
                    <a:pt x="1774" y="487"/>
                    <a:pt x="1847" y="390"/>
                  </a:cubicBezTo>
                  <a:lnTo>
                    <a:pt x="1847" y="365"/>
                  </a:lnTo>
                  <a:close/>
                  <a:moveTo>
                    <a:pt x="2891" y="584"/>
                  </a:moveTo>
                  <a:lnTo>
                    <a:pt x="2891" y="608"/>
                  </a:lnTo>
                  <a:cubicBezTo>
                    <a:pt x="2940" y="754"/>
                    <a:pt x="2940" y="900"/>
                    <a:pt x="2867" y="948"/>
                  </a:cubicBezTo>
                  <a:cubicBezTo>
                    <a:pt x="2831" y="960"/>
                    <a:pt x="2806" y="967"/>
                    <a:pt x="2791" y="967"/>
                  </a:cubicBezTo>
                  <a:cubicBezTo>
                    <a:pt x="2776" y="967"/>
                    <a:pt x="2770" y="960"/>
                    <a:pt x="2770" y="948"/>
                  </a:cubicBezTo>
                  <a:cubicBezTo>
                    <a:pt x="2770" y="803"/>
                    <a:pt x="2794" y="681"/>
                    <a:pt x="2891" y="584"/>
                  </a:cubicBezTo>
                  <a:close/>
                  <a:moveTo>
                    <a:pt x="754" y="1021"/>
                  </a:moveTo>
                  <a:cubicBezTo>
                    <a:pt x="851" y="1021"/>
                    <a:pt x="924" y="1070"/>
                    <a:pt x="972" y="1143"/>
                  </a:cubicBezTo>
                  <a:cubicBezTo>
                    <a:pt x="997" y="1216"/>
                    <a:pt x="972" y="1288"/>
                    <a:pt x="899" y="1337"/>
                  </a:cubicBezTo>
                  <a:cubicBezTo>
                    <a:pt x="887" y="1349"/>
                    <a:pt x="875" y="1355"/>
                    <a:pt x="863" y="1355"/>
                  </a:cubicBezTo>
                  <a:cubicBezTo>
                    <a:pt x="851" y="1355"/>
                    <a:pt x="839" y="1349"/>
                    <a:pt x="827" y="1337"/>
                  </a:cubicBezTo>
                  <a:cubicBezTo>
                    <a:pt x="754" y="1240"/>
                    <a:pt x="754" y="1143"/>
                    <a:pt x="754" y="1045"/>
                  </a:cubicBezTo>
                  <a:lnTo>
                    <a:pt x="754" y="1021"/>
                  </a:lnTo>
                  <a:close/>
                  <a:moveTo>
                    <a:pt x="2357" y="74"/>
                  </a:moveTo>
                  <a:cubicBezTo>
                    <a:pt x="2600" y="122"/>
                    <a:pt x="2794" y="268"/>
                    <a:pt x="2867" y="487"/>
                  </a:cubicBezTo>
                  <a:cubicBezTo>
                    <a:pt x="2746" y="608"/>
                    <a:pt x="2673" y="778"/>
                    <a:pt x="2697" y="973"/>
                  </a:cubicBezTo>
                  <a:cubicBezTo>
                    <a:pt x="2725" y="1015"/>
                    <a:pt x="2745" y="1041"/>
                    <a:pt x="2786" y="1041"/>
                  </a:cubicBezTo>
                  <a:cubicBezTo>
                    <a:pt x="2815" y="1041"/>
                    <a:pt x="2855" y="1027"/>
                    <a:pt x="2916" y="997"/>
                  </a:cubicBezTo>
                  <a:cubicBezTo>
                    <a:pt x="3061" y="924"/>
                    <a:pt x="3037" y="681"/>
                    <a:pt x="2964" y="487"/>
                  </a:cubicBezTo>
                  <a:cubicBezTo>
                    <a:pt x="2989" y="462"/>
                    <a:pt x="3013" y="462"/>
                    <a:pt x="3061" y="462"/>
                  </a:cubicBezTo>
                  <a:cubicBezTo>
                    <a:pt x="3329" y="535"/>
                    <a:pt x="3572" y="730"/>
                    <a:pt x="3693" y="997"/>
                  </a:cubicBezTo>
                  <a:cubicBezTo>
                    <a:pt x="3766" y="1143"/>
                    <a:pt x="3766" y="1337"/>
                    <a:pt x="3644" y="1483"/>
                  </a:cubicBezTo>
                  <a:cubicBezTo>
                    <a:pt x="3474" y="1677"/>
                    <a:pt x="2819" y="1799"/>
                    <a:pt x="1774" y="1799"/>
                  </a:cubicBezTo>
                  <a:cubicBezTo>
                    <a:pt x="1118" y="1799"/>
                    <a:pt x="535" y="1750"/>
                    <a:pt x="535" y="1750"/>
                  </a:cubicBezTo>
                  <a:cubicBezTo>
                    <a:pt x="316" y="1726"/>
                    <a:pt x="195" y="1653"/>
                    <a:pt x="146" y="1507"/>
                  </a:cubicBezTo>
                  <a:cubicBezTo>
                    <a:pt x="98" y="1386"/>
                    <a:pt x="219" y="1216"/>
                    <a:pt x="438" y="1118"/>
                  </a:cubicBezTo>
                  <a:cubicBezTo>
                    <a:pt x="511" y="1070"/>
                    <a:pt x="584" y="1045"/>
                    <a:pt x="681" y="1045"/>
                  </a:cubicBezTo>
                  <a:cubicBezTo>
                    <a:pt x="657" y="1167"/>
                    <a:pt x="705" y="1288"/>
                    <a:pt x="778" y="1410"/>
                  </a:cubicBezTo>
                  <a:cubicBezTo>
                    <a:pt x="808" y="1440"/>
                    <a:pt x="857" y="1461"/>
                    <a:pt x="901" y="1461"/>
                  </a:cubicBezTo>
                  <a:cubicBezTo>
                    <a:pt x="928" y="1461"/>
                    <a:pt x="954" y="1453"/>
                    <a:pt x="972" y="1434"/>
                  </a:cubicBezTo>
                  <a:cubicBezTo>
                    <a:pt x="1070" y="1361"/>
                    <a:pt x="1118" y="1240"/>
                    <a:pt x="1094" y="1118"/>
                  </a:cubicBezTo>
                  <a:cubicBezTo>
                    <a:pt x="1045" y="1021"/>
                    <a:pt x="924" y="924"/>
                    <a:pt x="802" y="924"/>
                  </a:cubicBezTo>
                  <a:cubicBezTo>
                    <a:pt x="851" y="681"/>
                    <a:pt x="1021" y="462"/>
                    <a:pt x="1264" y="365"/>
                  </a:cubicBezTo>
                  <a:cubicBezTo>
                    <a:pt x="1395" y="278"/>
                    <a:pt x="1517" y="234"/>
                    <a:pt x="1621" y="234"/>
                  </a:cubicBezTo>
                  <a:cubicBezTo>
                    <a:pt x="1689" y="234"/>
                    <a:pt x="1750" y="254"/>
                    <a:pt x="1798" y="292"/>
                  </a:cubicBezTo>
                  <a:cubicBezTo>
                    <a:pt x="1701" y="414"/>
                    <a:pt x="1677" y="584"/>
                    <a:pt x="1750" y="730"/>
                  </a:cubicBezTo>
                  <a:cubicBezTo>
                    <a:pt x="1750" y="778"/>
                    <a:pt x="1798" y="827"/>
                    <a:pt x="1871" y="827"/>
                  </a:cubicBezTo>
                  <a:cubicBezTo>
                    <a:pt x="1895" y="827"/>
                    <a:pt x="1920" y="803"/>
                    <a:pt x="1944" y="778"/>
                  </a:cubicBezTo>
                  <a:cubicBezTo>
                    <a:pt x="2041" y="633"/>
                    <a:pt x="2017" y="438"/>
                    <a:pt x="1920" y="292"/>
                  </a:cubicBezTo>
                  <a:cubicBezTo>
                    <a:pt x="1993" y="220"/>
                    <a:pt x="2090" y="147"/>
                    <a:pt x="2187" y="122"/>
                  </a:cubicBezTo>
                  <a:cubicBezTo>
                    <a:pt x="2236" y="98"/>
                    <a:pt x="2308" y="98"/>
                    <a:pt x="2357" y="74"/>
                  </a:cubicBezTo>
                  <a:close/>
                  <a:moveTo>
                    <a:pt x="2333" y="1"/>
                  </a:moveTo>
                  <a:cubicBezTo>
                    <a:pt x="2260" y="1"/>
                    <a:pt x="2211" y="25"/>
                    <a:pt x="2138" y="50"/>
                  </a:cubicBezTo>
                  <a:cubicBezTo>
                    <a:pt x="2017" y="74"/>
                    <a:pt x="1920" y="147"/>
                    <a:pt x="1823" y="244"/>
                  </a:cubicBezTo>
                  <a:cubicBezTo>
                    <a:pt x="1756" y="188"/>
                    <a:pt x="1674" y="158"/>
                    <a:pt x="1579" y="158"/>
                  </a:cubicBezTo>
                  <a:cubicBezTo>
                    <a:pt x="1466" y="158"/>
                    <a:pt x="1336" y="200"/>
                    <a:pt x="1191" y="292"/>
                  </a:cubicBezTo>
                  <a:cubicBezTo>
                    <a:pt x="924" y="414"/>
                    <a:pt x="754" y="657"/>
                    <a:pt x="681" y="948"/>
                  </a:cubicBezTo>
                  <a:cubicBezTo>
                    <a:pt x="584" y="948"/>
                    <a:pt x="487" y="973"/>
                    <a:pt x="414" y="1021"/>
                  </a:cubicBezTo>
                  <a:cubicBezTo>
                    <a:pt x="146" y="1167"/>
                    <a:pt x="1" y="1361"/>
                    <a:pt x="49" y="1531"/>
                  </a:cubicBezTo>
                  <a:cubicBezTo>
                    <a:pt x="74" y="1701"/>
                    <a:pt x="268" y="1823"/>
                    <a:pt x="511" y="1847"/>
                  </a:cubicBezTo>
                  <a:cubicBezTo>
                    <a:pt x="511" y="1847"/>
                    <a:pt x="1118" y="1871"/>
                    <a:pt x="1774" y="1871"/>
                  </a:cubicBezTo>
                  <a:cubicBezTo>
                    <a:pt x="2867" y="1871"/>
                    <a:pt x="3523" y="1774"/>
                    <a:pt x="3717" y="1556"/>
                  </a:cubicBezTo>
                  <a:cubicBezTo>
                    <a:pt x="3839" y="1386"/>
                    <a:pt x="3863" y="1167"/>
                    <a:pt x="3766" y="973"/>
                  </a:cubicBezTo>
                  <a:cubicBezTo>
                    <a:pt x="3620" y="681"/>
                    <a:pt x="3353" y="438"/>
                    <a:pt x="3037" y="365"/>
                  </a:cubicBezTo>
                  <a:cubicBezTo>
                    <a:pt x="2989" y="365"/>
                    <a:pt x="2940" y="390"/>
                    <a:pt x="2916" y="414"/>
                  </a:cubicBezTo>
                  <a:cubicBezTo>
                    <a:pt x="2819" y="171"/>
                    <a:pt x="2600" y="25"/>
                    <a:pt x="23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40" name="Google Shape;440;p29"/>
          <p:cNvGrpSpPr/>
          <p:nvPr/>
        </p:nvGrpSpPr>
        <p:grpSpPr>
          <a:xfrm rot="2839265">
            <a:off x="571315" y="-170366"/>
            <a:ext cx="799289" cy="1039885"/>
            <a:chOff x="4318023" y="4113296"/>
            <a:chExt cx="716421" cy="932073"/>
          </a:xfrm>
        </p:grpSpPr>
        <p:sp>
          <p:nvSpPr>
            <p:cNvPr id="441" name="Google Shape;441;p29"/>
            <p:cNvSpPr/>
            <p:nvPr/>
          </p:nvSpPr>
          <p:spPr>
            <a:xfrm>
              <a:off x="4842115" y="4245779"/>
              <a:ext cx="192329" cy="205812"/>
            </a:xfrm>
            <a:custGeom>
              <a:avLst/>
              <a:gdLst/>
              <a:ahLst/>
              <a:cxnLst/>
              <a:rect l="l" t="t" r="r" b="b"/>
              <a:pathLst>
                <a:path w="2211" h="2366" extrusionOk="0">
                  <a:moveTo>
                    <a:pt x="1579" y="179"/>
                  </a:moveTo>
                  <a:cubicBezTo>
                    <a:pt x="1798" y="179"/>
                    <a:pt x="1943" y="252"/>
                    <a:pt x="1992" y="422"/>
                  </a:cubicBezTo>
                  <a:cubicBezTo>
                    <a:pt x="2041" y="519"/>
                    <a:pt x="2016" y="616"/>
                    <a:pt x="1968" y="689"/>
                  </a:cubicBezTo>
                  <a:cubicBezTo>
                    <a:pt x="1798" y="908"/>
                    <a:pt x="1239" y="1005"/>
                    <a:pt x="802" y="1005"/>
                  </a:cubicBezTo>
                  <a:lnTo>
                    <a:pt x="777" y="1005"/>
                  </a:lnTo>
                  <a:cubicBezTo>
                    <a:pt x="705" y="1005"/>
                    <a:pt x="680" y="1054"/>
                    <a:pt x="705" y="1127"/>
                  </a:cubicBezTo>
                  <a:cubicBezTo>
                    <a:pt x="802" y="1321"/>
                    <a:pt x="1045" y="1904"/>
                    <a:pt x="826" y="2171"/>
                  </a:cubicBezTo>
                  <a:cubicBezTo>
                    <a:pt x="802" y="2195"/>
                    <a:pt x="777" y="2195"/>
                    <a:pt x="777" y="2195"/>
                  </a:cubicBezTo>
                  <a:cubicBezTo>
                    <a:pt x="632" y="2195"/>
                    <a:pt x="364" y="1782"/>
                    <a:pt x="170" y="1369"/>
                  </a:cubicBezTo>
                  <a:lnTo>
                    <a:pt x="486" y="495"/>
                  </a:lnTo>
                  <a:cubicBezTo>
                    <a:pt x="826" y="325"/>
                    <a:pt x="1190" y="203"/>
                    <a:pt x="1579" y="179"/>
                  </a:cubicBezTo>
                  <a:close/>
                  <a:moveTo>
                    <a:pt x="1663" y="1"/>
                  </a:moveTo>
                  <a:cubicBezTo>
                    <a:pt x="1635" y="1"/>
                    <a:pt x="1607" y="4"/>
                    <a:pt x="1579" y="9"/>
                  </a:cubicBezTo>
                  <a:cubicBezTo>
                    <a:pt x="1142" y="33"/>
                    <a:pt x="753" y="155"/>
                    <a:pt x="389" y="349"/>
                  </a:cubicBezTo>
                  <a:cubicBezTo>
                    <a:pt x="364" y="374"/>
                    <a:pt x="340" y="374"/>
                    <a:pt x="340" y="398"/>
                  </a:cubicBezTo>
                  <a:lnTo>
                    <a:pt x="0" y="1345"/>
                  </a:lnTo>
                  <a:cubicBezTo>
                    <a:pt x="0" y="1345"/>
                    <a:pt x="0" y="1369"/>
                    <a:pt x="0" y="1394"/>
                  </a:cubicBezTo>
                  <a:cubicBezTo>
                    <a:pt x="73" y="1564"/>
                    <a:pt x="437" y="2365"/>
                    <a:pt x="777" y="2365"/>
                  </a:cubicBezTo>
                  <a:cubicBezTo>
                    <a:pt x="850" y="2365"/>
                    <a:pt x="923" y="2341"/>
                    <a:pt x="972" y="2268"/>
                  </a:cubicBezTo>
                  <a:cubicBezTo>
                    <a:pt x="1215" y="1953"/>
                    <a:pt x="1020" y="1394"/>
                    <a:pt x="899" y="1151"/>
                  </a:cubicBezTo>
                  <a:cubicBezTo>
                    <a:pt x="1215" y="1151"/>
                    <a:pt x="1871" y="1102"/>
                    <a:pt x="2089" y="786"/>
                  </a:cubicBezTo>
                  <a:cubicBezTo>
                    <a:pt x="2186" y="665"/>
                    <a:pt x="2211" y="519"/>
                    <a:pt x="2162" y="374"/>
                  </a:cubicBezTo>
                  <a:cubicBezTo>
                    <a:pt x="2076" y="159"/>
                    <a:pt x="1876" y="1"/>
                    <a:pt x="16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29"/>
            <p:cNvSpPr/>
            <p:nvPr/>
          </p:nvSpPr>
          <p:spPr>
            <a:xfrm>
              <a:off x="4730077" y="4175144"/>
              <a:ext cx="156491" cy="223645"/>
            </a:xfrm>
            <a:custGeom>
              <a:avLst/>
              <a:gdLst/>
              <a:ahLst/>
              <a:cxnLst/>
              <a:rect l="l" t="t" r="r" b="b"/>
              <a:pathLst>
                <a:path w="1799" h="2571" extrusionOk="0">
                  <a:moveTo>
                    <a:pt x="649" y="0"/>
                  </a:moveTo>
                  <a:cubicBezTo>
                    <a:pt x="597" y="0"/>
                    <a:pt x="542" y="6"/>
                    <a:pt x="486" y="19"/>
                  </a:cubicBezTo>
                  <a:cubicBezTo>
                    <a:pt x="365" y="44"/>
                    <a:pt x="244" y="141"/>
                    <a:pt x="195" y="262"/>
                  </a:cubicBezTo>
                  <a:cubicBezTo>
                    <a:pt x="98" y="602"/>
                    <a:pt x="511" y="1113"/>
                    <a:pt x="827" y="1501"/>
                  </a:cubicBezTo>
                  <a:cubicBezTo>
                    <a:pt x="632" y="1574"/>
                    <a:pt x="462" y="1671"/>
                    <a:pt x="292" y="1793"/>
                  </a:cubicBezTo>
                  <a:cubicBezTo>
                    <a:pt x="122" y="1890"/>
                    <a:pt x="1" y="2109"/>
                    <a:pt x="49" y="2327"/>
                  </a:cubicBezTo>
                  <a:cubicBezTo>
                    <a:pt x="49" y="2400"/>
                    <a:pt x="122" y="2497"/>
                    <a:pt x="195" y="2522"/>
                  </a:cubicBezTo>
                  <a:cubicBezTo>
                    <a:pt x="268" y="2546"/>
                    <a:pt x="341" y="2570"/>
                    <a:pt x="414" y="2570"/>
                  </a:cubicBezTo>
                  <a:cubicBezTo>
                    <a:pt x="754" y="2522"/>
                    <a:pt x="1094" y="2424"/>
                    <a:pt x="1410" y="2254"/>
                  </a:cubicBezTo>
                  <a:cubicBezTo>
                    <a:pt x="1458" y="2230"/>
                    <a:pt x="1458" y="2181"/>
                    <a:pt x="1434" y="2133"/>
                  </a:cubicBezTo>
                  <a:cubicBezTo>
                    <a:pt x="1434" y="2116"/>
                    <a:pt x="1397" y="2099"/>
                    <a:pt x="1367" y="2099"/>
                  </a:cubicBezTo>
                  <a:cubicBezTo>
                    <a:pt x="1355" y="2099"/>
                    <a:pt x="1344" y="2101"/>
                    <a:pt x="1337" y="2109"/>
                  </a:cubicBezTo>
                  <a:cubicBezTo>
                    <a:pt x="1075" y="2229"/>
                    <a:pt x="664" y="2400"/>
                    <a:pt x="406" y="2400"/>
                  </a:cubicBezTo>
                  <a:cubicBezTo>
                    <a:pt x="352" y="2400"/>
                    <a:pt x="305" y="2393"/>
                    <a:pt x="268" y="2376"/>
                  </a:cubicBezTo>
                  <a:cubicBezTo>
                    <a:pt x="244" y="2352"/>
                    <a:pt x="219" y="2327"/>
                    <a:pt x="195" y="2279"/>
                  </a:cubicBezTo>
                  <a:cubicBezTo>
                    <a:pt x="195" y="2206"/>
                    <a:pt x="219" y="2109"/>
                    <a:pt x="268" y="2036"/>
                  </a:cubicBezTo>
                  <a:cubicBezTo>
                    <a:pt x="462" y="1841"/>
                    <a:pt x="705" y="1696"/>
                    <a:pt x="972" y="1647"/>
                  </a:cubicBezTo>
                  <a:cubicBezTo>
                    <a:pt x="997" y="1647"/>
                    <a:pt x="1021" y="1623"/>
                    <a:pt x="1045" y="1598"/>
                  </a:cubicBezTo>
                  <a:cubicBezTo>
                    <a:pt x="1094" y="1550"/>
                    <a:pt x="1069" y="1526"/>
                    <a:pt x="997" y="1428"/>
                  </a:cubicBezTo>
                  <a:cubicBezTo>
                    <a:pt x="389" y="724"/>
                    <a:pt x="316" y="432"/>
                    <a:pt x="365" y="311"/>
                  </a:cubicBezTo>
                  <a:cubicBezTo>
                    <a:pt x="365" y="287"/>
                    <a:pt x="389" y="214"/>
                    <a:pt x="511" y="190"/>
                  </a:cubicBezTo>
                  <a:cubicBezTo>
                    <a:pt x="554" y="179"/>
                    <a:pt x="596" y="174"/>
                    <a:pt x="636" y="174"/>
                  </a:cubicBezTo>
                  <a:cubicBezTo>
                    <a:pt x="1244" y="174"/>
                    <a:pt x="1628" y="1283"/>
                    <a:pt x="1628" y="1283"/>
                  </a:cubicBezTo>
                  <a:cubicBezTo>
                    <a:pt x="1652" y="1307"/>
                    <a:pt x="1701" y="1331"/>
                    <a:pt x="1725" y="1331"/>
                  </a:cubicBezTo>
                  <a:cubicBezTo>
                    <a:pt x="1774" y="1307"/>
                    <a:pt x="1798" y="1258"/>
                    <a:pt x="1798" y="1210"/>
                  </a:cubicBezTo>
                  <a:cubicBezTo>
                    <a:pt x="1776" y="1165"/>
                    <a:pt x="1373" y="0"/>
                    <a:pt x="6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29"/>
            <p:cNvSpPr/>
            <p:nvPr/>
          </p:nvSpPr>
          <p:spPr>
            <a:xfrm>
              <a:off x="4828807" y="4113296"/>
              <a:ext cx="167625" cy="150227"/>
            </a:xfrm>
            <a:custGeom>
              <a:avLst/>
              <a:gdLst/>
              <a:ahLst/>
              <a:cxnLst/>
              <a:rect l="l" t="t" r="r" b="b"/>
              <a:pathLst>
                <a:path w="1927" h="1727" extrusionOk="0">
                  <a:moveTo>
                    <a:pt x="119" y="1"/>
                  </a:moveTo>
                  <a:cubicBezTo>
                    <a:pt x="57" y="1"/>
                    <a:pt x="1" y="74"/>
                    <a:pt x="56" y="147"/>
                  </a:cubicBezTo>
                  <a:cubicBezTo>
                    <a:pt x="347" y="463"/>
                    <a:pt x="566" y="828"/>
                    <a:pt x="712" y="1241"/>
                  </a:cubicBezTo>
                  <a:cubicBezTo>
                    <a:pt x="663" y="1386"/>
                    <a:pt x="639" y="1532"/>
                    <a:pt x="663" y="1654"/>
                  </a:cubicBezTo>
                  <a:cubicBezTo>
                    <a:pt x="663" y="1702"/>
                    <a:pt x="712" y="1726"/>
                    <a:pt x="736" y="1726"/>
                  </a:cubicBezTo>
                  <a:cubicBezTo>
                    <a:pt x="785" y="1726"/>
                    <a:pt x="809" y="1702"/>
                    <a:pt x="833" y="1678"/>
                  </a:cubicBezTo>
                  <a:cubicBezTo>
                    <a:pt x="882" y="1532"/>
                    <a:pt x="882" y="1411"/>
                    <a:pt x="858" y="1265"/>
                  </a:cubicBezTo>
                  <a:cubicBezTo>
                    <a:pt x="882" y="1241"/>
                    <a:pt x="906" y="1216"/>
                    <a:pt x="906" y="1192"/>
                  </a:cubicBezTo>
                  <a:cubicBezTo>
                    <a:pt x="1149" y="876"/>
                    <a:pt x="1489" y="706"/>
                    <a:pt x="1854" y="658"/>
                  </a:cubicBezTo>
                  <a:cubicBezTo>
                    <a:pt x="1902" y="633"/>
                    <a:pt x="1926" y="609"/>
                    <a:pt x="1926" y="560"/>
                  </a:cubicBezTo>
                  <a:cubicBezTo>
                    <a:pt x="1902" y="512"/>
                    <a:pt x="1854" y="488"/>
                    <a:pt x="1829" y="488"/>
                  </a:cubicBezTo>
                  <a:cubicBezTo>
                    <a:pt x="1441" y="536"/>
                    <a:pt x="1076" y="730"/>
                    <a:pt x="809" y="1046"/>
                  </a:cubicBezTo>
                  <a:cubicBezTo>
                    <a:pt x="663" y="658"/>
                    <a:pt x="445" y="318"/>
                    <a:pt x="177" y="26"/>
                  </a:cubicBezTo>
                  <a:cubicBezTo>
                    <a:pt x="160" y="8"/>
                    <a:pt x="139" y="1"/>
                    <a:pt x="1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29"/>
            <p:cNvSpPr/>
            <p:nvPr/>
          </p:nvSpPr>
          <p:spPr>
            <a:xfrm>
              <a:off x="4318023" y="4482647"/>
              <a:ext cx="515662" cy="562722"/>
            </a:xfrm>
            <a:custGeom>
              <a:avLst/>
              <a:gdLst/>
              <a:ahLst/>
              <a:cxnLst/>
              <a:rect l="l" t="t" r="r" b="b"/>
              <a:pathLst>
                <a:path w="5928" h="6469" extrusionOk="0">
                  <a:moveTo>
                    <a:pt x="5857" y="0"/>
                  </a:moveTo>
                  <a:cubicBezTo>
                    <a:pt x="5849" y="0"/>
                    <a:pt x="5840" y="2"/>
                    <a:pt x="5831" y="7"/>
                  </a:cubicBezTo>
                  <a:cubicBezTo>
                    <a:pt x="5782" y="7"/>
                    <a:pt x="5758" y="31"/>
                    <a:pt x="5758" y="80"/>
                  </a:cubicBezTo>
                  <a:cubicBezTo>
                    <a:pt x="5758" y="250"/>
                    <a:pt x="5734" y="396"/>
                    <a:pt x="5734" y="566"/>
                  </a:cubicBezTo>
                  <a:cubicBezTo>
                    <a:pt x="5709" y="590"/>
                    <a:pt x="5734" y="638"/>
                    <a:pt x="5782" y="638"/>
                  </a:cubicBezTo>
                  <a:lnTo>
                    <a:pt x="5782" y="614"/>
                  </a:lnTo>
                  <a:cubicBezTo>
                    <a:pt x="5791" y="619"/>
                    <a:pt x="5801" y="621"/>
                    <a:pt x="5810" y="621"/>
                  </a:cubicBezTo>
                  <a:cubicBezTo>
                    <a:pt x="5848" y="621"/>
                    <a:pt x="5879" y="585"/>
                    <a:pt x="5879" y="566"/>
                  </a:cubicBezTo>
                  <a:cubicBezTo>
                    <a:pt x="5904" y="396"/>
                    <a:pt x="5928" y="225"/>
                    <a:pt x="5928" y="80"/>
                  </a:cubicBezTo>
                  <a:cubicBezTo>
                    <a:pt x="5928" y="40"/>
                    <a:pt x="5896" y="0"/>
                    <a:pt x="5857" y="0"/>
                  </a:cubicBezTo>
                  <a:close/>
                  <a:moveTo>
                    <a:pt x="5682" y="972"/>
                  </a:moveTo>
                  <a:cubicBezTo>
                    <a:pt x="5644" y="972"/>
                    <a:pt x="5612" y="1007"/>
                    <a:pt x="5612" y="1027"/>
                  </a:cubicBezTo>
                  <a:cubicBezTo>
                    <a:pt x="5564" y="1197"/>
                    <a:pt x="5515" y="1343"/>
                    <a:pt x="5442" y="1489"/>
                  </a:cubicBezTo>
                  <a:cubicBezTo>
                    <a:pt x="5418" y="1513"/>
                    <a:pt x="5442" y="1562"/>
                    <a:pt x="5491" y="1586"/>
                  </a:cubicBezTo>
                  <a:lnTo>
                    <a:pt x="5515" y="1586"/>
                  </a:lnTo>
                  <a:lnTo>
                    <a:pt x="5515" y="1562"/>
                  </a:lnTo>
                  <a:cubicBezTo>
                    <a:pt x="5523" y="1570"/>
                    <a:pt x="5531" y="1572"/>
                    <a:pt x="5539" y="1572"/>
                  </a:cubicBezTo>
                  <a:cubicBezTo>
                    <a:pt x="5555" y="1572"/>
                    <a:pt x="5572" y="1562"/>
                    <a:pt x="5588" y="1562"/>
                  </a:cubicBezTo>
                  <a:cubicBezTo>
                    <a:pt x="5661" y="1392"/>
                    <a:pt x="5734" y="1246"/>
                    <a:pt x="5782" y="1076"/>
                  </a:cubicBezTo>
                  <a:cubicBezTo>
                    <a:pt x="5782" y="1027"/>
                    <a:pt x="5758" y="1003"/>
                    <a:pt x="5709" y="979"/>
                  </a:cubicBezTo>
                  <a:cubicBezTo>
                    <a:pt x="5700" y="974"/>
                    <a:pt x="5691" y="972"/>
                    <a:pt x="5682" y="972"/>
                  </a:cubicBezTo>
                  <a:close/>
                  <a:moveTo>
                    <a:pt x="4303" y="1753"/>
                  </a:moveTo>
                  <a:cubicBezTo>
                    <a:pt x="4217" y="1753"/>
                    <a:pt x="4164" y="1879"/>
                    <a:pt x="4276" y="1902"/>
                  </a:cubicBezTo>
                  <a:cubicBezTo>
                    <a:pt x="4398" y="1975"/>
                    <a:pt x="4543" y="2047"/>
                    <a:pt x="4640" y="2169"/>
                  </a:cubicBezTo>
                  <a:cubicBezTo>
                    <a:pt x="4640" y="2193"/>
                    <a:pt x="4665" y="2193"/>
                    <a:pt x="4689" y="2193"/>
                  </a:cubicBezTo>
                  <a:cubicBezTo>
                    <a:pt x="4713" y="2193"/>
                    <a:pt x="4738" y="2193"/>
                    <a:pt x="4762" y="2169"/>
                  </a:cubicBezTo>
                  <a:cubicBezTo>
                    <a:pt x="4786" y="2145"/>
                    <a:pt x="4786" y="2096"/>
                    <a:pt x="4762" y="2072"/>
                  </a:cubicBezTo>
                  <a:cubicBezTo>
                    <a:pt x="4640" y="1926"/>
                    <a:pt x="4495" y="1829"/>
                    <a:pt x="4325" y="1756"/>
                  </a:cubicBezTo>
                  <a:cubicBezTo>
                    <a:pt x="4317" y="1754"/>
                    <a:pt x="4310" y="1753"/>
                    <a:pt x="4303" y="1753"/>
                  </a:cubicBezTo>
                  <a:close/>
                  <a:moveTo>
                    <a:pt x="3790" y="1732"/>
                  </a:moveTo>
                  <a:cubicBezTo>
                    <a:pt x="3596" y="1780"/>
                    <a:pt x="3474" y="1926"/>
                    <a:pt x="3474" y="2120"/>
                  </a:cubicBezTo>
                  <a:cubicBezTo>
                    <a:pt x="3450" y="2145"/>
                    <a:pt x="3450" y="2169"/>
                    <a:pt x="3474" y="2193"/>
                  </a:cubicBezTo>
                  <a:cubicBezTo>
                    <a:pt x="3474" y="2242"/>
                    <a:pt x="3499" y="2266"/>
                    <a:pt x="3547" y="2266"/>
                  </a:cubicBezTo>
                  <a:lnTo>
                    <a:pt x="3572" y="2266"/>
                  </a:lnTo>
                  <a:cubicBezTo>
                    <a:pt x="3620" y="2242"/>
                    <a:pt x="3644" y="2193"/>
                    <a:pt x="3620" y="2169"/>
                  </a:cubicBezTo>
                  <a:lnTo>
                    <a:pt x="3620" y="2120"/>
                  </a:lnTo>
                  <a:cubicBezTo>
                    <a:pt x="3644" y="1999"/>
                    <a:pt x="3717" y="1926"/>
                    <a:pt x="3839" y="1902"/>
                  </a:cubicBezTo>
                  <a:cubicBezTo>
                    <a:pt x="3887" y="1877"/>
                    <a:pt x="3912" y="1829"/>
                    <a:pt x="3887" y="1780"/>
                  </a:cubicBezTo>
                  <a:cubicBezTo>
                    <a:pt x="3887" y="1756"/>
                    <a:pt x="3839" y="1732"/>
                    <a:pt x="3790" y="1732"/>
                  </a:cubicBezTo>
                  <a:close/>
                  <a:moveTo>
                    <a:pt x="5248" y="1835"/>
                  </a:moveTo>
                  <a:cubicBezTo>
                    <a:pt x="5230" y="1835"/>
                    <a:pt x="5211" y="1841"/>
                    <a:pt x="5199" y="1853"/>
                  </a:cubicBezTo>
                  <a:cubicBezTo>
                    <a:pt x="5078" y="1975"/>
                    <a:pt x="4981" y="2072"/>
                    <a:pt x="4835" y="2169"/>
                  </a:cubicBezTo>
                  <a:cubicBezTo>
                    <a:pt x="4786" y="2169"/>
                    <a:pt x="4786" y="2217"/>
                    <a:pt x="4811" y="2266"/>
                  </a:cubicBezTo>
                  <a:cubicBezTo>
                    <a:pt x="4811" y="2290"/>
                    <a:pt x="4859" y="2315"/>
                    <a:pt x="4883" y="2315"/>
                  </a:cubicBezTo>
                  <a:lnTo>
                    <a:pt x="4883" y="2290"/>
                  </a:lnTo>
                  <a:cubicBezTo>
                    <a:pt x="4883" y="2290"/>
                    <a:pt x="4908" y="2290"/>
                    <a:pt x="4908" y="2315"/>
                  </a:cubicBezTo>
                  <a:cubicBezTo>
                    <a:pt x="5053" y="2217"/>
                    <a:pt x="5199" y="2096"/>
                    <a:pt x="5296" y="1975"/>
                  </a:cubicBezTo>
                  <a:cubicBezTo>
                    <a:pt x="5345" y="1926"/>
                    <a:pt x="5345" y="1877"/>
                    <a:pt x="5296" y="1853"/>
                  </a:cubicBezTo>
                  <a:cubicBezTo>
                    <a:pt x="5284" y="1841"/>
                    <a:pt x="5266" y="1835"/>
                    <a:pt x="5248" y="1835"/>
                  </a:cubicBezTo>
                  <a:close/>
                  <a:moveTo>
                    <a:pt x="4416" y="2312"/>
                  </a:moveTo>
                  <a:cubicBezTo>
                    <a:pt x="4410" y="2312"/>
                    <a:pt x="4404" y="2313"/>
                    <a:pt x="4398" y="2315"/>
                  </a:cubicBezTo>
                  <a:cubicBezTo>
                    <a:pt x="4276" y="2339"/>
                    <a:pt x="4179" y="2363"/>
                    <a:pt x="4057" y="2363"/>
                  </a:cubicBezTo>
                  <a:lnTo>
                    <a:pt x="3936" y="2363"/>
                  </a:lnTo>
                  <a:cubicBezTo>
                    <a:pt x="3930" y="2362"/>
                    <a:pt x="3925" y="2361"/>
                    <a:pt x="3920" y="2361"/>
                  </a:cubicBezTo>
                  <a:cubicBezTo>
                    <a:pt x="3836" y="2361"/>
                    <a:pt x="3820" y="2533"/>
                    <a:pt x="3912" y="2533"/>
                  </a:cubicBezTo>
                  <a:lnTo>
                    <a:pt x="4057" y="2533"/>
                  </a:lnTo>
                  <a:lnTo>
                    <a:pt x="4057" y="2509"/>
                  </a:lnTo>
                  <a:cubicBezTo>
                    <a:pt x="4179" y="2509"/>
                    <a:pt x="4300" y="2509"/>
                    <a:pt x="4422" y="2485"/>
                  </a:cubicBezTo>
                  <a:cubicBezTo>
                    <a:pt x="4535" y="2462"/>
                    <a:pt x="4500" y="2312"/>
                    <a:pt x="4416" y="2312"/>
                  </a:cubicBezTo>
                  <a:close/>
                  <a:moveTo>
                    <a:pt x="4946" y="2451"/>
                  </a:moveTo>
                  <a:cubicBezTo>
                    <a:pt x="4934" y="2451"/>
                    <a:pt x="4921" y="2454"/>
                    <a:pt x="4908" y="2460"/>
                  </a:cubicBezTo>
                  <a:cubicBezTo>
                    <a:pt x="4859" y="2485"/>
                    <a:pt x="4859" y="2533"/>
                    <a:pt x="4859" y="2582"/>
                  </a:cubicBezTo>
                  <a:cubicBezTo>
                    <a:pt x="4932" y="2728"/>
                    <a:pt x="4956" y="2873"/>
                    <a:pt x="4981" y="3019"/>
                  </a:cubicBezTo>
                  <a:cubicBezTo>
                    <a:pt x="4981" y="3068"/>
                    <a:pt x="5029" y="3092"/>
                    <a:pt x="5078" y="3092"/>
                  </a:cubicBezTo>
                  <a:cubicBezTo>
                    <a:pt x="5126" y="3092"/>
                    <a:pt x="5151" y="3043"/>
                    <a:pt x="5151" y="3019"/>
                  </a:cubicBezTo>
                  <a:cubicBezTo>
                    <a:pt x="5126" y="2825"/>
                    <a:pt x="5078" y="2679"/>
                    <a:pt x="5029" y="2509"/>
                  </a:cubicBezTo>
                  <a:cubicBezTo>
                    <a:pt x="5011" y="2473"/>
                    <a:pt x="4981" y="2451"/>
                    <a:pt x="4946" y="2451"/>
                  </a:cubicBezTo>
                  <a:close/>
                  <a:moveTo>
                    <a:pt x="5078" y="3432"/>
                  </a:moveTo>
                  <a:cubicBezTo>
                    <a:pt x="5029" y="3432"/>
                    <a:pt x="5005" y="3456"/>
                    <a:pt x="4981" y="3505"/>
                  </a:cubicBezTo>
                  <a:cubicBezTo>
                    <a:pt x="4956" y="3651"/>
                    <a:pt x="4932" y="3821"/>
                    <a:pt x="4883" y="3966"/>
                  </a:cubicBezTo>
                  <a:cubicBezTo>
                    <a:pt x="4859" y="3991"/>
                    <a:pt x="4883" y="4039"/>
                    <a:pt x="4908" y="4064"/>
                  </a:cubicBezTo>
                  <a:lnTo>
                    <a:pt x="4956" y="4064"/>
                  </a:lnTo>
                  <a:cubicBezTo>
                    <a:pt x="4981" y="4064"/>
                    <a:pt x="5005" y="4039"/>
                    <a:pt x="5029" y="4015"/>
                  </a:cubicBezTo>
                  <a:cubicBezTo>
                    <a:pt x="5078" y="3869"/>
                    <a:pt x="5126" y="3699"/>
                    <a:pt x="5151" y="3529"/>
                  </a:cubicBezTo>
                  <a:cubicBezTo>
                    <a:pt x="5151" y="3481"/>
                    <a:pt x="5126" y="3432"/>
                    <a:pt x="5078" y="3432"/>
                  </a:cubicBezTo>
                  <a:close/>
                  <a:moveTo>
                    <a:pt x="4703" y="4339"/>
                  </a:moveTo>
                  <a:cubicBezTo>
                    <a:pt x="4677" y="4339"/>
                    <a:pt x="4655" y="4351"/>
                    <a:pt x="4640" y="4379"/>
                  </a:cubicBezTo>
                  <a:cubicBezTo>
                    <a:pt x="4543" y="4501"/>
                    <a:pt x="4422" y="4622"/>
                    <a:pt x="4325" y="4720"/>
                  </a:cubicBezTo>
                  <a:cubicBezTo>
                    <a:pt x="4276" y="4744"/>
                    <a:pt x="4276" y="4792"/>
                    <a:pt x="4325" y="4841"/>
                  </a:cubicBezTo>
                  <a:cubicBezTo>
                    <a:pt x="4325" y="4841"/>
                    <a:pt x="4349" y="4865"/>
                    <a:pt x="4373" y="4865"/>
                  </a:cubicBezTo>
                  <a:lnTo>
                    <a:pt x="4373" y="4841"/>
                  </a:lnTo>
                  <a:lnTo>
                    <a:pt x="4422" y="4841"/>
                  </a:lnTo>
                  <a:cubicBezTo>
                    <a:pt x="4543" y="4720"/>
                    <a:pt x="4665" y="4598"/>
                    <a:pt x="4762" y="4477"/>
                  </a:cubicBezTo>
                  <a:cubicBezTo>
                    <a:pt x="4786" y="4428"/>
                    <a:pt x="4786" y="4379"/>
                    <a:pt x="4762" y="4355"/>
                  </a:cubicBezTo>
                  <a:cubicBezTo>
                    <a:pt x="4742" y="4345"/>
                    <a:pt x="4722" y="4339"/>
                    <a:pt x="4703" y="4339"/>
                  </a:cubicBezTo>
                  <a:close/>
                  <a:moveTo>
                    <a:pt x="3975" y="4971"/>
                  </a:moveTo>
                  <a:cubicBezTo>
                    <a:pt x="3960" y="4971"/>
                    <a:pt x="3946" y="4977"/>
                    <a:pt x="3936" y="4987"/>
                  </a:cubicBezTo>
                  <a:cubicBezTo>
                    <a:pt x="3790" y="5060"/>
                    <a:pt x="3644" y="5108"/>
                    <a:pt x="3474" y="5133"/>
                  </a:cubicBezTo>
                  <a:cubicBezTo>
                    <a:pt x="3450" y="5157"/>
                    <a:pt x="3402" y="5205"/>
                    <a:pt x="3426" y="5254"/>
                  </a:cubicBezTo>
                  <a:cubicBezTo>
                    <a:pt x="3426" y="5278"/>
                    <a:pt x="3474" y="5303"/>
                    <a:pt x="3499" y="5303"/>
                  </a:cubicBezTo>
                  <a:lnTo>
                    <a:pt x="3523" y="5303"/>
                  </a:lnTo>
                  <a:cubicBezTo>
                    <a:pt x="3693" y="5254"/>
                    <a:pt x="3839" y="5205"/>
                    <a:pt x="4009" y="5133"/>
                  </a:cubicBezTo>
                  <a:cubicBezTo>
                    <a:pt x="4033" y="5108"/>
                    <a:pt x="4057" y="5060"/>
                    <a:pt x="4033" y="5011"/>
                  </a:cubicBezTo>
                  <a:cubicBezTo>
                    <a:pt x="4019" y="4983"/>
                    <a:pt x="3996" y="4971"/>
                    <a:pt x="3975" y="4971"/>
                  </a:cubicBezTo>
                  <a:close/>
                  <a:moveTo>
                    <a:pt x="1531" y="5205"/>
                  </a:moveTo>
                  <a:cubicBezTo>
                    <a:pt x="1434" y="5205"/>
                    <a:pt x="1434" y="5375"/>
                    <a:pt x="1531" y="5375"/>
                  </a:cubicBezTo>
                  <a:lnTo>
                    <a:pt x="2041" y="5375"/>
                  </a:lnTo>
                  <a:cubicBezTo>
                    <a:pt x="2065" y="5375"/>
                    <a:pt x="2114" y="5327"/>
                    <a:pt x="2114" y="5303"/>
                  </a:cubicBezTo>
                  <a:cubicBezTo>
                    <a:pt x="2114" y="5254"/>
                    <a:pt x="2090" y="5205"/>
                    <a:pt x="2041" y="5205"/>
                  </a:cubicBezTo>
                  <a:close/>
                  <a:moveTo>
                    <a:pt x="2527" y="5205"/>
                  </a:moveTo>
                  <a:cubicBezTo>
                    <a:pt x="2478" y="5205"/>
                    <a:pt x="2454" y="5254"/>
                    <a:pt x="2454" y="5278"/>
                  </a:cubicBezTo>
                  <a:cubicBezTo>
                    <a:pt x="2430" y="5327"/>
                    <a:pt x="2478" y="5375"/>
                    <a:pt x="2527" y="5375"/>
                  </a:cubicBezTo>
                  <a:lnTo>
                    <a:pt x="3013" y="5375"/>
                  </a:lnTo>
                  <a:cubicBezTo>
                    <a:pt x="3061" y="5375"/>
                    <a:pt x="3110" y="5327"/>
                    <a:pt x="3110" y="5278"/>
                  </a:cubicBezTo>
                  <a:cubicBezTo>
                    <a:pt x="3086" y="5230"/>
                    <a:pt x="3061" y="5205"/>
                    <a:pt x="3013" y="5205"/>
                  </a:cubicBezTo>
                  <a:close/>
                  <a:moveTo>
                    <a:pt x="1044" y="5270"/>
                  </a:moveTo>
                  <a:cubicBezTo>
                    <a:pt x="1037" y="5270"/>
                    <a:pt x="1029" y="5273"/>
                    <a:pt x="1021" y="5278"/>
                  </a:cubicBezTo>
                  <a:cubicBezTo>
                    <a:pt x="851" y="5327"/>
                    <a:pt x="681" y="5400"/>
                    <a:pt x="559" y="5497"/>
                  </a:cubicBezTo>
                  <a:cubicBezTo>
                    <a:pt x="511" y="5545"/>
                    <a:pt x="511" y="5594"/>
                    <a:pt x="559" y="5618"/>
                  </a:cubicBezTo>
                  <a:cubicBezTo>
                    <a:pt x="559" y="5643"/>
                    <a:pt x="584" y="5643"/>
                    <a:pt x="608" y="5667"/>
                  </a:cubicBezTo>
                  <a:cubicBezTo>
                    <a:pt x="632" y="5643"/>
                    <a:pt x="632" y="5643"/>
                    <a:pt x="657" y="5643"/>
                  </a:cubicBezTo>
                  <a:cubicBezTo>
                    <a:pt x="778" y="5545"/>
                    <a:pt x="899" y="5473"/>
                    <a:pt x="1069" y="5424"/>
                  </a:cubicBezTo>
                  <a:cubicBezTo>
                    <a:pt x="1134" y="5424"/>
                    <a:pt x="1103" y="5270"/>
                    <a:pt x="1044" y="5270"/>
                  </a:cubicBezTo>
                  <a:close/>
                  <a:moveTo>
                    <a:pt x="295" y="5864"/>
                  </a:moveTo>
                  <a:cubicBezTo>
                    <a:pt x="265" y="5864"/>
                    <a:pt x="235" y="5877"/>
                    <a:pt x="219" y="5910"/>
                  </a:cubicBezTo>
                  <a:cubicBezTo>
                    <a:pt x="122" y="6056"/>
                    <a:pt x="74" y="6201"/>
                    <a:pt x="25" y="6371"/>
                  </a:cubicBezTo>
                  <a:cubicBezTo>
                    <a:pt x="1" y="6420"/>
                    <a:pt x="25" y="6469"/>
                    <a:pt x="74" y="6469"/>
                  </a:cubicBezTo>
                  <a:lnTo>
                    <a:pt x="98" y="6469"/>
                  </a:lnTo>
                  <a:cubicBezTo>
                    <a:pt x="122" y="6469"/>
                    <a:pt x="146" y="6444"/>
                    <a:pt x="171" y="6420"/>
                  </a:cubicBezTo>
                  <a:cubicBezTo>
                    <a:pt x="219" y="6274"/>
                    <a:pt x="292" y="6129"/>
                    <a:pt x="365" y="5983"/>
                  </a:cubicBezTo>
                  <a:cubicBezTo>
                    <a:pt x="414" y="5918"/>
                    <a:pt x="354" y="5864"/>
                    <a:pt x="295" y="586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21_1_1_1_1">
    <p:bg>
      <p:bgPr>
        <a:blipFill>
          <a:blip r:embed="rId2">
            <a:alphaModFix/>
          </a:blip>
          <a:stretch>
            <a:fillRect/>
          </a:stretch>
        </a:blipFill>
        <a:effectLst/>
      </p:bgPr>
    </p:bg>
    <p:spTree>
      <p:nvGrpSpPr>
        <p:cNvPr id="1" name="Shape 445"/>
        <p:cNvGrpSpPr/>
        <p:nvPr/>
      </p:nvGrpSpPr>
      <p:grpSpPr>
        <a:xfrm>
          <a:off x="0" y="0"/>
          <a:ext cx="0" cy="0"/>
          <a:chOff x="0" y="0"/>
          <a:chExt cx="0" cy="0"/>
        </a:xfrm>
      </p:grpSpPr>
      <p:grpSp>
        <p:nvGrpSpPr>
          <p:cNvPr id="446" name="Google Shape;446;p30"/>
          <p:cNvGrpSpPr/>
          <p:nvPr/>
        </p:nvGrpSpPr>
        <p:grpSpPr>
          <a:xfrm flipH="1">
            <a:off x="7532356" y="3641559"/>
            <a:ext cx="884679" cy="1501939"/>
            <a:chOff x="-1056319" y="1385262"/>
            <a:chExt cx="212940" cy="361495"/>
          </a:xfrm>
        </p:grpSpPr>
        <p:sp>
          <p:nvSpPr>
            <p:cNvPr id="447" name="Google Shape;447;p30"/>
            <p:cNvSpPr/>
            <p:nvPr/>
          </p:nvSpPr>
          <p:spPr>
            <a:xfrm>
              <a:off x="-933315" y="1467563"/>
              <a:ext cx="27460" cy="279194"/>
            </a:xfrm>
            <a:custGeom>
              <a:avLst/>
              <a:gdLst/>
              <a:ahLst/>
              <a:cxnLst/>
              <a:rect l="l" t="t" r="r" b="b"/>
              <a:pathLst>
                <a:path w="705" h="7168" extrusionOk="0">
                  <a:moveTo>
                    <a:pt x="680" y="1"/>
                  </a:moveTo>
                  <a:cubicBezTo>
                    <a:pt x="656" y="1"/>
                    <a:pt x="632" y="25"/>
                    <a:pt x="632" y="50"/>
                  </a:cubicBezTo>
                  <a:cubicBezTo>
                    <a:pt x="608" y="292"/>
                    <a:pt x="0" y="6123"/>
                    <a:pt x="170" y="7119"/>
                  </a:cubicBezTo>
                  <a:cubicBezTo>
                    <a:pt x="170" y="7143"/>
                    <a:pt x="170" y="7167"/>
                    <a:pt x="195" y="7167"/>
                  </a:cubicBezTo>
                  <a:lnTo>
                    <a:pt x="219" y="7167"/>
                  </a:lnTo>
                  <a:cubicBezTo>
                    <a:pt x="243" y="7143"/>
                    <a:pt x="243" y="7119"/>
                    <a:pt x="243" y="7094"/>
                  </a:cubicBezTo>
                  <a:cubicBezTo>
                    <a:pt x="97" y="6123"/>
                    <a:pt x="705" y="122"/>
                    <a:pt x="705" y="74"/>
                  </a:cubicBezTo>
                  <a:cubicBezTo>
                    <a:pt x="705" y="25"/>
                    <a:pt x="705" y="25"/>
                    <a:pt x="6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30"/>
            <p:cNvSpPr/>
            <p:nvPr/>
          </p:nvSpPr>
          <p:spPr>
            <a:xfrm>
              <a:off x="-968331" y="1385262"/>
              <a:ext cx="124952" cy="123978"/>
            </a:xfrm>
            <a:custGeom>
              <a:avLst/>
              <a:gdLst/>
              <a:ahLst/>
              <a:cxnLst/>
              <a:rect l="l" t="t" r="r" b="b"/>
              <a:pathLst>
                <a:path w="3208" h="3183" extrusionOk="0">
                  <a:moveTo>
                    <a:pt x="1555" y="98"/>
                  </a:moveTo>
                  <a:cubicBezTo>
                    <a:pt x="1871" y="171"/>
                    <a:pt x="1871" y="705"/>
                    <a:pt x="1871" y="705"/>
                  </a:cubicBezTo>
                  <a:cubicBezTo>
                    <a:pt x="1871" y="729"/>
                    <a:pt x="1895" y="754"/>
                    <a:pt x="1920" y="754"/>
                  </a:cubicBezTo>
                  <a:cubicBezTo>
                    <a:pt x="1944" y="754"/>
                    <a:pt x="1968" y="754"/>
                    <a:pt x="1968" y="729"/>
                  </a:cubicBezTo>
                  <a:cubicBezTo>
                    <a:pt x="2065" y="535"/>
                    <a:pt x="2260" y="243"/>
                    <a:pt x="2381" y="243"/>
                  </a:cubicBezTo>
                  <a:cubicBezTo>
                    <a:pt x="2405" y="243"/>
                    <a:pt x="2430" y="243"/>
                    <a:pt x="2430" y="268"/>
                  </a:cubicBezTo>
                  <a:cubicBezTo>
                    <a:pt x="2600" y="389"/>
                    <a:pt x="2478" y="802"/>
                    <a:pt x="2405" y="948"/>
                  </a:cubicBezTo>
                  <a:cubicBezTo>
                    <a:pt x="2386" y="988"/>
                    <a:pt x="2414" y="1027"/>
                    <a:pt x="2452" y="1027"/>
                  </a:cubicBezTo>
                  <a:cubicBezTo>
                    <a:pt x="2460" y="1027"/>
                    <a:pt x="2469" y="1025"/>
                    <a:pt x="2478" y="1021"/>
                  </a:cubicBezTo>
                  <a:cubicBezTo>
                    <a:pt x="2600" y="972"/>
                    <a:pt x="2745" y="924"/>
                    <a:pt x="2891" y="924"/>
                  </a:cubicBezTo>
                  <a:cubicBezTo>
                    <a:pt x="2940" y="924"/>
                    <a:pt x="3013" y="924"/>
                    <a:pt x="3061" y="972"/>
                  </a:cubicBezTo>
                  <a:cubicBezTo>
                    <a:pt x="3061" y="972"/>
                    <a:pt x="3061" y="996"/>
                    <a:pt x="3061" y="996"/>
                  </a:cubicBezTo>
                  <a:cubicBezTo>
                    <a:pt x="3037" y="1142"/>
                    <a:pt x="2745" y="1409"/>
                    <a:pt x="2551" y="1580"/>
                  </a:cubicBezTo>
                  <a:cubicBezTo>
                    <a:pt x="2527" y="1580"/>
                    <a:pt x="2527" y="1604"/>
                    <a:pt x="2527" y="1628"/>
                  </a:cubicBezTo>
                  <a:cubicBezTo>
                    <a:pt x="2551" y="1628"/>
                    <a:pt x="2551" y="1652"/>
                    <a:pt x="2575" y="1652"/>
                  </a:cubicBezTo>
                  <a:cubicBezTo>
                    <a:pt x="2721" y="1652"/>
                    <a:pt x="3134" y="1725"/>
                    <a:pt x="3134" y="1920"/>
                  </a:cubicBezTo>
                  <a:cubicBezTo>
                    <a:pt x="3134" y="2114"/>
                    <a:pt x="2624" y="2163"/>
                    <a:pt x="2430" y="2163"/>
                  </a:cubicBezTo>
                  <a:cubicBezTo>
                    <a:pt x="2430" y="2163"/>
                    <a:pt x="2405" y="2163"/>
                    <a:pt x="2405" y="2187"/>
                  </a:cubicBezTo>
                  <a:cubicBezTo>
                    <a:pt x="2381" y="2211"/>
                    <a:pt x="2381" y="2211"/>
                    <a:pt x="2405" y="2235"/>
                  </a:cubicBezTo>
                  <a:cubicBezTo>
                    <a:pt x="2405" y="2235"/>
                    <a:pt x="2697" y="2551"/>
                    <a:pt x="2527" y="2794"/>
                  </a:cubicBezTo>
                  <a:cubicBezTo>
                    <a:pt x="2503" y="2818"/>
                    <a:pt x="2454" y="2843"/>
                    <a:pt x="2430" y="2843"/>
                  </a:cubicBezTo>
                  <a:cubicBezTo>
                    <a:pt x="2260" y="2843"/>
                    <a:pt x="1992" y="2503"/>
                    <a:pt x="1895" y="2381"/>
                  </a:cubicBezTo>
                  <a:cubicBezTo>
                    <a:pt x="1883" y="2369"/>
                    <a:pt x="1871" y="2363"/>
                    <a:pt x="1862" y="2363"/>
                  </a:cubicBezTo>
                  <a:cubicBezTo>
                    <a:pt x="1853" y="2363"/>
                    <a:pt x="1847" y="2369"/>
                    <a:pt x="1847" y="2381"/>
                  </a:cubicBezTo>
                  <a:cubicBezTo>
                    <a:pt x="1822" y="2381"/>
                    <a:pt x="1798" y="2405"/>
                    <a:pt x="1798" y="2430"/>
                  </a:cubicBezTo>
                  <a:cubicBezTo>
                    <a:pt x="1798" y="2430"/>
                    <a:pt x="1871" y="2964"/>
                    <a:pt x="1579" y="3086"/>
                  </a:cubicBezTo>
                  <a:lnTo>
                    <a:pt x="1507" y="3086"/>
                  </a:lnTo>
                  <a:cubicBezTo>
                    <a:pt x="1312" y="3086"/>
                    <a:pt x="1215" y="2624"/>
                    <a:pt x="1215" y="2454"/>
                  </a:cubicBezTo>
                  <a:cubicBezTo>
                    <a:pt x="1215" y="2430"/>
                    <a:pt x="1191" y="2430"/>
                    <a:pt x="1166" y="2430"/>
                  </a:cubicBezTo>
                  <a:cubicBezTo>
                    <a:pt x="1166" y="2430"/>
                    <a:pt x="1166" y="2454"/>
                    <a:pt x="1166" y="2454"/>
                  </a:cubicBezTo>
                  <a:cubicBezTo>
                    <a:pt x="1045" y="2551"/>
                    <a:pt x="899" y="2624"/>
                    <a:pt x="754" y="2624"/>
                  </a:cubicBezTo>
                  <a:cubicBezTo>
                    <a:pt x="656" y="2624"/>
                    <a:pt x="583" y="2600"/>
                    <a:pt x="511" y="2575"/>
                  </a:cubicBezTo>
                  <a:cubicBezTo>
                    <a:pt x="462" y="2551"/>
                    <a:pt x="413" y="2503"/>
                    <a:pt x="413" y="2454"/>
                  </a:cubicBezTo>
                  <a:cubicBezTo>
                    <a:pt x="389" y="2235"/>
                    <a:pt x="729" y="1871"/>
                    <a:pt x="875" y="1725"/>
                  </a:cubicBezTo>
                  <a:cubicBezTo>
                    <a:pt x="875" y="1701"/>
                    <a:pt x="875" y="1701"/>
                    <a:pt x="875" y="1677"/>
                  </a:cubicBezTo>
                  <a:cubicBezTo>
                    <a:pt x="851" y="1652"/>
                    <a:pt x="826" y="1652"/>
                    <a:pt x="826" y="1652"/>
                  </a:cubicBezTo>
                  <a:lnTo>
                    <a:pt x="705" y="1652"/>
                  </a:lnTo>
                  <a:cubicBezTo>
                    <a:pt x="535" y="1652"/>
                    <a:pt x="195" y="1628"/>
                    <a:pt x="146" y="1409"/>
                  </a:cubicBezTo>
                  <a:cubicBezTo>
                    <a:pt x="122" y="1385"/>
                    <a:pt x="122" y="1361"/>
                    <a:pt x="146" y="1337"/>
                  </a:cubicBezTo>
                  <a:cubicBezTo>
                    <a:pt x="219" y="1215"/>
                    <a:pt x="559" y="1191"/>
                    <a:pt x="826" y="1191"/>
                  </a:cubicBezTo>
                  <a:lnTo>
                    <a:pt x="851" y="1191"/>
                  </a:lnTo>
                  <a:cubicBezTo>
                    <a:pt x="899" y="1167"/>
                    <a:pt x="924" y="1118"/>
                    <a:pt x="875" y="1094"/>
                  </a:cubicBezTo>
                  <a:cubicBezTo>
                    <a:pt x="778" y="1021"/>
                    <a:pt x="511" y="778"/>
                    <a:pt x="511" y="608"/>
                  </a:cubicBezTo>
                  <a:cubicBezTo>
                    <a:pt x="511" y="559"/>
                    <a:pt x="511" y="535"/>
                    <a:pt x="535" y="511"/>
                  </a:cubicBezTo>
                  <a:cubicBezTo>
                    <a:pt x="583" y="486"/>
                    <a:pt x="608" y="462"/>
                    <a:pt x="656" y="462"/>
                  </a:cubicBezTo>
                  <a:cubicBezTo>
                    <a:pt x="899" y="511"/>
                    <a:pt x="1118" y="632"/>
                    <a:pt x="1312" y="778"/>
                  </a:cubicBezTo>
                  <a:lnTo>
                    <a:pt x="1361" y="778"/>
                  </a:lnTo>
                  <a:cubicBezTo>
                    <a:pt x="1385" y="754"/>
                    <a:pt x="1385" y="754"/>
                    <a:pt x="1385" y="729"/>
                  </a:cubicBezTo>
                  <a:cubicBezTo>
                    <a:pt x="1361" y="608"/>
                    <a:pt x="1337" y="268"/>
                    <a:pt x="1434" y="146"/>
                  </a:cubicBezTo>
                  <a:cubicBezTo>
                    <a:pt x="1458" y="98"/>
                    <a:pt x="1507" y="98"/>
                    <a:pt x="1555" y="98"/>
                  </a:cubicBezTo>
                  <a:close/>
                  <a:moveTo>
                    <a:pt x="1531" y="1"/>
                  </a:moveTo>
                  <a:cubicBezTo>
                    <a:pt x="1458" y="1"/>
                    <a:pt x="1385" y="25"/>
                    <a:pt x="1337" y="73"/>
                  </a:cubicBezTo>
                  <a:cubicBezTo>
                    <a:pt x="1239" y="243"/>
                    <a:pt x="1215" y="438"/>
                    <a:pt x="1239" y="632"/>
                  </a:cubicBezTo>
                  <a:cubicBezTo>
                    <a:pt x="1069" y="486"/>
                    <a:pt x="875" y="389"/>
                    <a:pt x="632" y="365"/>
                  </a:cubicBezTo>
                  <a:cubicBezTo>
                    <a:pt x="583" y="365"/>
                    <a:pt x="511" y="389"/>
                    <a:pt x="462" y="413"/>
                  </a:cubicBezTo>
                  <a:cubicBezTo>
                    <a:pt x="413" y="462"/>
                    <a:pt x="389" y="535"/>
                    <a:pt x="389" y="584"/>
                  </a:cubicBezTo>
                  <a:cubicBezTo>
                    <a:pt x="438" y="778"/>
                    <a:pt x="559" y="948"/>
                    <a:pt x="705" y="1069"/>
                  </a:cubicBezTo>
                  <a:cubicBezTo>
                    <a:pt x="511" y="1069"/>
                    <a:pt x="171" y="1118"/>
                    <a:pt x="49" y="1264"/>
                  </a:cubicBezTo>
                  <a:cubicBezTo>
                    <a:pt x="0" y="1312"/>
                    <a:pt x="0" y="1361"/>
                    <a:pt x="0" y="1434"/>
                  </a:cubicBezTo>
                  <a:cubicBezTo>
                    <a:pt x="73" y="1701"/>
                    <a:pt x="462" y="1725"/>
                    <a:pt x="681" y="1725"/>
                  </a:cubicBezTo>
                  <a:cubicBezTo>
                    <a:pt x="511" y="1895"/>
                    <a:pt x="243" y="2211"/>
                    <a:pt x="268" y="2454"/>
                  </a:cubicBezTo>
                  <a:cubicBezTo>
                    <a:pt x="292" y="2527"/>
                    <a:pt x="341" y="2600"/>
                    <a:pt x="413" y="2624"/>
                  </a:cubicBezTo>
                  <a:cubicBezTo>
                    <a:pt x="511" y="2673"/>
                    <a:pt x="608" y="2697"/>
                    <a:pt x="705" y="2697"/>
                  </a:cubicBezTo>
                  <a:cubicBezTo>
                    <a:pt x="851" y="2697"/>
                    <a:pt x="996" y="2648"/>
                    <a:pt x="1118" y="2551"/>
                  </a:cubicBezTo>
                  <a:cubicBezTo>
                    <a:pt x="1166" y="2746"/>
                    <a:pt x="1264" y="3183"/>
                    <a:pt x="1507" y="3183"/>
                  </a:cubicBezTo>
                  <a:cubicBezTo>
                    <a:pt x="1531" y="3183"/>
                    <a:pt x="1579" y="3183"/>
                    <a:pt x="1604" y="3159"/>
                  </a:cubicBezTo>
                  <a:cubicBezTo>
                    <a:pt x="1822" y="3037"/>
                    <a:pt x="1944" y="2794"/>
                    <a:pt x="1895" y="2551"/>
                  </a:cubicBezTo>
                  <a:lnTo>
                    <a:pt x="1895" y="2551"/>
                  </a:lnTo>
                  <a:cubicBezTo>
                    <a:pt x="2041" y="2721"/>
                    <a:pt x="2260" y="2940"/>
                    <a:pt x="2430" y="2940"/>
                  </a:cubicBezTo>
                  <a:cubicBezTo>
                    <a:pt x="2503" y="2940"/>
                    <a:pt x="2551" y="2916"/>
                    <a:pt x="2600" y="2867"/>
                  </a:cubicBezTo>
                  <a:cubicBezTo>
                    <a:pt x="2697" y="2648"/>
                    <a:pt x="2673" y="2405"/>
                    <a:pt x="2527" y="2260"/>
                  </a:cubicBezTo>
                  <a:cubicBezTo>
                    <a:pt x="2745" y="2235"/>
                    <a:pt x="3207" y="2163"/>
                    <a:pt x="3207" y="1920"/>
                  </a:cubicBezTo>
                  <a:cubicBezTo>
                    <a:pt x="3207" y="1677"/>
                    <a:pt x="2867" y="1604"/>
                    <a:pt x="2673" y="1580"/>
                  </a:cubicBezTo>
                  <a:cubicBezTo>
                    <a:pt x="2818" y="1434"/>
                    <a:pt x="3134" y="1191"/>
                    <a:pt x="3134" y="1021"/>
                  </a:cubicBezTo>
                  <a:cubicBezTo>
                    <a:pt x="3134" y="972"/>
                    <a:pt x="3110" y="948"/>
                    <a:pt x="3086" y="899"/>
                  </a:cubicBezTo>
                  <a:cubicBezTo>
                    <a:pt x="3037" y="851"/>
                    <a:pt x="2940" y="826"/>
                    <a:pt x="2867" y="826"/>
                  </a:cubicBezTo>
                  <a:cubicBezTo>
                    <a:pt x="2745" y="826"/>
                    <a:pt x="2624" y="851"/>
                    <a:pt x="2503" y="899"/>
                  </a:cubicBezTo>
                  <a:cubicBezTo>
                    <a:pt x="2551" y="729"/>
                    <a:pt x="2648" y="341"/>
                    <a:pt x="2478" y="195"/>
                  </a:cubicBezTo>
                  <a:cubicBezTo>
                    <a:pt x="2430" y="171"/>
                    <a:pt x="2405" y="146"/>
                    <a:pt x="2357" y="146"/>
                  </a:cubicBezTo>
                  <a:cubicBezTo>
                    <a:pt x="2187" y="146"/>
                    <a:pt x="2017" y="389"/>
                    <a:pt x="1920" y="559"/>
                  </a:cubicBezTo>
                  <a:cubicBezTo>
                    <a:pt x="1895" y="365"/>
                    <a:pt x="1798" y="73"/>
                    <a:pt x="15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30"/>
            <p:cNvSpPr/>
            <p:nvPr/>
          </p:nvSpPr>
          <p:spPr>
            <a:xfrm>
              <a:off x="-990104" y="1535297"/>
              <a:ext cx="60606" cy="203864"/>
            </a:xfrm>
            <a:custGeom>
              <a:avLst/>
              <a:gdLst/>
              <a:ahLst/>
              <a:cxnLst/>
              <a:rect l="l" t="t" r="r" b="b"/>
              <a:pathLst>
                <a:path w="1556" h="5234" extrusionOk="0">
                  <a:moveTo>
                    <a:pt x="70" y="1"/>
                  </a:moveTo>
                  <a:cubicBezTo>
                    <a:pt x="64" y="1"/>
                    <a:pt x="56" y="4"/>
                    <a:pt x="49" y="11"/>
                  </a:cubicBezTo>
                  <a:cubicBezTo>
                    <a:pt x="25" y="11"/>
                    <a:pt x="1" y="35"/>
                    <a:pt x="25" y="60"/>
                  </a:cubicBezTo>
                  <a:cubicBezTo>
                    <a:pt x="49" y="108"/>
                    <a:pt x="1458" y="3290"/>
                    <a:pt x="948" y="5185"/>
                  </a:cubicBezTo>
                  <a:cubicBezTo>
                    <a:pt x="948" y="5210"/>
                    <a:pt x="948" y="5234"/>
                    <a:pt x="972" y="5234"/>
                  </a:cubicBezTo>
                  <a:cubicBezTo>
                    <a:pt x="1021" y="5234"/>
                    <a:pt x="1045" y="5234"/>
                    <a:pt x="1045" y="5185"/>
                  </a:cubicBezTo>
                  <a:cubicBezTo>
                    <a:pt x="1555" y="3290"/>
                    <a:pt x="122" y="60"/>
                    <a:pt x="98" y="35"/>
                  </a:cubicBezTo>
                  <a:cubicBezTo>
                    <a:pt x="98" y="18"/>
                    <a:pt x="86" y="1"/>
                    <a:pt x="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30"/>
            <p:cNvSpPr/>
            <p:nvPr/>
          </p:nvSpPr>
          <p:spPr>
            <a:xfrm>
              <a:off x="-1056319" y="1471965"/>
              <a:ext cx="125886" cy="123394"/>
            </a:xfrm>
            <a:custGeom>
              <a:avLst/>
              <a:gdLst/>
              <a:ahLst/>
              <a:cxnLst/>
              <a:rect l="l" t="t" r="r" b="b"/>
              <a:pathLst>
                <a:path w="3232" h="3168" extrusionOk="0">
                  <a:moveTo>
                    <a:pt x="1513" y="97"/>
                  </a:moveTo>
                  <a:cubicBezTo>
                    <a:pt x="1527" y="97"/>
                    <a:pt x="1541" y="99"/>
                    <a:pt x="1555" y="107"/>
                  </a:cubicBezTo>
                  <a:cubicBezTo>
                    <a:pt x="1871" y="155"/>
                    <a:pt x="1895" y="714"/>
                    <a:pt x="1895" y="714"/>
                  </a:cubicBezTo>
                  <a:cubicBezTo>
                    <a:pt x="1895" y="738"/>
                    <a:pt x="1895" y="738"/>
                    <a:pt x="1919" y="738"/>
                  </a:cubicBezTo>
                  <a:cubicBezTo>
                    <a:pt x="1926" y="745"/>
                    <a:pt x="1934" y="748"/>
                    <a:pt x="1940" y="748"/>
                  </a:cubicBezTo>
                  <a:cubicBezTo>
                    <a:pt x="1956" y="748"/>
                    <a:pt x="1968" y="731"/>
                    <a:pt x="1968" y="714"/>
                  </a:cubicBezTo>
                  <a:cubicBezTo>
                    <a:pt x="2065" y="544"/>
                    <a:pt x="2259" y="228"/>
                    <a:pt x="2381" y="228"/>
                  </a:cubicBezTo>
                  <a:cubicBezTo>
                    <a:pt x="2405" y="228"/>
                    <a:pt x="2430" y="252"/>
                    <a:pt x="2454" y="252"/>
                  </a:cubicBezTo>
                  <a:cubicBezTo>
                    <a:pt x="2600" y="398"/>
                    <a:pt x="2478" y="811"/>
                    <a:pt x="2430" y="957"/>
                  </a:cubicBezTo>
                  <a:cubicBezTo>
                    <a:pt x="2405" y="957"/>
                    <a:pt x="2405" y="981"/>
                    <a:pt x="2430" y="1005"/>
                  </a:cubicBezTo>
                  <a:lnTo>
                    <a:pt x="2478" y="1005"/>
                  </a:lnTo>
                  <a:cubicBezTo>
                    <a:pt x="2600" y="933"/>
                    <a:pt x="2745" y="908"/>
                    <a:pt x="2891" y="908"/>
                  </a:cubicBezTo>
                  <a:cubicBezTo>
                    <a:pt x="2940" y="908"/>
                    <a:pt x="3013" y="908"/>
                    <a:pt x="3061" y="957"/>
                  </a:cubicBezTo>
                  <a:cubicBezTo>
                    <a:pt x="3061" y="957"/>
                    <a:pt x="3061" y="981"/>
                    <a:pt x="3061" y="981"/>
                  </a:cubicBezTo>
                  <a:cubicBezTo>
                    <a:pt x="3037" y="1127"/>
                    <a:pt x="2745" y="1394"/>
                    <a:pt x="2551" y="1540"/>
                  </a:cubicBezTo>
                  <a:cubicBezTo>
                    <a:pt x="2551" y="1564"/>
                    <a:pt x="2527" y="1588"/>
                    <a:pt x="2527" y="1588"/>
                  </a:cubicBezTo>
                  <a:cubicBezTo>
                    <a:pt x="2551" y="1613"/>
                    <a:pt x="2551" y="1637"/>
                    <a:pt x="2575" y="1637"/>
                  </a:cubicBezTo>
                  <a:cubicBezTo>
                    <a:pt x="2575" y="1637"/>
                    <a:pt x="3134" y="1710"/>
                    <a:pt x="3134" y="1904"/>
                  </a:cubicBezTo>
                  <a:cubicBezTo>
                    <a:pt x="3134" y="2099"/>
                    <a:pt x="2624" y="2147"/>
                    <a:pt x="2454" y="2147"/>
                  </a:cubicBezTo>
                  <a:cubicBezTo>
                    <a:pt x="2430" y="2147"/>
                    <a:pt x="2405" y="2147"/>
                    <a:pt x="2405" y="2171"/>
                  </a:cubicBezTo>
                  <a:cubicBezTo>
                    <a:pt x="2381" y="2171"/>
                    <a:pt x="2381" y="2196"/>
                    <a:pt x="2405" y="2220"/>
                  </a:cubicBezTo>
                  <a:cubicBezTo>
                    <a:pt x="2405" y="2220"/>
                    <a:pt x="2697" y="2536"/>
                    <a:pt x="2527" y="2779"/>
                  </a:cubicBezTo>
                  <a:cubicBezTo>
                    <a:pt x="2502" y="2803"/>
                    <a:pt x="2478" y="2827"/>
                    <a:pt x="2430" y="2827"/>
                  </a:cubicBezTo>
                  <a:cubicBezTo>
                    <a:pt x="2259" y="2827"/>
                    <a:pt x="1992" y="2487"/>
                    <a:pt x="1895" y="2341"/>
                  </a:cubicBezTo>
                  <a:cubicBezTo>
                    <a:pt x="1895" y="2341"/>
                    <a:pt x="1884" y="2331"/>
                    <a:pt x="1870" y="2331"/>
                  </a:cubicBezTo>
                  <a:cubicBezTo>
                    <a:pt x="1863" y="2331"/>
                    <a:pt x="1855" y="2333"/>
                    <a:pt x="1846" y="2341"/>
                  </a:cubicBezTo>
                  <a:cubicBezTo>
                    <a:pt x="1822" y="2341"/>
                    <a:pt x="1822" y="2366"/>
                    <a:pt x="1822" y="2390"/>
                  </a:cubicBezTo>
                  <a:cubicBezTo>
                    <a:pt x="1822" y="2390"/>
                    <a:pt x="1895" y="2924"/>
                    <a:pt x="1579" y="3046"/>
                  </a:cubicBezTo>
                  <a:lnTo>
                    <a:pt x="1531" y="3046"/>
                  </a:lnTo>
                  <a:cubicBezTo>
                    <a:pt x="1336" y="3046"/>
                    <a:pt x="1239" y="2609"/>
                    <a:pt x="1215" y="2439"/>
                  </a:cubicBezTo>
                  <a:cubicBezTo>
                    <a:pt x="1215" y="2414"/>
                    <a:pt x="1191" y="2414"/>
                    <a:pt x="1191" y="2414"/>
                  </a:cubicBezTo>
                  <a:lnTo>
                    <a:pt x="1142" y="2414"/>
                  </a:lnTo>
                  <a:cubicBezTo>
                    <a:pt x="1021" y="2512"/>
                    <a:pt x="875" y="2584"/>
                    <a:pt x="705" y="2584"/>
                  </a:cubicBezTo>
                  <a:cubicBezTo>
                    <a:pt x="632" y="2584"/>
                    <a:pt x="535" y="2560"/>
                    <a:pt x="462" y="2536"/>
                  </a:cubicBezTo>
                  <a:cubicBezTo>
                    <a:pt x="413" y="2512"/>
                    <a:pt x="389" y="2463"/>
                    <a:pt x="365" y="2414"/>
                  </a:cubicBezTo>
                  <a:cubicBezTo>
                    <a:pt x="340" y="2220"/>
                    <a:pt x="705" y="1831"/>
                    <a:pt x="826" y="1686"/>
                  </a:cubicBezTo>
                  <a:cubicBezTo>
                    <a:pt x="851" y="1661"/>
                    <a:pt x="826" y="1613"/>
                    <a:pt x="802" y="1613"/>
                  </a:cubicBezTo>
                  <a:lnTo>
                    <a:pt x="656" y="1613"/>
                  </a:lnTo>
                  <a:cubicBezTo>
                    <a:pt x="510" y="1613"/>
                    <a:pt x="170" y="1588"/>
                    <a:pt x="122" y="1394"/>
                  </a:cubicBezTo>
                  <a:cubicBezTo>
                    <a:pt x="122" y="1370"/>
                    <a:pt x="122" y="1345"/>
                    <a:pt x="146" y="1321"/>
                  </a:cubicBezTo>
                  <a:cubicBezTo>
                    <a:pt x="219" y="1200"/>
                    <a:pt x="559" y="1175"/>
                    <a:pt x="826" y="1175"/>
                  </a:cubicBezTo>
                  <a:lnTo>
                    <a:pt x="875" y="1175"/>
                  </a:lnTo>
                  <a:cubicBezTo>
                    <a:pt x="875" y="1175"/>
                    <a:pt x="899" y="1151"/>
                    <a:pt x="923" y="1151"/>
                  </a:cubicBezTo>
                  <a:cubicBezTo>
                    <a:pt x="923" y="1127"/>
                    <a:pt x="899" y="1103"/>
                    <a:pt x="899" y="1078"/>
                  </a:cubicBezTo>
                  <a:cubicBezTo>
                    <a:pt x="802" y="1005"/>
                    <a:pt x="510" y="762"/>
                    <a:pt x="510" y="592"/>
                  </a:cubicBezTo>
                  <a:cubicBezTo>
                    <a:pt x="510" y="568"/>
                    <a:pt x="535" y="520"/>
                    <a:pt x="559" y="495"/>
                  </a:cubicBezTo>
                  <a:cubicBezTo>
                    <a:pt x="583" y="471"/>
                    <a:pt x="632" y="471"/>
                    <a:pt x="680" y="471"/>
                  </a:cubicBezTo>
                  <a:cubicBezTo>
                    <a:pt x="899" y="520"/>
                    <a:pt x="1142" y="617"/>
                    <a:pt x="1312" y="762"/>
                  </a:cubicBezTo>
                  <a:cubicBezTo>
                    <a:pt x="1324" y="775"/>
                    <a:pt x="1336" y="781"/>
                    <a:pt x="1345" y="781"/>
                  </a:cubicBezTo>
                  <a:cubicBezTo>
                    <a:pt x="1355" y="781"/>
                    <a:pt x="1361" y="775"/>
                    <a:pt x="1361" y="762"/>
                  </a:cubicBezTo>
                  <a:cubicBezTo>
                    <a:pt x="1385" y="762"/>
                    <a:pt x="1409" y="738"/>
                    <a:pt x="1385" y="714"/>
                  </a:cubicBezTo>
                  <a:cubicBezTo>
                    <a:pt x="1361" y="592"/>
                    <a:pt x="1336" y="252"/>
                    <a:pt x="1434" y="131"/>
                  </a:cubicBezTo>
                  <a:cubicBezTo>
                    <a:pt x="1451" y="114"/>
                    <a:pt x="1480" y="97"/>
                    <a:pt x="1513" y="97"/>
                  </a:cubicBezTo>
                  <a:close/>
                  <a:moveTo>
                    <a:pt x="1497" y="0"/>
                  </a:moveTo>
                  <a:cubicBezTo>
                    <a:pt x="1437" y="0"/>
                    <a:pt x="1373" y="28"/>
                    <a:pt x="1336" y="82"/>
                  </a:cubicBezTo>
                  <a:cubicBezTo>
                    <a:pt x="1263" y="252"/>
                    <a:pt x="1215" y="447"/>
                    <a:pt x="1263" y="617"/>
                  </a:cubicBezTo>
                  <a:cubicBezTo>
                    <a:pt x="1093" y="471"/>
                    <a:pt x="875" y="398"/>
                    <a:pt x="656" y="349"/>
                  </a:cubicBezTo>
                  <a:cubicBezTo>
                    <a:pt x="583" y="349"/>
                    <a:pt x="535" y="374"/>
                    <a:pt x="462" y="422"/>
                  </a:cubicBezTo>
                  <a:cubicBezTo>
                    <a:pt x="413" y="447"/>
                    <a:pt x="389" y="520"/>
                    <a:pt x="389" y="568"/>
                  </a:cubicBezTo>
                  <a:cubicBezTo>
                    <a:pt x="413" y="762"/>
                    <a:pt x="608" y="957"/>
                    <a:pt x="729" y="1054"/>
                  </a:cubicBezTo>
                  <a:cubicBezTo>
                    <a:pt x="510" y="1078"/>
                    <a:pt x="170" y="1103"/>
                    <a:pt x="49" y="1248"/>
                  </a:cubicBezTo>
                  <a:cubicBezTo>
                    <a:pt x="25" y="1297"/>
                    <a:pt x="0" y="1370"/>
                    <a:pt x="25" y="1418"/>
                  </a:cubicBezTo>
                  <a:cubicBezTo>
                    <a:pt x="73" y="1686"/>
                    <a:pt x="462" y="1710"/>
                    <a:pt x="680" y="1710"/>
                  </a:cubicBezTo>
                  <a:cubicBezTo>
                    <a:pt x="535" y="1880"/>
                    <a:pt x="243" y="2220"/>
                    <a:pt x="292" y="2439"/>
                  </a:cubicBezTo>
                  <a:cubicBezTo>
                    <a:pt x="292" y="2536"/>
                    <a:pt x="340" y="2584"/>
                    <a:pt x="438" y="2633"/>
                  </a:cubicBezTo>
                  <a:cubicBezTo>
                    <a:pt x="510" y="2682"/>
                    <a:pt x="608" y="2706"/>
                    <a:pt x="705" y="2706"/>
                  </a:cubicBezTo>
                  <a:cubicBezTo>
                    <a:pt x="875" y="2682"/>
                    <a:pt x="1021" y="2633"/>
                    <a:pt x="1142" y="2560"/>
                  </a:cubicBezTo>
                  <a:cubicBezTo>
                    <a:pt x="1166" y="2730"/>
                    <a:pt x="1263" y="3167"/>
                    <a:pt x="1531" y="3167"/>
                  </a:cubicBezTo>
                  <a:lnTo>
                    <a:pt x="1628" y="3167"/>
                  </a:lnTo>
                  <a:cubicBezTo>
                    <a:pt x="1822" y="3046"/>
                    <a:pt x="1944" y="2803"/>
                    <a:pt x="1919" y="2560"/>
                  </a:cubicBezTo>
                  <a:lnTo>
                    <a:pt x="1919" y="2560"/>
                  </a:lnTo>
                  <a:cubicBezTo>
                    <a:pt x="2041" y="2706"/>
                    <a:pt x="2259" y="2949"/>
                    <a:pt x="2454" y="2949"/>
                  </a:cubicBezTo>
                  <a:cubicBezTo>
                    <a:pt x="2502" y="2949"/>
                    <a:pt x="2575" y="2900"/>
                    <a:pt x="2600" y="2852"/>
                  </a:cubicBezTo>
                  <a:cubicBezTo>
                    <a:pt x="2721" y="2657"/>
                    <a:pt x="2697" y="2414"/>
                    <a:pt x="2551" y="2244"/>
                  </a:cubicBezTo>
                  <a:cubicBezTo>
                    <a:pt x="2745" y="2220"/>
                    <a:pt x="3231" y="2147"/>
                    <a:pt x="3231" y="1904"/>
                  </a:cubicBezTo>
                  <a:cubicBezTo>
                    <a:pt x="3231" y="1661"/>
                    <a:pt x="2891" y="1588"/>
                    <a:pt x="2697" y="1564"/>
                  </a:cubicBezTo>
                  <a:cubicBezTo>
                    <a:pt x="2842" y="1443"/>
                    <a:pt x="3134" y="1175"/>
                    <a:pt x="3134" y="1005"/>
                  </a:cubicBezTo>
                  <a:cubicBezTo>
                    <a:pt x="3134" y="981"/>
                    <a:pt x="3134" y="933"/>
                    <a:pt x="3110" y="908"/>
                  </a:cubicBezTo>
                  <a:cubicBezTo>
                    <a:pt x="3055" y="854"/>
                    <a:pt x="3000" y="826"/>
                    <a:pt x="2935" y="826"/>
                  </a:cubicBezTo>
                  <a:cubicBezTo>
                    <a:pt x="2914" y="826"/>
                    <a:pt x="2891" y="829"/>
                    <a:pt x="2867" y="835"/>
                  </a:cubicBezTo>
                  <a:cubicBezTo>
                    <a:pt x="2745" y="835"/>
                    <a:pt x="2624" y="860"/>
                    <a:pt x="2527" y="884"/>
                  </a:cubicBezTo>
                  <a:cubicBezTo>
                    <a:pt x="2575" y="714"/>
                    <a:pt x="2672" y="349"/>
                    <a:pt x="2478" y="179"/>
                  </a:cubicBezTo>
                  <a:cubicBezTo>
                    <a:pt x="2454" y="155"/>
                    <a:pt x="2405" y="155"/>
                    <a:pt x="2381" y="131"/>
                  </a:cubicBezTo>
                  <a:cubicBezTo>
                    <a:pt x="2211" y="131"/>
                    <a:pt x="2041" y="374"/>
                    <a:pt x="1944" y="544"/>
                  </a:cubicBezTo>
                  <a:cubicBezTo>
                    <a:pt x="1919" y="349"/>
                    <a:pt x="1822" y="58"/>
                    <a:pt x="1555" y="9"/>
                  </a:cubicBezTo>
                  <a:cubicBezTo>
                    <a:pt x="1537" y="3"/>
                    <a:pt x="1517" y="0"/>
                    <a:pt x="14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30"/>
            <p:cNvSpPr/>
            <p:nvPr/>
          </p:nvSpPr>
          <p:spPr>
            <a:xfrm>
              <a:off x="-933315" y="1418369"/>
              <a:ext cx="55854" cy="54919"/>
            </a:xfrm>
            <a:custGeom>
              <a:avLst/>
              <a:gdLst/>
              <a:ahLst/>
              <a:cxnLst/>
              <a:rect l="l" t="t" r="r" b="b"/>
              <a:pathLst>
                <a:path w="1434" h="1410" extrusionOk="0">
                  <a:moveTo>
                    <a:pt x="729" y="1"/>
                  </a:moveTo>
                  <a:cubicBezTo>
                    <a:pt x="340" y="1"/>
                    <a:pt x="0" y="317"/>
                    <a:pt x="0" y="705"/>
                  </a:cubicBezTo>
                  <a:cubicBezTo>
                    <a:pt x="0" y="1094"/>
                    <a:pt x="340" y="1410"/>
                    <a:pt x="729" y="1410"/>
                  </a:cubicBezTo>
                  <a:cubicBezTo>
                    <a:pt x="1118" y="1410"/>
                    <a:pt x="1434" y="1094"/>
                    <a:pt x="1434" y="705"/>
                  </a:cubicBezTo>
                  <a:cubicBezTo>
                    <a:pt x="1434" y="317"/>
                    <a:pt x="1118" y="1"/>
                    <a:pt x="72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30"/>
            <p:cNvSpPr/>
            <p:nvPr/>
          </p:nvSpPr>
          <p:spPr>
            <a:xfrm>
              <a:off x="-1021303" y="1507331"/>
              <a:ext cx="55854" cy="54919"/>
            </a:xfrm>
            <a:custGeom>
              <a:avLst/>
              <a:gdLst/>
              <a:ahLst/>
              <a:cxnLst/>
              <a:rect l="l" t="t" r="r" b="b"/>
              <a:pathLst>
                <a:path w="1434" h="1410" extrusionOk="0">
                  <a:moveTo>
                    <a:pt x="705" y="0"/>
                  </a:moveTo>
                  <a:cubicBezTo>
                    <a:pt x="316" y="0"/>
                    <a:pt x="0" y="316"/>
                    <a:pt x="0" y="705"/>
                  </a:cubicBezTo>
                  <a:cubicBezTo>
                    <a:pt x="0" y="1093"/>
                    <a:pt x="316" y="1409"/>
                    <a:pt x="705" y="1409"/>
                  </a:cubicBezTo>
                  <a:cubicBezTo>
                    <a:pt x="1118" y="1409"/>
                    <a:pt x="1433" y="1093"/>
                    <a:pt x="1433" y="705"/>
                  </a:cubicBezTo>
                  <a:cubicBezTo>
                    <a:pt x="1433" y="316"/>
                    <a:pt x="1118" y="0"/>
                    <a:pt x="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53" name="Google Shape;453;p30"/>
          <p:cNvGrpSpPr/>
          <p:nvPr/>
        </p:nvGrpSpPr>
        <p:grpSpPr>
          <a:xfrm flipH="1">
            <a:off x="7725441" y="1082982"/>
            <a:ext cx="2037701" cy="1610804"/>
            <a:chOff x="855987" y="2204128"/>
            <a:chExt cx="1217483" cy="962421"/>
          </a:xfrm>
        </p:grpSpPr>
        <p:grpSp>
          <p:nvGrpSpPr>
            <p:cNvPr id="454" name="Google Shape;454;p30"/>
            <p:cNvGrpSpPr/>
            <p:nvPr/>
          </p:nvGrpSpPr>
          <p:grpSpPr>
            <a:xfrm>
              <a:off x="855987" y="2204128"/>
              <a:ext cx="1146638" cy="962421"/>
              <a:chOff x="958238" y="2157575"/>
              <a:chExt cx="1115190" cy="936025"/>
            </a:xfrm>
          </p:grpSpPr>
          <p:sp>
            <p:nvSpPr>
              <p:cNvPr id="455" name="Google Shape;455;p30"/>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30"/>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30"/>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30"/>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30"/>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30"/>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61" name="Google Shape;461;p30"/>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62" name="Google Shape;462;p30"/>
          <p:cNvGrpSpPr/>
          <p:nvPr/>
        </p:nvGrpSpPr>
        <p:grpSpPr>
          <a:xfrm flipH="1">
            <a:off x="2898459" y="-686738"/>
            <a:ext cx="2525880" cy="1610799"/>
            <a:chOff x="7239867" y="1514550"/>
            <a:chExt cx="2525880" cy="1610799"/>
          </a:xfrm>
        </p:grpSpPr>
        <p:grpSp>
          <p:nvGrpSpPr>
            <p:cNvPr id="463" name="Google Shape;463;p30"/>
            <p:cNvGrpSpPr/>
            <p:nvPr/>
          </p:nvGrpSpPr>
          <p:grpSpPr>
            <a:xfrm>
              <a:off x="7346663" y="1514550"/>
              <a:ext cx="2419084" cy="1551618"/>
              <a:chOff x="7410211" y="1555307"/>
              <a:chExt cx="2355486" cy="1510826"/>
            </a:xfrm>
          </p:grpSpPr>
          <p:grpSp>
            <p:nvGrpSpPr>
              <p:cNvPr id="464" name="Google Shape;464;p30"/>
              <p:cNvGrpSpPr/>
              <p:nvPr/>
            </p:nvGrpSpPr>
            <p:grpSpPr>
              <a:xfrm>
                <a:off x="7410211" y="1555307"/>
                <a:ext cx="2355486" cy="1510826"/>
                <a:chOff x="761258" y="2062484"/>
                <a:chExt cx="1646502" cy="1056078"/>
              </a:xfrm>
            </p:grpSpPr>
            <p:sp>
              <p:nvSpPr>
                <p:cNvPr id="465" name="Google Shape;465;p30"/>
                <p:cNvSpPr/>
                <p:nvPr/>
              </p:nvSpPr>
              <p:spPr>
                <a:xfrm rot="-1481318">
                  <a:off x="1087094" y="2126891"/>
                  <a:ext cx="430227" cy="556678"/>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30"/>
                <p:cNvSpPr/>
                <p:nvPr/>
              </p:nvSpPr>
              <p:spPr>
                <a:xfrm>
                  <a:off x="1415418" y="2201127"/>
                  <a:ext cx="5577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30"/>
                <p:cNvSpPr/>
                <p:nvPr/>
              </p:nvSpPr>
              <p:spPr>
                <a:xfrm>
                  <a:off x="761258" y="2379293"/>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30"/>
                <p:cNvSpPr/>
                <p:nvPr/>
              </p:nvSpPr>
              <p:spPr>
                <a:xfrm>
                  <a:off x="899445" y="2606080"/>
                  <a:ext cx="469500" cy="469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30"/>
                <p:cNvSpPr/>
                <p:nvPr/>
              </p:nvSpPr>
              <p:spPr>
                <a:xfrm>
                  <a:off x="1250808" y="2594534"/>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30"/>
                <p:cNvSpPr/>
                <p:nvPr/>
              </p:nvSpPr>
              <p:spPr>
                <a:xfrm rot="-2967336">
                  <a:off x="1706888" y="2475460"/>
                  <a:ext cx="622580" cy="492779"/>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1" name="Google Shape;471;p30"/>
              <p:cNvSpPr/>
              <p:nvPr/>
            </p:nvSpPr>
            <p:spPr>
              <a:xfrm>
                <a:off x="793321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30"/>
              <p:cNvSpPr/>
              <p:nvPr/>
            </p:nvSpPr>
            <p:spPr>
              <a:xfrm>
                <a:off x="8386462" y="2119383"/>
                <a:ext cx="704700" cy="704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3" name="Google Shape;473;p30"/>
            <p:cNvSpPr/>
            <p:nvPr/>
          </p:nvSpPr>
          <p:spPr>
            <a:xfrm>
              <a:off x="7239867" y="1792171"/>
              <a:ext cx="2256600" cy="1333178"/>
            </a:xfrm>
            <a:custGeom>
              <a:avLst/>
              <a:gdLst/>
              <a:ahLst/>
              <a:cxnLst/>
              <a:rect l="l" t="t" r="r" b="b"/>
              <a:pathLst>
                <a:path w="4957" h="2929" extrusionOk="0">
                  <a:moveTo>
                    <a:pt x="1215" y="718"/>
                  </a:moveTo>
                  <a:cubicBezTo>
                    <a:pt x="1312" y="743"/>
                    <a:pt x="1337" y="767"/>
                    <a:pt x="1361" y="815"/>
                  </a:cubicBezTo>
                  <a:cubicBezTo>
                    <a:pt x="1361" y="840"/>
                    <a:pt x="1312" y="888"/>
                    <a:pt x="1288" y="913"/>
                  </a:cubicBezTo>
                  <a:cubicBezTo>
                    <a:pt x="1264" y="913"/>
                    <a:pt x="1264" y="937"/>
                    <a:pt x="1215" y="937"/>
                  </a:cubicBezTo>
                  <a:cubicBezTo>
                    <a:pt x="1215" y="864"/>
                    <a:pt x="1215" y="815"/>
                    <a:pt x="1215" y="743"/>
                  </a:cubicBezTo>
                  <a:lnTo>
                    <a:pt x="1215" y="718"/>
                  </a:lnTo>
                  <a:close/>
                  <a:moveTo>
                    <a:pt x="2527" y="475"/>
                  </a:moveTo>
                  <a:cubicBezTo>
                    <a:pt x="2624" y="597"/>
                    <a:pt x="2673" y="767"/>
                    <a:pt x="2624" y="937"/>
                  </a:cubicBezTo>
                  <a:cubicBezTo>
                    <a:pt x="2601" y="983"/>
                    <a:pt x="2567" y="1007"/>
                    <a:pt x="2530" y="1007"/>
                  </a:cubicBezTo>
                  <a:cubicBezTo>
                    <a:pt x="2489" y="1007"/>
                    <a:pt x="2444" y="977"/>
                    <a:pt x="2405" y="913"/>
                  </a:cubicBezTo>
                  <a:cubicBezTo>
                    <a:pt x="2333" y="767"/>
                    <a:pt x="2381" y="573"/>
                    <a:pt x="2527" y="475"/>
                  </a:cubicBezTo>
                  <a:close/>
                  <a:moveTo>
                    <a:pt x="3984" y="1010"/>
                  </a:moveTo>
                  <a:lnTo>
                    <a:pt x="3984" y="1010"/>
                  </a:lnTo>
                  <a:cubicBezTo>
                    <a:pt x="4009" y="1107"/>
                    <a:pt x="3984" y="1228"/>
                    <a:pt x="3936" y="1326"/>
                  </a:cubicBezTo>
                  <a:cubicBezTo>
                    <a:pt x="3912" y="1350"/>
                    <a:pt x="3912" y="1350"/>
                    <a:pt x="3887" y="1350"/>
                  </a:cubicBezTo>
                  <a:cubicBezTo>
                    <a:pt x="3863" y="1350"/>
                    <a:pt x="3839" y="1326"/>
                    <a:pt x="3814" y="1326"/>
                  </a:cubicBezTo>
                  <a:cubicBezTo>
                    <a:pt x="3766" y="1277"/>
                    <a:pt x="3766" y="1277"/>
                    <a:pt x="3766" y="1204"/>
                  </a:cubicBezTo>
                  <a:cubicBezTo>
                    <a:pt x="3790" y="1131"/>
                    <a:pt x="3863" y="1058"/>
                    <a:pt x="3984" y="1010"/>
                  </a:cubicBezTo>
                  <a:close/>
                  <a:moveTo>
                    <a:pt x="1045" y="1860"/>
                  </a:moveTo>
                  <a:cubicBezTo>
                    <a:pt x="948" y="1957"/>
                    <a:pt x="851" y="2030"/>
                    <a:pt x="754" y="2079"/>
                  </a:cubicBezTo>
                  <a:cubicBezTo>
                    <a:pt x="778" y="1982"/>
                    <a:pt x="875" y="1909"/>
                    <a:pt x="972" y="1860"/>
                  </a:cubicBezTo>
                  <a:close/>
                  <a:moveTo>
                    <a:pt x="3159" y="1957"/>
                  </a:moveTo>
                  <a:cubicBezTo>
                    <a:pt x="3159" y="1957"/>
                    <a:pt x="3183" y="1957"/>
                    <a:pt x="3231" y="2006"/>
                  </a:cubicBezTo>
                  <a:cubicBezTo>
                    <a:pt x="3280" y="2054"/>
                    <a:pt x="3304" y="2152"/>
                    <a:pt x="3280" y="2224"/>
                  </a:cubicBezTo>
                  <a:cubicBezTo>
                    <a:pt x="3159" y="2127"/>
                    <a:pt x="3159" y="2006"/>
                    <a:pt x="3159" y="1957"/>
                  </a:cubicBezTo>
                  <a:close/>
                  <a:moveTo>
                    <a:pt x="1701" y="2030"/>
                  </a:moveTo>
                  <a:cubicBezTo>
                    <a:pt x="1750" y="2054"/>
                    <a:pt x="1798" y="2079"/>
                    <a:pt x="1822" y="2127"/>
                  </a:cubicBezTo>
                  <a:cubicBezTo>
                    <a:pt x="1847" y="2249"/>
                    <a:pt x="1822" y="2346"/>
                    <a:pt x="1774" y="2443"/>
                  </a:cubicBezTo>
                  <a:cubicBezTo>
                    <a:pt x="1677" y="2346"/>
                    <a:pt x="1628" y="2200"/>
                    <a:pt x="1652" y="2054"/>
                  </a:cubicBezTo>
                  <a:cubicBezTo>
                    <a:pt x="1652" y="2030"/>
                    <a:pt x="1677" y="2030"/>
                    <a:pt x="1677" y="2030"/>
                  </a:cubicBezTo>
                  <a:close/>
                  <a:moveTo>
                    <a:pt x="1688" y="116"/>
                  </a:moveTo>
                  <a:cubicBezTo>
                    <a:pt x="1796" y="116"/>
                    <a:pt x="1923" y="140"/>
                    <a:pt x="2065" y="184"/>
                  </a:cubicBezTo>
                  <a:cubicBezTo>
                    <a:pt x="2211" y="232"/>
                    <a:pt x="2333" y="305"/>
                    <a:pt x="2454" y="427"/>
                  </a:cubicBezTo>
                  <a:cubicBezTo>
                    <a:pt x="2284" y="548"/>
                    <a:pt x="2235" y="791"/>
                    <a:pt x="2333" y="961"/>
                  </a:cubicBezTo>
                  <a:cubicBezTo>
                    <a:pt x="2430" y="1083"/>
                    <a:pt x="2503" y="1131"/>
                    <a:pt x="2551" y="1131"/>
                  </a:cubicBezTo>
                  <a:cubicBezTo>
                    <a:pt x="2648" y="1107"/>
                    <a:pt x="2721" y="1058"/>
                    <a:pt x="2746" y="986"/>
                  </a:cubicBezTo>
                  <a:cubicBezTo>
                    <a:pt x="2794" y="791"/>
                    <a:pt x="2746" y="573"/>
                    <a:pt x="2624" y="427"/>
                  </a:cubicBezTo>
                  <a:cubicBezTo>
                    <a:pt x="2818" y="305"/>
                    <a:pt x="3061" y="232"/>
                    <a:pt x="3304" y="232"/>
                  </a:cubicBezTo>
                  <a:lnTo>
                    <a:pt x="3450" y="232"/>
                  </a:lnTo>
                  <a:cubicBezTo>
                    <a:pt x="3742" y="330"/>
                    <a:pt x="3960" y="597"/>
                    <a:pt x="3984" y="888"/>
                  </a:cubicBezTo>
                  <a:cubicBezTo>
                    <a:pt x="3839" y="937"/>
                    <a:pt x="3717" y="1034"/>
                    <a:pt x="3693" y="1180"/>
                  </a:cubicBezTo>
                  <a:cubicBezTo>
                    <a:pt x="3669" y="1277"/>
                    <a:pt x="3693" y="1350"/>
                    <a:pt x="3766" y="1423"/>
                  </a:cubicBezTo>
                  <a:cubicBezTo>
                    <a:pt x="3802" y="1459"/>
                    <a:pt x="3845" y="1477"/>
                    <a:pt x="3887" y="1477"/>
                  </a:cubicBezTo>
                  <a:cubicBezTo>
                    <a:pt x="3930" y="1477"/>
                    <a:pt x="3972" y="1459"/>
                    <a:pt x="4009" y="1423"/>
                  </a:cubicBezTo>
                  <a:cubicBezTo>
                    <a:pt x="4082" y="1277"/>
                    <a:pt x="4106" y="1131"/>
                    <a:pt x="4082" y="986"/>
                  </a:cubicBezTo>
                  <a:cubicBezTo>
                    <a:pt x="4130" y="986"/>
                    <a:pt x="4203" y="961"/>
                    <a:pt x="4252" y="961"/>
                  </a:cubicBezTo>
                  <a:cubicBezTo>
                    <a:pt x="4470" y="961"/>
                    <a:pt x="4640" y="1083"/>
                    <a:pt x="4738" y="1277"/>
                  </a:cubicBezTo>
                  <a:cubicBezTo>
                    <a:pt x="4835" y="1544"/>
                    <a:pt x="4810" y="1836"/>
                    <a:pt x="4665" y="2079"/>
                  </a:cubicBezTo>
                  <a:cubicBezTo>
                    <a:pt x="4483" y="2341"/>
                    <a:pt x="4201" y="2486"/>
                    <a:pt x="3902" y="2486"/>
                  </a:cubicBezTo>
                  <a:cubicBezTo>
                    <a:pt x="3841" y="2486"/>
                    <a:pt x="3779" y="2480"/>
                    <a:pt x="3717" y="2467"/>
                  </a:cubicBezTo>
                  <a:cubicBezTo>
                    <a:pt x="3572" y="2443"/>
                    <a:pt x="3450" y="2370"/>
                    <a:pt x="3353" y="2297"/>
                  </a:cubicBezTo>
                  <a:cubicBezTo>
                    <a:pt x="3401" y="2176"/>
                    <a:pt x="3377" y="2030"/>
                    <a:pt x="3304" y="1933"/>
                  </a:cubicBezTo>
                  <a:cubicBezTo>
                    <a:pt x="3244" y="1884"/>
                    <a:pt x="3189" y="1860"/>
                    <a:pt x="3143" y="1860"/>
                  </a:cubicBezTo>
                  <a:cubicBezTo>
                    <a:pt x="3098" y="1860"/>
                    <a:pt x="3061" y="1884"/>
                    <a:pt x="3037" y="1933"/>
                  </a:cubicBezTo>
                  <a:cubicBezTo>
                    <a:pt x="3037" y="2103"/>
                    <a:pt x="3086" y="2249"/>
                    <a:pt x="3231" y="2322"/>
                  </a:cubicBezTo>
                  <a:cubicBezTo>
                    <a:pt x="3071" y="2620"/>
                    <a:pt x="2781" y="2809"/>
                    <a:pt x="2442" y="2809"/>
                  </a:cubicBezTo>
                  <a:cubicBezTo>
                    <a:pt x="2422" y="2809"/>
                    <a:pt x="2402" y="2809"/>
                    <a:pt x="2381" y="2807"/>
                  </a:cubicBezTo>
                  <a:cubicBezTo>
                    <a:pt x="2187" y="2807"/>
                    <a:pt x="1968" y="2686"/>
                    <a:pt x="1847" y="2516"/>
                  </a:cubicBezTo>
                  <a:cubicBezTo>
                    <a:pt x="1920" y="2394"/>
                    <a:pt x="1968" y="2249"/>
                    <a:pt x="1920" y="2103"/>
                  </a:cubicBezTo>
                  <a:cubicBezTo>
                    <a:pt x="1895" y="2030"/>
                    <a:pt x="1822" y="1957"/>
                    <a:pt x="1725" y="1933"/>
                  </a:cubicBezTo>
                  <a:cubicBezTo>
                    <a:pt x="1712" y="1928"/>
                    <a:pt x="1699" y="1926"/>
                    <a:pt x="1685" y="1926"/>
                  </a:cubicBezTo>
                  <a:cubicBezTo>
                    <a:pt x="1627" y="1926"/>
                    <a:pt x="1575" y="1966"/>
                    <a:pt x="1555" y="2006"/>
                  </a:cubicBezTo>
                  <a:cubicBezTo>
                    <a:pt x="1531" y="2200"/>
                    <a:pt x="1580" y="2394"/>
                    <a:pt x="1725" y="2540"/>
                  </a:cubicBezTo>
                  <a:cubicBezTo>
                    <a:pt x="1604" y="2662"/>
                    <a:pt x="1434" y="2735"/>
                    <a:pt x="1264" y="2759"/>
                  </a:cubicBezTo>
                  <a:lnTo>
                    <a:pt x="1191" y="2759"/>
                  </a:lnTo>
                  <a:cubicBezTo>
                    <a:pt x="1045" y="2759"/>
                    <a:pt x="924" y="2686"/>
                    <a:pt x="826" y="2589"/>
                  </a:cubicBezTo>
                  <a:cubicBezTo>
                    <a:pt x="729" y="2467"/>
                    <a:pt x="705" y="2346"/>
                    <a:pt x="729" y="2224"/>
                  </a:cubicBezTo>
                  <a:cubicBezTo>
                    <a:pt x="924" y="2152"/>
                    <a:pt x="1167" y="1957"/>
                    <a:pt x="1142" y="1836"/>
                  </a:cubicBezTo>
                  <a:cubicBezTo>
                    <a:pt x="1142" y="1801"/>
                    <a:pt x="1118" y="1767"/>
                    <a:pt x="1052" y="1767"/>
                  </a:cubicBezTo>
                  <a:cubicBezTo>
                    <a:pt x="1025" y="1767"/>
                    <a:pt x="991" y="1773"/>
                    <a:pt x="948" y="1787"/>
                  </a:cubicBezTo>
                  <a:cubicBezTo>
                    <a:pt x="802" y="1836"/>
                    <a:pt x="681" y="1982"/>
                    <a:pt x="656" y="2152"/>
                  </a:cubicBezTo>
                  <a:cubicBezTo>
                    <a:pt x="638" y="2154"/>
                    <a:pt x="621" y="2155"/>
                    <a:pt x="603" y="2155"/>
                  </a:cubicBezTo>
                  <a:cubicBezTo>
                    <a:pt x="414" y="2155"/>
                    <a:pt x="286" y="2032"/>
                    <a:pt x="219" y="1787"/>
                  </a:cubicBezTo>
                  <a:cubicBezTo>
                    <a:pt x="98" y="1520"/>
                    <a:pt x="122" y="1228"/>
                    <a:pt x="243" y="961"/>
                  </a:cubicBezTo>
                  <a:cubicBezTo>
                    <a:pt x="389" y="791"/>
                    <a:pt x="608" y="694"/>
                    <a:pt x="851" y="694"/>
                  </a:cubicBezTo>
                  <a:lnTo>
                    <a:pt x="1142" y="694"/>
                  </a:lnTo>
                  <a:lnTo>
                    <a:pt x="1142" y="743"/>
                  </a:lnTo>
                  <a:cubicBezTo>
                    <a:pt x="1118" y="840"/>
                    <a:pt x="1142" y="937"/>
                    <a:pt x="1191" y="1010"/>
                  </a:cubicBezTo>
                  <a:cubicBezTo>
                    <a:pt x="1204" y="1036"/>
                    <a:pt x="1232" y="1056"/>
                    <a:pt x="1271" y="1056"/>
                  </a:cubicBezTo>
                  <a:cubicBezTo>
                    <a:pt x="1302" y="1056"/>
                    <a:pt x="1341" y="1043"/>
                    <a:pt x="1385" y="1010"/>
                  </a:cubicBezTo>
                  <a:cubicBezTo>
                    <a:pt x="1482" y="913"/>
                    <a:pt x="1507" y="888"/>
                    <a:pt x="1482" y="791"/>
                  </a:cubicBezTo>
                  <a:cubicBezTo>
                    <a:pt x="1458" y="718"/>
                    <a:pt x="1385" y="645"/>
                    <a:pt x="1239" y="621"/>
                  </a:cubicBezTo>
                  <a:cubicBezTo>
                    <a:pt x="1239" y="475"/>
                    <a:pt x="1288" y="330"/>
                    <a:pt x="1385" y="232"/>
                  </a:cubicBezTo>
                  <a:cubicBezTo>
                    <a:pt x="1452" y="152"/>
                    <a:pt x="1556" y="116"/>
                    <a:pt x="1688" y="116"/>
                  </a:cubicBezTo>
                  <a:close/>
                  <a:moveTo>
                    <a:pt x="1650" y="1"/>
                  </a:moveTo>
                  <a:cubicBezTo>
                    <a:pt x="1501" y="1"/>
                    <a:pt x="1380" y="43"/>
                    <a:pt x="1288" y="135"/>
                  </a:cubicBezTo>
                  <a:cubicBezTo>
                    <a:pt x="1191" y="257"/>
                    <a:pt x="1118" y="427"/>
                    <a:pt x="1118" y="597"/>
                  </a:cubicBezTo>
                  <a:cubicBezTo>
                    <a:pt x="1069" y="585"/>
                    <a:pt x="1021" y="579"/>
                    <a:pt x="972" y="579"/>
                  </a:cubicBezTo>
                  <a:cubicBezTo>
                    <a:pt x="924" y="579"/>
                    <a:pt x="875" y="585"/>
                    <a:pt x="826" y="597"/>
                  </a:cubicBezTo>
                  <a:cubicBezTo>
                    <a:pt x="559" y="597"/>
                    <a:pt x="316" y="694"/>
                    <a:pt x="146" y="888"/>
                  </a:cubicBezTo>
                  <a:cubicBezTo>
                    <a:pt x="1" y="1180"/>
                    <a:pt x="1" y="1520"/>
                    <a:pt x="122" y="1811"/>
                  </a:cubicBezTo>
                  <a:cubicBezTo>
                    <a:pt x="219" y="2152"/>
                    <a:pt x="414" y="2224"/>
                    <a:pt x="559" y="2224"/>
                  </a:cubicBezTo>
                  <a:lnTo>
                    <a:pt x="608" y="2224"/>
                  </a:lnTo>
                  <a:cubicBezTo>
                    <a:pt x="608" y="2394"/>
                    <a:pt x="656" y="2540"/>
                    <a:pt x="754" y="2637"/>
                  </a:cubicBezTo>
                  <a:cubicBezTo>
                    <a:pt x="851" y="2783"/>
                    <a:pt x="1021" y="2856"/>
                    <a:pt x="1191" y="2856"/>
                  </a:cubicBezTo>
                  <a:lnTo>
                    <a:pt x="1264" y="2856"/>
                  </a:lnTo>
                  <a:cubicBezTo>
                    <a:pt x="1458" y="2832"/>
                    <a:pt x="1652" y="2759"/>
                    <a:pt x="1774" y="2613"/>
                  </a:cubicBezTo>
                  <a:cubicBezTo>
                    <a:pt x="1944" y="2783"/>
                    <a:pt x="2163" y="2905"/>
                    <a:pt x="2381" y="2929"/>
                  </a:cubicBezTo>
                  <a:lnTo>
                    <a:pt x="2430" y="2929"/>
                  </a:lnTo>
                  <a:cubicBezTo>
                    <a:pt x="2794" y="2905"/>
                    <a:pt x="3134" y="2710"/>
                    <a:pt x="3304" y="2394"/>
                  </a:cubicBezTo>
                  <a:cubicBezTo>
                    <a:pt x="3426" y="2467"/>
                    <a:pt x="3547" y="2516"/>
                    <a:pt x="3693" y="2540"/>
                  </a:cubicBezTo>
                  <a:cubicBezTo>
                    <a:pt x="3766" y="2559"/>
                    <a:pt x="3841" y="2567"/>
                    <a:pt x="3916" y="2567"/>
                  </a:cubicBezTo>
                  <a:cubicBezTo>
                    <a:pt x="4239" y="2567"/>
                    <a:pt x="4560" y="2403"/>
                    <a:pt x="4738" y="2127"/>
                  </a:cubicBezTo>
                  <a:cubicBezTo>
                    <a:pt x="4932" y="1860"/>
                    <a:pt x="4956" y="1496"/>
                    <a:pt x="4835" y="1204"/>
                  </a:cubicBezTo>
                  <a:cubicBezTo>
                    <a:pt x="4738" y="986"/>
                    <a:pt x="4495" y="840"/>
                    <a:pt x="4252" y="840"/>
                  </a:cubicBezTo>
                  <a:cubicBezTo>
                    <a:pt x="4203" y="840"/>
                    <a:pt x="4130" y="840"/>
                    <a:pt x="4057" y="864"/>
                  </a:cubicBezTo>
                  <a:cubicBezTo>
                    <a:pt x="4033" y="500"/>
                    <a:pt x="3790" y="232"/>
                    <a:pt x="3450" y="135"/>
                  </a:cubicBezTo>
                  <a:cubicBezTo>
                    <a:pt x="3426" y="123"/>
                    <a:pt x="3395" y="117"/>
                    <a:pt x="3365" y="117"/>
                  </a:cubicBezTo>
                  <a:cubicBezTo>
                    <a:pt x="3335" y="117"/>
                    <a:pt x="3304" y="123"/>
                    <a:pt x="3280" y="135"/>
                  </a:cubicBezTo>
                  <a:cubicBezTo>
                    <a:pt x="3013" y="135"/>
                    <a:pt x="2746" y="208"/>
                    <a:pt x="2527" y="330"/>
                  </a:cubicBezTo>
                  <a:cubicBezTo>
                    <a:pt x="2405" y="232"/>
                    <a:pt x="2235" y="135"/>
                    <a:pt x="2090" y="87"/>
                  </a:cubicBezTo>
                  <a:cubicBezTo>
                    <a:pt x="1923" y="31"/>
                    <a:pt x="1776" y="1"/>
                    <a:pt x="1650"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74" name="Google Shape;474;p30"/>
          <p:cNvGrpSpPr/>
          <p:nvPr/>
        </p:nvGrpSpPr>
        <p:grpSpPr>
          <a:xfrm rot="615299" flipH="1">
            <a:off x="279423" y="1059091"/>
            <a:ext cx="1651645" cy="1499648"/>
            <a:chOff x="7844079" y="226727"/>
            <a:chExt cx="1373382" cy="1246993"/>
          </a:xfrm>
        </p:grpSpPr>
        <p:sp>
          <p:nvSpPr>
            <p:cNvPr id="475" name="Google Shape;475;p30"/>
            <p:cNvSpPr/>
            <p:nvPr/>
          </p:nvSpPr>
          <p:spPr>
            <a:xfrm rot="-1688081">
              <a:off x="8295818" y="1015024"/>
              <a:ext cx="222185" cy="222398"/>
            </a:xfrm>
            <a:custGeom>
              <a:avLst/>
              <a:gdLst/>
              <a:ahLst/>
              <a:cxnLst/>
              <a:rect l="l" t="t" r="r" b="b"/>
              <a:pathLst>
                <a:path w="1118" h="1119" extrusionOk="0">
                  <a:moveTo>
                    <a:pt x="607" y="98"/>
                  </a:moveTo>
                  <a:cubicBezTo>
                    <a:pt x="607" y="147"/>
                    <a:pt x="632" y="219"/>
                    <a:pt x="632" y="268"/>
                  </a:cubicBezTo>
                  <a:cubicBezTo>
                    <a:pt x="656" y="317"/>
                    <a:pt x="656" y="389"/>
                    <a:pt x="680" y="438"/>
                  </a:cubicBezTo>
                  <a:cubicBezTo>
                    <a:pt x="705" y="438"/>
                    <a:pt x="729" y="462"/>
                    <a:pt x="826" y="487"/>
                  </a:cubicBezTo>
                  <a:lnTo>
                    <a:pt x="972" y="560"/>
                  </a:lnTo>
                  <a:cubicBezTo>
                    <a:pt x="899" y="584"/>
                    <a:pt x="802" y="632"/>
                    <a:pt x="705" y="657"/>
                  </a:cubicBezTo>
                  <a:cubicBezTo>
                    <a:pt x="705" y="657"/>
                    <a:pt x="705" y="657"/>
                    <a:pt x="680" y="681"/>
                  </a:cubicBezTo>
                  <a:cubicBezTo>
                    <a:pt x="656" y="802"/>
                    <a:pt x="583" y="924"/>
                    <a:pt x="559" y="972"/>
                  </a:cubicBezTo>
                  <a:cubicBezTo>
                    <a:pt x="535" y="924"/>
                    <a:pt x="486" y="802"/>
                    <a:pt x="462" y="681"/>
                  </a:cubicBezTo>
                  <a:cubicBezTo>
                    <a:pt x="462" y="657"/>
                    <a:pt x="437" y="657"/>
                    <a:pt x="413" y="632"/>
                  </a:cubicBezTo>
                  <a:cubicBezTo>
                    <a:pt x="316" y="632"/>
                    <a:pt x="194" y="584"/>
                    <a:pt x="122" y="584"/>
                  </a:cubicBezTo>
                  <a:cubicBezTo>
                    <a:pt x="219" y="511"/>
                    <a:pt x="340" y="462"/>
                    <a:pt x="462" y="414"/>
                  </a:cubicBezTo>
                  <a:cubicBezTo>
                    <a:pt x="462" y="414"/>
                    <a:pt x="462" y="389"/>
                    <a:pt x="486" y="389"/>
                  </a:cubicBezTo>
                  <a:cubicBezTo>
                    <a:pt x="510" y="292"/>
                    <a:pt x="559" y="195"/>
                    <a:pt x="607" y="98"/>
                  </a:cubicBezTo>
                  <a:close/>
                  <a:moveTo>
                    <a:pt x="607" y="1"/>
                  </a:moveTo>
                  <a:cubicBezTo>
                    <a:pt x="583" y="1"/>
                    <a:pt x="535" y="1"/>
                    <a:pt x="389" y="341"/>
                  </a:cubicBezTo>
                  <a:cubicBezTo>
                    <a:pt x="24" y="487"/>
                    <a:pt x="0" y="560"/>
                    <a:pt x="0" y="560"/>
                  </a:cubicBezTo>
                  <a:cubicBezTo>
                    <a:pt x="0" y="584"/>
                    <a:pt x="0" y="608"/>
                    <a:pt x="0" y="608"/>
                  </a:cubicBezTo>
                  <a:cubicBezTo>
                    <a:pt x="0" y="632"/>
                    <a:pt x="49" y="657"/>
                    <a:pt x="364" y="730"/>
                  </a:cubicBezTo>
                  <a:cubicBezTo>
                    <a:pt x="462" y="1118"/>
                    <a:pt x="510" y="1118"/>
                    <a:pt x="535" y="1118"/>
                  </a:cubicBezTo>
                  <a:lnTo>
                    <a:pt x="559" y="1118"/>
                  </a:lnTo>
                  <a:cubicBezTo>
                    <a:pt x="583" y="1118"/>
                    <a:pt x="607" y="1118"/>
                    <a:pt x="777" y="754"/>
                  </a:cubicBezTo>
                  <a:cubicBezTo>
                    <a:pt x="875" y="705"/>
                    <a:pt x="996" y="681"/>
                    <a:pt x="1093" y="608"/>
                  </a:cubicBezTo>
                  <a:cubicBezTo>
                    <a:pt x="1118" y="608"/>
                    <a:pt x="1118" y="584"/>
                    <a:pt x="1118" y="560"/>
                  </a:cubicBezTo>
                  <a:cubicBezTo>
                    <a:pt x="1118" y="511"/>
                    <a:pt x="1045" y="487"/>
                    <a:pt x="875" y="414"/>
                  </a:cubicBezTo>
                  <a:lnTo>
                    <a:pt x="753" y="389"/>
                  </a:lnTo>
                  <a:cubicBezTo>
                    <a:pt x="753" y="341"/>
                    <a:pt x="729" y="317"/>
                    <a:pt x="729" y="268"/>
                  </a:cubicBezTo>
                  <a:cubicBezTo>
                    <a:pt x="729" y="171"/>
                    <a:pt x="680" y="98"/>
                    <a:pt x="656" y="25"/>
                  </a:cubicBezTo>
                  <a:cubicBezTo>
                    <a:pt x="632" y="1"/>
                    <a:pt x="632" y="1"/>
                    <a:pt x="6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30"/>
            <p:cNvSpPr/>
            <p:nvPr/>
          </p:nvSpPr>
          <p:spPr>
            <a:xfrm rot="-1688081">
              <a:off x="8403840" y="292330"/>
              <a:ext cx="164354" cy="141707"/>
            </a:xfrm>
            <a:custGeom>
              <a:avLst/>
              <a:gdLst/>
              <a:ahLst/>
              <a:cxnLst/>
              <a:rect l="l" t="t" r="r" b="b"/>
              <a:pathLst>
                <a:path w="827" h="713" extrusionOk="0">
                  <a:moveTo>
                    <a:pt x="462" y="105"/>
                  </a:moveTo>
                  <a:cubicBezTo>
                    <a:pt x="802" y="105"/>
                    <a:pt x="802" y="615"/>
                    <a:pt x="462" y="615"/>
                  </a:cubicBezTo>
                  <a:cubicBezTo>
                    <a:pt x="317" y="591"/>
                    <a:pt x="219" y="494"/>
                    <a:pt x="219" y="348"/>
                  </a:cubicBezTo>
                  <a:cubicBezTo>
                    <a:pt x="219" y="202"/>
                    <a:pt x="341" y="105"/>
                    <a:pt x="462" y="105"/>
                  </a:cubicBezTo>
                  <a:close/>
                  <a:moveTo>
                    <a:pt x="481" y="1"/>
                  </a:moveTo>
                  <a:cubicBezTo>
                    <a:pt x="392" y="1"/>
                    <a:pt x="299" y="33"/>
                    <a:pt x="219" y="105"/>
                  </a:cubicBezTo>
                  <a:cubicBezTo>
                    <a:pt x="1" y="324"/>
                    <a:pt x="171" y="688"/>
                    <a:pt x="462" y="712"/>
                  </a:cubicBezTo>
                  <a:cubicBezTo>
                    <a:pt x="657" y="712"/>
                    <a:pt x="827" y="542"/>
                    <a:pt x="827" y="348"/>
                  </a:cubicBezTo>
                  <a:cubicBezTo>
                    <a:pt x="827" y="136"/>
                    <a:pt x="663" y="1"/>
                    <a:pt x="48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30"/>
            <p:cNvSpPr/>
            <p:nvPr/>
          </p:nvSpPr>
          <p:spPr>
            <a:xfrm rot="-1688081">
              <a:off x="7886315" y="509903"/>
              <a:ext cx="222384" cy="213454"/>
            </a:xfrm>
            <a:custGeom>
              <a:avLst/>
              <a:gdLst/>
              <a:ahLst/>
              <a:cxnLst/>
              <a:rect l="l" t="t" r="r" b="b"/>
              <a:pathLst>
                <a:path w="1119" h="1074" extrusionOk="0">
                  <a:moveTo>
                    <a:pt x="681" y="441"/>
                  </a:moveTo>
                  <a:cubicBezTo>
                    <a:pt x="681" y="441"/>
                    <a:pt x="681" y="441"/>
                    <a:pt x="681" y="466"/>
                  </a:cubicBezTo>
                  <a:cubicBezTo>
                    <a:pt x="681" y="466"/>
                    <a:pt x="657" y="490"/>
                    <a:pt x="584" y="490"/>
                  </a:cubicBezTo>
                  <a:cubicBezTo>
                    <a:pt x="608" y="466"/>
                    <a:pt x="632" y="441"/>
                    <a:pt x="657" y="441"/>
                  </a:cubicBezTo>
                  <a:close/>
                  <a:moveTo>
                    <a:pt x="384" y="97"/>
                  </a:moveTo>
                  <a:cubicBezTo>
                    <a:pt x="401" y="97"/>
                    <a:pt x="420" y="98"/>
                    <a:pt x="438" y="101"/>
                  </a:cubicBezTo>
                  <a:cubicBezTo>
                    <a:pt x="559" y="101"/>
                    <a:pt x="681" y="126"/>
                    <a:pt x="778" y="150"/>
                  </a:cubicBezTo>
                  <a:cubicBezTo>
                    <a:pt x="924" y="199"/>
                    <a:pt x="1021" y="369"/>
                    <a:pt x="972" y="514"/>
                  </a:cubicBezTo>
                  <a:cubicBezTo>
                    <a:pt x="924" y="733"/>
                    <a:pt x="705" y="976"/>
                    <a:pt x="559" y="976"/>
                  </a:cubicBezTo>
                  <a:lnTo>
                    <a:pt x="511" y="976"/>
                  </a:lnTo>
                  <a:cubicBezTo>
                    <a:pt x="414" y="879"/>
                    <a:pt x="438" y="733"/>
                    <a:pt x="511" y="612"/>
                  </a:cubicBezTo>
                  <a:cubicBezTo>
                    <a:pt x="608" y="587"/>
                    <a:pt x="754" y="563"/>
                    <a:pt x="778" y="490"/>
                  </a:cubicBezTo>
                  <a:cubicBezTo>
                    <a:pt x="802" y="441"/>
                    <a:pt x="778" y="393"/>
                    <a:pt x="754" y="369"/>
                  </a:cubicBezTo>
                  <a:cubicBezTo>
                    <a:pt x="730" y="344"/>
                    <a:pt x="705" y="344"/>
                    <a:pt x="681" y="344"/>
                  </a:cubicBezTo>
                  <a:cubicBezTo>
                    <a:pt x="608" y="344"/>
                    <a:pt x="535" y="417"/>
                    <a:pt x="462" y="514"/>
                  </a:cubicBezTo>
                  <a:cubicBezTo>
                    <a:pt x="441" y="519"/>
                    <a:pt x="419" y="521"/>
                    <a:pt x="398" y="521"/>
                  </a:cubicBezTo>
                  <a:cubicBezTo>
                    <a:pt x="299" y="521"/>
                    <a:pt x="202" y="477"/>
                    <a:pt x="122" y="417"/>
                  </a:cubicBezTo>
                  <a:cubicBezTo>
                    <a:pt x="98" y="369"/>
                    <a:pt x="98" y="344"/>
                    <a:pt x="122" y="296"/>
                  </a:cubicBezTo>
                  <a:cubicBezTo>
                    <a:pt x="165" y="168"/>
                    <a:pt x="263" y="97"/>
                    <a:pt x="384" y="97"/>
                  </a:cubicBezTo>
                  <a:close/>
                  <a:moveTo>
                    <a:pt x="386" y="1"/>
                  </a:moveTo>
                  <a:cubicBezTo>
                    <a:pt x="230" y="1"/>
                    <a:pt x="69" y="97"/>
                    <a:pt x="25" y="271"/>
                  </a:cubicBezTo>
                  <a:cubicBezTo>
                    <a:pt x="1" y="344"/>
                    <a:pt x="1" y="417"/>
                    <a:pt x="49" y="466"/>
                  </a:cubicBezTo>
                  <a:cubicBezTo>
                    <a:pt x="147" y="563"/>
                    <a:pt x="292" y="612"/>
                    <a:pt x="414" y="612"/>
                  </a:cubicBezTo>
                  <a:cubicBezTo>
                    <a:pt x="341" y="733"/>
                    <a:pt x="341" y="927"/>
                    <a:pt x="462" y="1049"/>
                  </a:cubicBezTo>
                  <a:cubicBezTo>
                    <a:pt x="487" y="1073"/>
                    <a:pt x="511" y="1073"/>
                    <a:pt x="559" y="1073"/>
                  </a:cubicBezTo>
                  <a:cubicBezTo>
                    <a:pt x="754" y="1073"/>
                    <a:pt x="1021" y="782"/>
                    <a:pt x="1070" y="539"/>
                  </a:cubicBezTo>
                  <a:cubicBezTo>
                    <a:pt x="1118" y="320"/>
                    <a:pt x="997" y="126"/>
                    <a:pt x="827" y="77"/>
                  </a:cubicBezTo>
                  <a:cubicBezTo>
                    <a:pt x="705" y="29"/>
                    <a:pt x="584" y="4"/>
                    <a:pt x="438" y="4"/>
                  </a:cubicBezTo>
                  <a:cubicBezTo>
                    <a:pt x="421" y="2"/>
                    <a:pt x="403" y="1"/>
                    <a:pt x="38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30"/>
            <p:cNvSpPr/>
            <p:nvPr/>
          </p:nvSpPr>
          <p:spPr>
            <a:xfrm rot="-1688081">
              <a:off x="7968779" y="265401"/>
              <a:ext cx="217416" cy="213057"/>
            </a:xfrm>
            <a:custGeom>
              <a:avLst/>
              <a:gdLst/>
              <a:ahLst/>
              <a:cxnLst/>
              <a:rect l="l" t="t" r="r" b="b"/>
              <a:pathLst>
                <a:path w="1094" h="1072" extrusionOk="0">
                  <a:moveTo>
                    <a:pt x="484" y="620"/>
                  </a:moveTo>
                  <a:cubicBezTo>
                    <a:pt x="474" y="660"/>
                    <a:pt x="413" y="681"/>
                    <a:pt x="413" y="681"/>
                  </a:cubicBezTo>
                  <a:cubicBezTo>
                    <a:pt x="433" y="641"/>
                    <a:pt x="452" y="634"/>
                    <a:pt x="484" y="620"/>
                  </a:cubicBezTo>
                  <a:close/>
                  <a:moveTo>
                    <a:pt x="480" y="88"/>
                  </a:moveTo>
                  <a:cubicBezTo>
                    <a:pt x="512" y="88"/>
                    <a:pt x="542" y="105"/>
                    <a:pt x="559" y="122"/>
                  </a:cubicBezTo>
                  <a:cubicBezTo>
                    <a:pt x="607" y="243"/>
                    <a:pt x="607" y="365"/>
                    <a:pt x="559" y="486"/>
                  </a:cubicBezTo>
                  <a:cubicBezTo>
                    <a:pt x="462" y="486"/>
                    <a:pt x="389" y="535"/>
                    <a:pt x="340" y="608"/>
                  </a:cubicBezTo>
                  <a:cubicBezTo>
                    <a:pt x="316" y="632"/>
                    <a:pt x="316" y="681"/>
                    <a:pt x="340" y="681"/>
                  </a:cubicBezTo>
                  <a:cubicBezTo>
                    <a:pt x="365" y="729"/>
                    <a:pt x="389" y="753"/>
                    <a:pt x="437" y="753"/>
                  </a:cubicBezTo>
                  <a:cubicBezTo>
                    <a:pt x="535" y="753"/>
                    <a:pt x="607" y="632"/>
                    <a:pt x="632" y="559"/>
                  </a:cubicBezTo>
                  <a:lnTo>
                    <a:pt x="778" y="559"/>
                  </a:lnTo>
                  <a:cubicBezTo>
                    <a:pt x="790" y="555"/>
                    <a:pt x="804" y="553"/>
                    <a:pt x="818" y="553"/>
                  </a:cubicBezTo>
                  <a:cubicBezTo>
                    <a:pt x="883" y="553"/>
                    <a:pt x="956" y="596"/>
                    <a:pt x="996" y="656"/>
                  </a:cubicBezTo>
                  <a:cubicBezTo>
                    <a:pt x="996" y="681"/>
                    <a:pt x="996" y="729"/>
                    <a:pt x="972" y="753"/>
                  </a:cubicBezTo>
                  <a:cubicBezTo>
                    <a:pt x="850" y="899"/>
                    <a:pt x="656" y="972"/>
                    <a:pt x="462" y="972"/>
                  </a:cubicBezTo>
                  <a:cubicBezTo>
                    <a:pt x="449" y="974"/>
                    <a:pt x="437" y="975"/>
                    <a:pt x="424" y="975"/>
                  </a:cubicBezTo>
                  <a:cubicBezTo>
                    <a:pt x="268" y="975"/>
                    <a:pt x="122" y="838"/>
                    <a:pt x="122" y="681"/>
                  </a:cubicBezTo>
                  <a:cubicBezTo>
                    <a:pt x="97" y="511"/>
                    <a:pt x="146" y="316"/>
                    <a:pt x="243" y="170"/>
                  </a:cubicBezTo>
                  <a:cubicBezTo>
                    <a:pt x="292" y="122"/>
                    <a:pt x="365" y="98"/>
                    <a:pt x="437" y="98"/>
                  </a:cubicBezTo>
                  <a:cubicBezTo>
                    <a:pt x="452" y="90"/>
                    <a:pt x="466" y="88"/>
                    <a:pt x="480" y="88"/>
                  </a:cubicBezTo>
                  <a:close/>
                  <a:moveTo>
                    <a:pt x="437" y="0"/>
                  </a:moveTo>
                  <a:cubicBezTo>
                    <a:pt x="340" y="0"/>
                    <a:pt x="243" y="49"/>
                    <a:pt x="170" y="122"/>
                  </a:cubicBezTo>
                  <a:cubicBezTo>
                    <a:pt x="49" y="292"/>
                    <a:pt x="0" y="511"/>
                    <a:pt x="24" y="705"/>
                  </a:cubicBezTo>
                  <a:cubicBezTo>
                    <a:pt x="24" y="910"/>
                    <a:pt x="195" y="1072"/>
                    <a:pt x="396" y="1072"/>
                  </a:cubicBezTo>
                  <a:cubicBezTo>
                    <a:pt x="410" y="1072"/>
                    <a:pt x="423" y="1071"/>
                    <a:pt x="437" y="1069"/>
                  </a:cubicBezTo>
                  <a:cubicBezTo>
                    <a:pt x="656" y="1069"/>
                    <a:pt x="875" y="972"/>
                    <a:pt x="1045" y="826"/>
                  </a:cubicBezTo>
                  <a:cubicBezTo>
                    <a:pt x="1069" y="753"/>
                    <a:pt x="1093" y="705"/>
                    <a:pt x="1069" y="632"/>
                  </a:cubicBezTo>
                  <a:cubicBezTo>
                    <a:pt x="1006" y="548"/>
                    <a:pt x="906" y="482"/>
                    <a:pt x="801" y="482"/>
                  </a:cubicBezTo>
                  <a:cubicBezTo>
                    <a:pt x="785" y="482"/>
                    <a:pt x="769" y="483"/>
                    <a:pt x="753" y="486"/>
                  </a:cubicBezTo>
                  <a:lnTo>
                    <a:pt x="656" y="486"/>
                  </a:lnTo>
                  <a:cubicBezTo>
                    <a:pt x="705" y="365"/>
                    <a:pt x="680" y="219"/>
                    <a:pt x="632" y="98"/>
                  </a:cubicBezTo>
                  <a:cubicBezTo>
                    <a:pt x="583" y="49"/>
                    <a:pt x="510" y="0"/>
                    <a:pt x="43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30"/>
            <p:cNvSpPr/>
            <p:nvPr/>
          </p:nvSpPr>
          <p:spPr>
            <a:xfrm rot="-1688081">
              <a:off x="8097363" y="456906"/>
              <a:ext cx="198138" cy="172512"/>
            </a:xfrm>
            <a:custGeom>
              <a:avLst/>
              <a:gdLst/>
              <a:ahLst/>
              <a:cxnLst/>
              <a:rect l="l" t="t" r="r" b="b"/>
              <a:pathLst>
                <a:path w="997" h="868" extrusionOk="0">
                  <a:moveTo>
                    <a:pt x="405" y="1"/>
                  </a:moveTo>
                  <a:cubicBezTo>
                    <a:pt x="214" y="1"/>
                    <a:pt x="67" y="97"/>
                    <a:pt x="49" y="168"/>
                  </a:cubicBezTo>
                  <a:cubicBezTo>
                    <a:pt x="0" y="363"/>
                    <a:pt x="49" y="557"/>
                    <a:pt x="195" y="703"/>
                  </a:cubicBezTo>
                  <a:cubicBezTo>
                    <a:pt x="350" y="801"/>
                    <a:pt x="529" y="867"/>
                    <a:pt x="667" y="867"/>
                  </a:cubicBezTo>
                  <a:cubicBezTo>
                    <a:pt x="767" y="867"/>
                    <a:pt x="844" y="833"/>
                    <a:pt x="875" y="751"/>
                  </a:cubicBezTo>
                  <a:cubicBezTo>
                    <a:pt x="996" y="484"/>
                    <a:pt x="875" y="168"/>
                    <a:pt x="632" y="47"/>
                  </a:cubicBezTo>
                  <a:cubicBezTo>
                    <a:pt x="553" y="14"/>
                    <a:pt x="476" y="1"/>
                    <a:pt x="40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30"/>
            <p:cNvSpPr/>
            <p:nvPr/>
          </p:nvSpPr>
          <p:spPr>
            <a:xfrm rot="-1688081">
              <a:off x="8096253" y="485759"/>
              <a:ext cx="92014" cy="96790"/>
            </a:xfrm>
            <a:custGeom>
              <a:avLst/>
              <a:gdLst/>
              <a:ahLst/>
              <a:cxnLst/>
              <a:rect l="l" t="t" r="r" b="b"/>
              <a:pathLst>
                <a:path w="463" h="487" extrusionOk="0">
                  <a:moveTo>
                    <a:pt x="462" y="0"/>
                  </a:moveTo>
                  <a:lnTo>
                    <a:pt x="1" y="486"/>
                  </a:lnTo>
                  <a:cubicBezTo>
                    <a:pt x="1" y="486"/>
                    <a:pt x="438" y="98"/>
                    <a:pt x="46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30"/>
            <p:cNvSpPr/>
            <p:nvPr/>
          </p:nvSpPr>
          <p:spPr>
            <a:xfrm rot="-1688081">
              <a:off x="8086573" y="475658"/>
              <a:ext cx="111093" cy="116466"/>
            </a:xfrm>
            <a:custGeom>
              <a:avLst/>
              <a:gdLst/>
              <a:ahLst/>
              <a:cxnLst/>
              <a:rect l="l" t="t" r="r" b="b"/>
              <a:pathLst>
                <a:path w="559" h="586" extrusionOk="0">
                  <a:moveTo>
                    <a:pt x="504" y="1"/>
                  </a:moveTo>
                  <a:cubicBezTo>
                    <a:pt x="487" y="1"/>
                    <a:pt x="471" y="9"/>
                    <a:pt x="462" y="27"/>
                  </a:cubicBezTo>
                  <a:cubicBezTo>
                    <a:pt x="340" y="197"/>
                    <a:pt x="195" y="367"/>
                    <a:pt x="25" y="489"/>
                  </a:cubicBezTo>
                  <a:cubicBezTo>
                    <a:pt x="0" y="513"/>
                    <a:pt x="0" y="537"/>
                    <a:pt x="25" y="562"/>
                  </a:cubicBezTo>
                  <a:cubicBezTo>
                    <a:pt x="25" y="562"/>
                    <a:pt x="49" y="562"/>
                    <a:pt x="49" y="586"/>
                  </a:cubicBezTo>
                  <a:cubicBezTo>
                    <a:pt x="73" y="562"/>
                    <a:pt x="73" y="562"/>
                    <a:pt x="73" y="562"/>
                  </a:cubicBezTo>
                  <a:cubicBezTo>
                    <a:pt x="267" y="416"/>
                    <a:pt x="413" y="246"/>
                    <a:pt x="559" y="51"/>
                  </a:cubicBezTo>
                  <a:cubicBezTo>
                    <a:pt x="559" y="21"/>
                    <a:pt x="531" y="1"/>
                    <a:pt x="5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30"/>
            <p:cNvSpPr/>
            <p:nvPr/>
          </p:nvSpPr>
          <p:spPr>
            <a:xfrm rot="-1688081">
              <a:off x="8145749" y="485303"/>
              <a:ext cx="101553" cy="116068"/>
            </a:xfrm>
            <a:custGeom>
              <a:avLst/>
              <a:gdLst/>
              <a:ahLst/>
              <a:cxnLst/>
              <a:rect l="l" t="t" r="r" b="b"/>
              <a:pathLst>
                <a:path w="511" h="584" extrusionOk="0">
                  <a:moveTo>
                    <a:pt x="510" y="1"/>
                  </a:moveTo>
                  <a:lnTo>
                    <a:pt x="0" y="584"/>
                  </a:lnTo>
                  <a:cubicBezTo>
                    <a:pt x="194" y="390"/>
                    <a:pt x="365" y="195"/>
                    <a:pt x="51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30"/>
            <p:cNvSpPr/>
            <p:nvPr/>
          </p:nvSpPr>
          <p:spPr>
            <a:xfrm rot="-1688081">
              <a:off x="8132238" y="479541"/>
              <a:ext cx="125600" cy="132564"/>
            </a:xfrm>
            <a:custGeom>
              <a:avLst/>
              <a:gdLst/>
              <a:ahLst/>
              <a:cxnLst/>
              <a:rect l="l" t="t" r="r" b="b"/>
              <a:pathLst>
                <a:path w="632" h="667" extrusionOk="0">
                  <a:moveTo>
                    <a:pt x="563" y="1"/>
                  </a:moveTo>
                  <a:cubicBezTo>
                    <a:pt x="547" y="1"/>
                    <a:pt x="535" y="18"/>
                    <a:pt x="535" y="35"/>
                  </a:cubicBezTo>
                  <a:cubicBezTo>
                    <a:pt x="389" y="254"/>
                    <a:pt x="219" y="448"/>
                    <a:pt x="25" y="594"/>
                  </a:cubicBezTo>
                  <a:cubicBezTo>
                    <a:pt x="0" y="618"/>
                    <a:pt x="0" y="642"/>
                    <a:pt x="25" y="667"/>
                  </a:cubicBezTo>
                  <a:lnTo>
                    <a:pt x="97" y="667"/>
                  </a:lnTo>
                  <a:cubicBezTo>
                    <a:pt x="292" y="496"/>
                    <a:pt x="486" y="278"/>
                    <a:pt x="632" y="59"/>
                  </a:cubicBezTo>
                  <a:cubicBezTo>
                    <a:pt x="632" y="35"/>
                    <a:pt x="608" y="11"/>
                    <a:pt x="583" y="11"/>
                  </a:cubicBezTo>
                  <a:cubicBezTo>
                    <a:pt x="576" y="3"/>
                    <a:pt x="569" y="1"/>
                    <a:pt x="5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30"/>
            <p:cNvSpPr/>
            <p:nvPr/>
          </p:nvSpPr>
          <p:spPr>
            <a:xfrm rot="-1688081">
              <a:off x="7848968" y="476562"/>
              <a:ext cx="144878" cy="57040"/>
            </a:xfrm>
            <a:custGeom>
              <a:avLst/>
              <a:gdLst/>
              <a:ahLst/>
              <a:cxnLst/>
              <a:rect l="l" t="t" r="r" b="b"/>
              <a:pathLst>
                <a:path w="729" h="287" extrusionOk="0">
                  <a:moveTo>
                    <a:pt x="254" y="0"/>
                  </a:moveTo>
                  <a:cubicBezTo>
                    <a:pt x="184" y="0"/>
                    <a:pt x="114" y="14"/>
                    <a:pt x="49" y="43"/>
                  </a:cubicBezTo>
                  <a:cubicBezTo>
                    <a:pt x="0" y="68"/>
                    <a:pt x="25" y="140"/>
                    <a:pt x="73" y="140"/>
                  </a:cubicBezTo>
                  <a:cubicBezTo>
                    <a:pt x="133" y="118"/>
                    <a:pt x="196" y="107"/>
                    <a:pt x="258" y="107"/>
                  </a:cubicBezTo>
                  <a:cubicBezTo>
                    <a:pt x="396" y="107"/>
                    <a:pt x="531" y="161"/>
                    <a:pt x="632" y="262"/>
                  </a:cubicBezTo>
                  <a:cubicBezTo>
                    <a:pt x="656" y="286"/>
                    <a:pt x="656" y="286"/>
                    <a:pt x="680" y="286"/>
                  </a:cubicBezTo>
                  <a:lnTo>
                    <a:pt x="705" y="286"/>
                  </a:lnTo>
                  <a:cubicBezTo>
                    <a:pt x="729" y="262"/>
                    <a:pt x="729" y="213"/>
                    <a:pt x="705" y="213"/>
                  </a:cubicBezTo>
                  <a:cubicBezTo>
                    <a:pt x="585" y="77"/>
                    <a:pt x="418" y="0"/>
                    <a:pt x="2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30"/>
            <p:cNvSpPr/>
            <p:nvPr/>
          </p:nvSpPr>
          <p:spPr>
            <a:xfrm rot="-1688081">
              <a:off x="8202326" y="503855"/>
              <a:ext cx="77308" cy="91821"/>
            </a:xfrm>
            <a:custGeom>
              <a:avLst/>
              <a:gdLst/>
              <a:ahLst/>
              <a:cxnLst/>
              <a:rect l="l" t="t" r="r" b="b"/>
              <a:pathLst>
                <a:path w="389" h="462" extrusionOk="0">
                  <a:moveTo>
                    <a:pt x="389" y="0"/>
                  </a:moveTo>
                  <a:lnTo>
                    <a:pt x="0" y="462"/>
                  </a:lnTo>
                  <a:cubicBezTo>
                    <a:pt x="0" y="462"/>
                    <a:pt x="364" y="146"/>
                    <a:pt x="38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30"/>
            <p:cNvSpPr/>
            <p:nvPr/>
          </p:nvSpPr>
          <p:spPr>
            <a:xfrm rot="-1688081">
              <a:off x="8187819" y="494119"/>
              <a:ext cx="101553" cy="112491"/>
            </a:xfrm>
            <a:custGeom>
              <a:avLst/>
              <a:gdLst/>
              <a:ahLst/>
              <a:cxnLst/>
              <a:rect l="l" t="t" r="r" b="b"/>
              <a:pathLst>
                <a:path w="511" h="566" extrusionOk="0">
                  <a:moveTo>
                    <a:pt x="462" y="1"/>
                  </a:moveTo>
                  <a:cubicBezTo>
                    <a:pt x="444" y="1"/>
                    <a:pt x="425" y="19"/>
                    <a:pt x="413" y="55"/>
                  </a:cubicBezTo>
                  <a:cubicBezTo>
                    <a:pt x="389" y="152"/>
                    <a:pt x="170" y="371"/>
                    <a:pt x="24" y="468"/>
                  </a:cubicBezTo>
                  <a:cubicBezTo>
                    <a:pt x="0" y="493"/>
                    <a:pt x="0" y="517"/>
                    <a:pt x="24" y="541"/>
                  </a:cubicBezTo>
                  <a:cubicBezTo>
                    <a:pt x="24" y="541"/>
                    <a:pt x="49" y="565"/>
                    <a:pt x="73" y="565"/>
                  </a:cubicBezTo>
                  <a:cubicBezTo>
                    <a:pt x="73" y="565"/>
                    <a:pt x="73" y="541"/>
                    <a:pt x="73" y="541"/>
                  </a:cubicBezTo>
                  <a:cubicBezTo>
                    <a:pt x="122" y="493"/>
                    <a:pt x="486" y="225"/>
                    <a:pt x="510" y="55"/>
                  </a:cubicBezTo>
                  <a:cubicBezTo>
                    <a:pt x="498" y="19"/>
                    <a:pt x="480" y="1"/>
                    <a:pt x="4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30"/>
            <p:cNvSpPr/>
            <p:nvPr/>
          </p:nvSpPr>
          <p:spPr>
            <a:xfrm rot="-1688081">
              <a:off x="7905638" y="365861"/>
              <a:ext cx="77507" cy="138924"/>
            </a:xfrm>
            <a:custGeom>
              <a:avLst/>
              <a:gdLst/>
              <a:ahLst/>
              <a:cxnLst/>
              <a:rect l="l" t="t" r="r" b="b"/>
              <a:pathLst>
                <a:path w="390" h="699" extrusionOk="0">
                  <a:moveTo>
                    <a:pt x="158" y="0"/>
                  </a:moveTo>
                  <a:cubicBezTo>
                    <a:pt x="146" y="0"/>
                    <a:pt x="134" y="6"/>
                    <a:pt x="122" y="18"/>
                  </a:cubicBezTo>
                  <a:cubicBezTo>
                    <a:pt x="0" y="237"/>
                    <a:pt x="98" y="529"/>
                    <a:pt x="292" y="699"/>
                  </a:cubicBezTo>
                  <a:lnTo>
                    <a:pt x="365" y="699"/>
                  </a:lnTo>
                  <a:cubicBezTo>
                    <a:pt x="389" y="674"/>
                    <a:pt x="389" y="650"/>
                    <a:pt x="365" y="626"/>
                  </a:cubicBezTo>
                  <a:cubicBezTo>
                    <a:pt x="171" y="504"/>
                    <a:pt x="122" y="261"/>
                    <a:pt x="195" y="67"/>
                  </a:cubicBezTo>
                  <a:cubicBezTo>
                    <a:pt x="219" y="43"/>
                    <a:pt x="219" y="18"/>
                    <a:pt x="195" y="18"/>
                  </a:cubicBezTo>
                  <a:cubicBezTo>
                    <a:pt x="183" y="6"/>
                    <a:pt x="171" y="0"/>
                    <a:pt x="15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30"/>
            <p:cNvSpPr/>
            <p:nvPr/>
          </p:nvSpPr>
          <p:spPr>
            <a:xfrm rot="-1688081">
              <a:off x="8626261" y="406849"/>
              <a:ext cx="367262" cy="1041832"/>
            </a:xfrm>
            <a:custGeom>
              <a:avLst/>
              <a:gdLst/>
              <a:ahLst/>
              <a:cxnLst/>
              <a:rect l="l" t="t" r="r" b="b"/>
              <a:pathLst>
                <a:path w="1848" h="5242" extrusionOk="0">
                  <a:moveTo>
                    <a:pt x="156" y="1"/>
                  </a:moveTo>
                  <a:cubicBezTo>
                    <a:pt x="122" y="1"/>
                    <a:pt x="86" y="7"/>
                    <a:pt x="49" y="19"/>
                  </a:cubicBezTo>
                  <a:cubicBezTo>
                    <a:pt x="25" y="19"/>
                    <a:pt x="1" y="43"/>
                    <a:pt x="1" y="68"/>
                  </a:cubicBezTo>
                  <a:cubicBezTo>
                    <a:pt x="25" y="92"/>
                    <a:pt x="25" y="116"/>
                    <a:pt x="49" y="116"/>
                  </a:cubicBezTo>
                  <a:lnTo>
                    <a:pt x="74" y="92"/>
                  </a:lnTo>
                  <a:lnTo>
                    <a:pt x="244" y="92"/>
                  </a:lnTo>
                  <a:cubicBezTo>
                    <a:pt x="251" y="99"/>
                    <a:pt x="258" y="102"/>
                    <a:pt x="265" y="102"/>
                  </a:cubicBezTo>
                  <a:cubicBezTo>
                    <a:pt x="280" y="102"/>
                    <a:pt x="292" y="85"/>
                    <a:pt x="292" y="68"/>
                  </a:cubicBezTo>
                  <a:cubicBezTo>
                    <a:pt x="292" y="43"/>
                    <a:pt x="268" y="19"/>
                    <a:pt x="244" y="19"/>
                  </a:cubicBezTo>
                  <a:cubicBezTo>
                    <a:pt x="220" y="7"/>
                    <a:pt x="189" y="1"/>
                    <a:pt x="156" y="1"/>
                  </a:cubicBezTo>
                  <a:close/>
                  <a:moveTo>
                    <a:pt x="438" y="43"/>
                  </a:moveTo>
                  <a:cubicBezTo>
                    <a:pt x="414" y="43"/>
                    <a:pt x="390" y="68"/>
                    <a:pt x="390" y="92"/>
                  </a:cubicBezTo>
                  <a:cubicBezTo>
                    <a:pt x="390" y="116"/>
                    <a:pt x="390" y="141"/>
                    <a:pt x="414" y="141"/>
                  </a:cubicBezTo>
                  <a:cubicBezTo>
                    <a:pt x="487" y="165"/>
                    <a:pt x="535" y="165"/>
                    <a:pt x="584" y="189"/>
                  </a:cubicBezTo>
                  <a:lnTo>
                    <a:pt x="608" y="189"/>
                  </a:lnTo>
                  <a:cubicBezTo>
                    <a:pt x="632" y="189"/>
                    <a:pt x="632" y="189"/>
                    <a:pt x="657" y="165"/>
                  </a:cubicBezTo>
                  <a:cubicBezTo>
                    <a:pt x="657" y="141"/>
                    <a:pt x="657" y="116"/>
                    <a:pt x="632" y="116"/>
                  </a:cubicBezTo>
                  <a:cubicBezTo>
                    <a:pt x="560" y="92"/>
                    <a:pt x="511" y="68"/>
                    <a:pt x="438" y="43"/>
                  </a:cubicBezTo>
                  <a:close/>
                  <a:moveTo>
                    <a:pt x="778" y="195"/>
                  </a:moveTo>
                  <a:cubicBezTo>
                    <a:pt x="766" y="195"/>
                    <a:pt x="754" y="201"/>
                    <a:pt x="754" y="213"/>
                  </a:cubicBezTo>
                  <a:cubicBezTo>
                    <a:pt x="730" y="238"/>
                    <a:pt x="730" y="262"/>
                    <a:pt x="754" y="286"/>
                  </a:cubicBezTo>
                  <a:cubicBezTo>
                    <a:pt x="803" y="311"/>
                    <a:pt x="851" y="359"/>
                    <a:pt x="875" y="384"/>
                  </a:cubicBezTo>
                  <a:cubicBezTo>
                    <a:pt x="900" y="408"/>
                    <a:pt x="900" y="408"/>
                    <a:pt x="924" y="408"/>
                  </a:cubicBezTo>
                  <a:lnTo>
                    <a:pt x="973" y="408"/>
                  </a:lnTo>
                  <a:cubicBezTo>
                    <a:pt x="973" y="384"/>
                    <a:pt x="973" y="359"/>
                    <a:pt x="973" y="335"/>
                  </a:cubicBezTo>
                  <a:cubicBezTo>
                    <a:pt x="924" y="286"/>
                    <a:pt x="875" y="238"/>
                    <a:pt x="803" y="213"/>
                  </a:cubicBezTo>
                  <a:cubicBezTo>
                    <a:pt x="803" y="201"/>
                    <a:pt x="790" y="195"/>
                    <a:pt x="778" y="195"/>
                  </a:cubicBezTo>
                  <a:close/>
                  <a:moveTo>
                    <a:pt x="1033" y="438"/>
                  </a:moveTo>
                  <a:cubicBezTo>
                    <a:pt x="1021" y="438"/>
                    <a:pt x="1009" y="444"/>
                    <a:pt x="997" y="456"/>
                  </a:cubicBezTo>
                  <a:cubicBezTo>
                    <a:pt x="973" y="456"/>
                    <a:pt x="973" y="505"/>
                    <a:pt x="997" y="529"/>
                  </a:cubicBezTo>
                  <a:cubicBezTo>
                    <a:pt x="1021" y="578"/>
                    <a:pt x="1045" y="626"/>
                    <a:pt x="1070" y="675"/>
                  </a:cubicBezTo>
                  <a:cubicBezTo>
                    <a:pt x="1070" y="699"/>
                    <a:pt x="1094" y="724"/>
                    <a:pt x="1118" y="724"/>
                  </a:cubicBezTo>
                  <a:lnTo>
                    <a:pt x="1118" y="699"/>
                  </a:lnTo>
                  <a:cubicBezTo>
                    <a:pt x="1143" y="675"/>
                    <a:pt x="1167" y="651"/>
                    <a:pt x="1143" y="626"/>
                  </a:cubicBezTo>
                  <a:cubicBezTo>
                    <a:pt x="1118" y="578"/>
                    <a:pt x="1094" y="505"/>
                    <a:pt x="1070" y="456"/>
                  </a:cubicBezTo>
                  <a:cubicBezTo>
                    <a:pt x="1058" y="444"/>
                    <a:pt x="1045" y="438"/>
                    <a:pt x="1033" y="438"/>
                  </a:cubicBezTo>
                  <a:close/>
                  <a:moveTo>
                    <a:pt x="1143" y="796"/>
                  </a:moveTo>
                  <a:cubicBezTo>
                    <a:pt x="1118" y="821"/>
                    <a:pt x="1118" y="845"/>
                    <a:pt x="1118" y="869"/>
                  </a:cubicBezTo>
                  <a:cubicBezTo>
                    <a:pt x="1118" y="918"/>
                    <a:pt x="1143" y="991"/>
                    <a:pt x="1143" y="991"/>
                  </a:cubicBezTo>
                  <a:lnTo>
                    <a:pt x="1143" y="1039"/>
                  </a:lnTo>
                  <a:cubicBezTo>
                    <a:pt x="1143" y="1064"/>
                    <a:pt x="1167" y="1088"/>
                    <a:pt x="1191" y="1088"/>
                  </a:cubicBezTo>
                  <a:cubicBezTo>
                    <a:pt x="1215" y="1088"/>
                    <a:pt x="1240" y="1064"/>
                    <a:pt x="1240" y="1039"/>
                  </a:cubicBezTo>
                  <a:cubicBezTo>
                    <a:pt x="1240" y="1015"/>
                    <a:pt x="1240" y="1015"/>
                    <a:pt x="1240" y="991"/>
                  </a:cubicBezTo>
                  <a:cubicBezTo>
                    <a:pt x="1215" y="942"/>
                    <a:pt x="1215" y="894"/>
                    <a:pt x="1215" y="845"/>
                  </a:cubicBezTo>
                  <a:cubicBezTo>
                    <a:pt x="1191" y="821"/>
                    <a:pt x="1167" y="796"/>
                    <a:pt x="1143" y="796"/>
                  </a:cubicBezTo>
                  <a:close/>
                  <a:moveTo>
                    <a:pt x="1191" y="1185"/>
                  </a:moveTo>
                  <a:cubicBezTo>
                    <a:pt x="1167" y="1185"/>
                    <a:pt x="1143" y="1209"/>
                    <a:pt x="1143" y="1234"/>
                  </a:cubicBezTo>
                  <a:cubicBezTo>
                    <a:pt x="1143" y="1282"/>
                    <a:pt x="1143" y="1355"/>
                    <a:pt x="1118" y="1404"/>
                  </a:cubicBezTo>
                  <a:cubicBezTo>
                    <a:pt x="1118" y="1428"/>
                    <a:pt x="1143" y="1452"/>
                    <a:pt x="1167" y="1452"/>
                  </a:cubicBezTo>
                  <a:cubicBezTo>
                    <a:pt x="1191" y="1452"/>
                    <a:pt x="1215" y="1452"/>
                    <a:pt x="1215" y="1428"/>
                  </a:cubicBezTo>
                  <a:cubicBezTo>
                    <a:pt x="1215" y="1355"/>
                    <a:pt x="1240" y="1307"/>
                    <a:pt x="1240" y="1234"/>
                  </a:cubicBezTo>
                  <a:cubicBezTo>
                    <a:pt x="1240" y="1209"/>
                    <a:pt x="1215" y="1185"/>
                    <a:pt x="1191" y="1185"/>
                  </a:cubicBezTo>
                  <a:close/>
                  <a:moveTo>
                    <a:pt x="1107" y="1549"/>
                  </a:moveTo>
                  <a:cubicBezTo>
                    <a:pt x="1093" y="1549"/>
                    <a:pt x="1078" y="1557"/>
                    <a:pt x="1070" y="1574"/>
                  </a:cubicBezTo>
                  <a:cubicBezTo>
                    <a:pt x="1045" y="1622"/>
                    <a:pt x="997" y="1695"/>
                    <a:pt x="973" y="1744"/>
                  </a:cubicBezTo>
                  <a:cubicBezTo>
                    <a:pt x="948" y="1744"/>
                    <a:pt x="948" y="1792"/>
                    <a:pt x="973" y="1792"/>
                  </a:cubicBezTo>
                  <a:lnTo>
                    <a:pt x="1045" y="1792"/>
                  </a:lnTo>
                  <a:cubicBezTo>
                    <a:pt x="1094" y="1744"/>
                    <a:pt x="1118" y="1671"/>
                    <a:pt x="1143" y="1622"/>
                  </a:cubicBezTo>
                  <a:cubicBezTo>
                    <a:pt x="1158" y="1575"/>
                    <a:pt x="1133" y="1549"/>
                    <a:pt x="1107" y="1549"/>
                  </a:cubicBezTo>
                  <a:close/>
                  <a:moveTo>
                    <a:pt x="438" y="1792"/>
                  </a:moveTo>
                  <a:cubicBezTo>
                    <a:pt x="394" y="1792"/>
                    <a:pt x="390" y="1893"/>
                    <a:pt x="426" y="1893"/>
                  </a:cubicBezTo>
                  <a:cubicBezTo>
                    <a:pt x="430" y="1893"/>
                    <a:pt x="434" y="1892"/>
                    <a:pt x="438" y="1890"/>
                  </a:cubicBezTo>
                  <a:lnTo>
                    <a:pt x="632" y="1890"/>
                  </a:lnTo>
                  <a:cubicBezTo>
                    <a:pt x="657" y="1890"/>
                    <a:pt x="681" y="1890"/>
                    <a:pt x="681" y="1841"/>
                  </a:cubicBezTo>
                  <a:cubicBezTo>
                    <a:pt x="681" y="1817"/>
                    <a:pt x="657" y="1817"/>
                    <a:pt x="632" y="1792"/>
                  </a:cubicBezTo>
                  <a:close/>
                  <a:moveTo>
                    <a:pt x="244" y="1841"/>
                  </a:moveTo>
                  <a:cubicBezTo>
                    <a:pt x="171" y="1865"/>
                    <a:pt x="98" y="1914"/>
                    <a:pt x="74" y="1963"/>
                  </a:cubicBezTo>
                  <a:cubicBezTo>
                    <a:pt x="49" y="1987"/>
                    <a:pt x="49" y="2011"/>
                    <a:pt x="74" y="2011"/>
                  </a:cubicBezTo>
                  <a:cubicBezTo>
                    <a:pt x="74" y="2023"/>
                    <a:pt x="74" y="2029"/>
                    <a:pt x="77" y="2029"/>
                  </a:cubicBezTo>
                  <a:cubicBezTo>
                    <a:pt x="80" y="2029"/>
                    <a:pt x="86" y="2023"/>
                    <a:pt x="98" y="2011"/>
                  </a:cubicBezTo>
                  <a:cubicBezTo>
                    <a:pt x="98" y="2023"/>
                    <a:pt x="104" y="2029"/>
                    <a:pt x="110" y="2029"/>
                  </a:cubicBezTo>
                  <a:cubicBezTo>
                    <a:pt x="116" y="2029"/>
                    <a:pt x="122" y="2023"/>
                    <a:pt x="122" y="2011"/>
                  </a:cubicBezTo>
                  <a:cubicBezTo>
                    <a:pt x="171" y="1987"/>
                    <a:pt x="220" y="1938"/>
                    <a:pt x="268" y="1938"/>
                  </a:cubicBezTo>
                  <a:cubicBezTo>
                    <a:pt x="292" y="1938"/>
                    <a:pt x="317" y="1914"/>
                    <a:pt x="292" y="1865"/>
                  </a:cubicBezTo>
                  <a:cubicBezTo>
                    <a:pt x="292" y="1841"/>
                    <a:pt x="268" y="1841"/>
                    <a:pt x="244" y="1841"/>
                  </a:cubicBezTo>
                  <a:close/>
                  <a:moveTo>
                    <a:pt x="803" y="1841"/>
                  </a:moveTo>
                  <a:cubicBezTo>
                    <a:pt x="778" y="1841"/>
                    <a:pt x="754" y="1841"/>
                    <a:pt x="754" y="1865"/>
                  </a:cubicBezTo>
                  <a:cubicBezTo>
                    <a:pt x="754" y="1890"/>
                    <a:pt x="754" y="1914"/>
                    <a:pt x="778" y="1938"/>
                  </a:cubicBezTo>
                  <a:lnTo>
                    <a:pt x="705" y="1987"/>
                  </a:lnTo>
                  <a:cubicBezTo>
                    <a:pt x="681" y="2011"/>
                    <a:pt x="681" y="2035"/>
                    <a:pt x="705" y="2060"/>
                  </a:cubicBezTo>
                  <a:lnTo>
                    <a:pt x="754" y="2060"/>
                  </a:lnTo>
                  <a:cubicBezTo>
                    <a:pt x="754" y="2060"/>
                    <a:pt x="754" y="2060"/>
                    <a:pt x="754" y="2035"/>
                  </a:cubicBezTo>
                  <a:cubicBezTo>
                    <a:pt x="803" y="2011"/>
                    <a:pt x="827" y="1987"/>
                    <a:pt x="875" y="1938"/>
                  </a:cubicBezTo>
                  <a:lnTo>
                    <a:pt x="948" y="1963"/>
                  </a:lnTo>
                  <a:cubicBezTo>
                    <a:pt x="955" y="1970"/>
                    <a:pt x="963" y="1973"/>
                    <a:pt x="970" y="1973"/>
                  </a:cubicBezTo>
                  <a:cubicBezTo>
                    <a:pt x="987" y="1973"/>
                    <a:pt x="1004" y="1955"/>
                    <a:pt x="1021" y="1938"/>
                  </a:cubicBezTo>
                  <a:cubicBezTo>
                    <a:pt x="1021" y="1914"/>
                    <a:pt x="997" y="1890"/>
                    <a:pt x="997" y="1890"/>
                  </a:cubicBezTo>
                  <a:lnTo>
                    <a:pt x="900" y="1841"/>
                  </a:lnTo>
                  <a:close/>
                  <a:moveTo>
                    <a:pt x="1143" y="1993"/>
                  </a:moveTo>
                  <a:cubicBezTo>
                    <a:pt x="1130" y="1993"/>
                    <a:pt x="1118" y="1999"/>
                    <a:pt x="1118" y="2011"/>
                  </a:cubicBezTo>
                  <a:cubicBezTo>
                    <a:pt x="1094" y="2035"/>
                    <a:pt x="1094" y="2060"/>
                    <a:pt x="1118" y="2084"/>
                  </a:cubicBezTo>
                  <a:cubicBezTo>
                    <a:pt x="1167" y="2108"/>
                    <a:pt x="1191" y="2157"/>
                    <a:pt x="1240" y="2205"/>
                  </a:cubicBezTo>
                  <a:cubicBezTo>
                    <a:pt x="1240" y="2205"/>
                    <a:pt x="1264" y="2205"/>
                    <a:pt x="1264" y="2230"/>
                  </a:cubicBezTo>
                  <a:lnTo>
                    <a:pt x="1313" y="2230"/>
                  </a:lnTo>
                  <a:cubicBezTo>
                    <a:pt x="1337" y="2205"/>
                    <a:pt x="1337" y="2181"/>
                    <a:pt x="1313" y="2157"/>
                  </a:cubicBezTo>
                  <a:cubicBezTo>
                    <a:pt x="1264" y="2108"/>
                    <a:pt x="1215" y="2060"/>
                    <a:pt x="1167" y="2011"/>
                  </a:cubicBezTo>
                  <a:cubicBezTo>
                    <a:pt x="1167" y="1999"/>
                    <a:pt x="1155" y="1993"/>
                    <a:pt x="1143" y="1993"/>
                  </a:cubicBezTo>
                  <a:close/>
                  <a:moveTo>
                    <a:pt x="585" y="2074"/>
                  </a:moveTo>
                  <a:cubicBezTo>
                    <a:pt x="576" y="2074"/>
                    <a:pt x="567" y="2077"/>
                    <a:pt x="560" y="2084"/>
                  </a:cubicBezTo>
                  <a:cubicBezTo>
                    <a:pt x="511" y="2108"/>
                    <a:pt x="462" y="2133"/>
                    <a:pt x="414" y="2157"/>
                  </a:cubicBezTo>
                  <a:cubicBezTo>
                    <a:pt x="365" y="2157"/>
                    <a:pt x="365" y="2230"/>
                    <a:pt x="414" y="2254"/>
                  </a:cubicBezTo>
                  <a:lnTo>
                    <a:pt x="438" y="2230"/>
                  </a:lnTo>
                  <a:cubicBezTo>
                    <a:pt x="487" y="2205"/>
                    <a:pt x="560" y="2181"/>
                    <a:pt x="608" y="2157"/>
                  </a:cubicBezTo>
                  <a:cubicBezTo>
                    <a:pt x="632" y="2157"/>
                    <a:pt x="632" y="2133"/>
                    <a:pt x="632" y="2108"/>
                  </a:cubicBezTo>
                  <a:cubicBezTo>
                    <a:pt x="632" y="2091"/>
                    <a:pt x="608" y="2074"/>
                    <a:pt x="585" y="2074"/>
                  </a:cubicBezTo>
                  <a:close/>
                  <a:moveTo>
                    <a:pt x="49" y="2108"/>
                  </a:moveTo>
                  <a:cubicBezTo>
                    <a:pt x="25" y="2133"/>
                    <a:pt x="1" y="2157"/>
                    <a:pt x="25" y="2181"/>
                  </a:cubicBezTo>
                  <a:cubicBezTo>
                    <a:pt x="74" y="2230"/>
                    <a:pt x="147" y="2278"/>
                    <a:pt x="220" y="2278"/>
                  </a:cubicBezTo>
                  <a:lnTo>
                    <a:pt x="244" y="2278"/>
                  </a:lnTo>
                  <a:cubicBezTo>
                    <a:pt x="244" y="2278"/>
                    <a:pt x="268" y="2254"/>
                    <a:pt x="268" y="2230"/>
                  </a:cubicBezTo>
                  <a:cubicBezTo>
                    <a:pt x="268" y="2205"/>
                    <a:pt x="244" y="2181"/>
                    <a:pt x="220" y="2181"/>
                  </a:cubicBezTo>
                  <a:cubicBezTo>
                    <a:pt x="195" y="2181"/>
                    <a:pt x="122" y="2181"/>
                    <a:pt x="98" y="2133"/>
                  </a:cubicBezTo>
                  <a:cubicBezTo>
                    <a:pt x="98" y="2108"/>
                    <a:pt x="74" y="2108"/>
                    <a:pt x="49" y="2108"/>
                  </a:cubicBezTo>
                  <a:close/>
                  <a:moveTo>
                    <a:pt x="1361" y="2278"/>
                  </a:moveTo>
                  <a:cubicBezTo>
                    <a:pt x="1337" y="2303"/>
                    <a:pt x="1313" y="2327"/>
                    <a:pt x="1337" y="2351"/>
                  </a:cubicBezTo>
                  <a:cubicBezTo>
                    <a:pt x="1337" y="2400"/>
                    <a:pt x="1361" y="2448"/>
                    <a:pt x="1361" y="2521"/>
                  </a:cubicBezTo>
                  <a:cubicBezTo>
                    <a:pt x="1361" y="2546"/>
                    <a:pt x="1386" y="2570"/>
                    <a:pt x="1410" y="2570"/>
                  </a:cubicBezTo>
                  <a:cubicBezTo>
                    <a:pt x="1434" y="2570"/>
                    <a:pt x="1458" y="2546"/>
                    <a:pt x="1458" y="2521"/>
                  </a:cubicBezTo>
                  <a:cubicBezTo>
                    <a:pt x="1458" y="2448"/>
                    <a:pt x="1434" y="2375"/>
                    <a:pt x="1410" y="2327"/>
                  </a:cubicBezTo>
                  <a:cubicBezTo>
                    <a:pt x="1410" y="2303"/>
                    <a:pt x="1361" y="2278"/>
                    <a:pt x="1361" y="2278"/>
                  </a:cubicBezTo>
                  <a:close/>
                  <a:moveTo>
                    <a:pt x="1402" y="2657"/>
                  </a:moveTo>
                  <a:cubicBezTo>
                    <a:pt x="1383" y="2657"/>
                    <a:pt x="1378" y="2674"/>
                    <a:pt x="1361" y="2691"/>
                  </a:cubicBezTo>
                  <a:cubicBezTo>
                    <a:pt x="1361" y="2764"/>
                    <a:pt x="1337" y="2813"/>
                    <a:pt x="1313" y="2861"/>
                  </a:cubicBezTo>
                  <a:cubicBezTo>
                    <a:pt x="1313" y="2886"/>
                    <a:pt x="1337" y="2910"/>
                    <a:pt x="1361" y="2934"/>
                  </a:cubicBezTo>
                  <a:cubicBezTo>
                    <a:pt x="1386" y="2934"/>
                    <a:pt x="1410" y="2934"/>
                    <a:pt x="1410" y="2910"/>
                  </a:cubicBezTo>
                  <a:cubicBezTo>
                    <a:pt x="1434" y="2837"/>
                    <a:pt x="1458" y="2764"/>
                    <a:pt x="1458" y="2716"/>
                  </a:cubicBezTo>
                  <a:cubicBezTo>
                    <a:pt x="1458" y="2691"/>
                    <a:pt x="1458" y="2667"/>
                    <a:pt x="1434" y="2667"/>
                  </a:cubicBezTo>
                  <a:cubicBezTo>
                    <a:pt x="1420" y="2660"/>
                    <a:pt x="1410" y="2657"/>
                    <a:pt x="1402" y="2657"/>
                  </a:cubicBezTo>
                  <a:close/>
                  <a:moveTo>
                    <a:pt x="1288" y="3021"/>
                  </a:moveTo>
                  <a:cubicBezTo>
                    <a:pt x="1272" y="3021"/>
                    <a:pt x="1256" y="3031"/>
                    <a:pt x="1240" y="3031"/>
                  </a:cubicBezTo>
                  <a:lnTo>
                    <a:pt x="1167" y="3201"/>
                  </a:lnTo>
                  <a:cubicBezTo>
                    <a:pt x="1143" y="3226"/>
                    <a:pt x="1167" y="3250"/>
                    <a:pt x="1191" y="3274"/>
                  </a:cubicBezTo>
                  <a:cubicBezTo>
                    <a:pt x="1215" y="3274"/>
                    <a:pt x="1240" y="3274"/>
                    <a:pt x="1240" y="3250"/>
                  </a:cubicBezTo>
                  <a:cubicBezTo>
                    <a:pt x="1264" y="3201"/>
                    <a:pt x="1313" y="3153"/>
                    <a:pt x="1337" y="3080"/>
                  </a:cubicBezTo>
                  <a:cubicBezTo>
                    <a:pt x="1337" y="3056"/>
                    <a:pt x="1337" y="3031"/>
                    <a:pt x="1313" y="3031"/>
                  </a:cubicBezTo>
                  <a:cubicBezTo>
                    <a:pt x="1305" y="3023"/>
                    <a:pt x="1296" y="3021"/>
                    <a:pt x="1288" y="3021"/>
                  </a:cubicBezTo>
                  <a:close/>
                  <a:moveTo>
                    <a:pt x="1124" y="3351"/>
                  </a:moveTo>
                  <a:cubicBezTo>
                    <a:pt x="1112" y="3351"/>
                    <a:pt x="1101" y="3357"/>
                    <a:pt x="1094" y="3371"/>
                  </a:cubicBezTo>
                  <a:cubicBezTo>
                    <a:pt x="1045" y="3444"/>
                    <a:pt x="1021" y="3493"/>
                    <a:pt x="997" y="3542"/>
                  </a:cubicBezTo>
                  <a:cubicBezTo>
                    <a:pt x="973" y="3542"/>
                    <a:pt x="973" y="3566"/>
                    <a:pt x="997" y="3590"/>
                  </a:cubicBezTo>
                  <a:lnTo>
                    <a:pt x="1070" y="3590"/>
                  </a:lnTo>
                  <a:cubicBezTo>
                    <a:pt x="1094" y="3542"/>
                    <a:pt x="1143" y="3493"/>
                    <a:pt x="1167" y="3420"/>
                  </a:cubicBezTo>
                  <a:cubicBezTo>
                    <a:pt x="1184" y="3386"/>
                    <a:pt x="1153" y="3351"/>
                    <a:pt x="1124" y="3351"/>
                  </a:cubicBezTo>
                  <a:close/>
                  <a:moveTo>
                    <a:pt x="705" y="3566"/>
                  </a:moveTo>
                  <a:cubicBezTo>
                    <a:pt x="632" y="3566"/>
                    <a:pt x="560" y="3590"/>
                    <a:pt x="511" y="3639"/>
                  </a:cubicBezTo>
                  <a:cubicBezTo>
                    <a:pt x="487" y="3639"/>
                    <a:pt x="487" y="3687"/>
                    <a:pt x="511" y="3687"/>
                  </a:cubicBezTo>
                  <a:cubicBezTo>
                    <a:pt x="511" y="3699"/>
                    <a:pt x="511" y="3705"/>
                    <a:pt x="514" y="3705"/>
                  </a:cubicBezTo>
                  <a:cubicBezTo>
                    <a:pt x="517" y="3705"/>
                    <a:pt x="523" y="3699"/>
                    <a:pt x="535" y="3687"/>
                  </a:cubicBezTo>
                  <a:cubicBezTo>
                    <a:pt x="535" y="3687"/>
                    <a:pt x="535" y="3712"/>
                    <a:pt x="560" y="3712"/>
                  </a:cubicBezTo>
                  <a:cubicBezTo>
                    <a:pt x="608" y="3663"/>
                    <a:pt x="657" y="3663"/>
                    <a:pt x="705" y="3663"/>
                  </a:cubicBezTo>
                  <a:cubicBezTo>
                    <a:pt x="730" y="3663"/>
                    <a:pt x="754" y="3639"/>
                    <a:pt x="754" y="3614"/>
                  </a:cubicBezTo>
                  <a:cubicBezTo>
                    <a:pt x="754" y="3590"/>
                    <a:pt x="730" y="3566"/>
                    <a:pt x="705" y="3566"/>
                  </a:cubicBezTo>
                  <a:close/>
                  <a:moveTo>
                    <a:pt x="900" y="3590"/>
                  </a:moveTo>
                  <a:cubicBezTo>
                    <a:pt x="875" y="3590"/>
                    <a:pt x="851" y="3614"/>
                    <a:pt x="851" y="3639"/>
                  </a:cubicBezTo>
                  <a:cubicBezTo>
                    <a:pt x="827" y="3639"/>
                    <a:pt x="851" y="3663"/>
                    <a:pt x="851" y="3687"/>
                  </a:cubicBezTo>
                  <a:cubicBezTo>
                    <a:pt x="827" y="3736"/>
                    <a:pt x="778" y="3760"/>
                    <a:pt x="730" y="3809"/>
                  </a:cubicBezTo>
                  <a:cubicBezTo>
                    <a:pt x="730" y="3833"/>
                    <a:pt x="730" y="3857"/>
                    <a:pt x="730" y="3882"/>
                  </a:cubicBezTo>
                  <a:lnTo>
                    <a:pt x="803" y="3882"/>
                  </a:lnTo>
                  <a:cubicBezTo>
                    <a:pt x="851" y="3833"/>
                    <a:pt x="900" y="3784"/>
                    <a:pt x="948" y="3736"/>
                  </a:cubicBezTo>
                  <a:cubicBezTo>
                    <a:pt x="948" y="3736"/>
                    <a:pt x="948" y="3712"/>
                    <a:pt x="948" y="3712"/>
                  </a:cubicBezTo>
                  <a:cubicBezTo>
                    <a:pt x="973" y="3712"/>
                    <a:pt x="1021" y="3736"/>
                    <a:pt x="1045" y="3736"/>
                  </a:cubicBezTo>
                  <a:cubicBezTo>
                    <a:pt x="1053" y="3743"/>
                    <a:pt x="1060" y="3746"/>
                    <a:pt x="1067" y="3746"/>
                  </a:cubicBezTo>
                  <a:cubicBezTo>
                    <a:pt x="1084" y="3746"/>
                    <a:pt x="1101" y="3729"/>
                    <a:pt x="1118" y="3712"/>
                  </a:cubicBezTo>
                  <a:cubicBezTo>
                    <a:pt x="1118" y="3712"/>
                    <a:pt x="1118" y="3663"/>
                    <a:pt x="1094" y="3663"/>
                  </a:cubicBezTo>
                  <a:cubicBezTo>
                    <a:pt x="1021" y="3639"/>
                    <a:pt x="973" y="3614"/>
                    <a:pt x="900" y="3590"/>
                  </a:cubicBezTo>
                  <a:close/>
                  <a:moveTo>
                    <a:pt x="1231" y="3742"/>
                  </a:moveTo>
                  <a:cubicBezTo>
                    <a:pt x="1222" y="3742"/>
                    <a:pt x="1215" y="3748"/>
                    <a:pt x="1215" y="3760"/>
                  </a:cubicBezTo>
                  <a:cubicBezTo>
                    <a:pt x="1191" y="3784"/>
                    <a:pt x="1191" y="3809"/>
                    <a:pt x="1215" y="3833"/>
                  </a:cubicBezTo>
                  <a:cubicBezTo>
                    <a:pt x="1264" y="3857"/>
                    <a:pt x="1313" y="3882"/>
                    <a:pt x="1361" y="3930"/>
                  </a:cubicBezTo>
                  <a:lnTo>
                    <a:pt x="1386" y="3930"/>
                  </a:lnTo>
                  <a:cubicBezTo>
                    <a:pt x="1386" y="3930"/>
                    <a:pt x="1396" y="3941"/>
                    <a:pt x="1411" y="3941"/>
                  </a:cubicBezTo>
                  <a:cubicBezTo>
                    <a:pt x="1418" y="3941"/>
                    <a:pt x="1426" y="3938"/>
                    <a:pt x="1434" y="3930"/>
                  </a:cubicBezTo>
                  <a:cubicBezTo>
                    <a:pt x="1434" y="3930"/>
                    <a:pt x="1434" y="3882"/>
                    <a:pt x="1434" y="3882"/>
                  </a:cubicBezTo>
                  <a:cubicBezTo>
                    <a:pt x="1386" y="3833"/>
                    <a:pt x="1313" y="3784"/>
                    <a:pt x="1264" y="3760"/>
                  </a:cubicBezTo>
                  <a:cubicBezTo>
                    <a:pt x="1252" y="3748"/>
                    <a:pt x="1240" y="3742"/>
                    <a:pt x="1231" y="3742"/>
                  </a:cubicBezTo>
                  <a:close/>
                  <a:moveTo>
                    <a:pt x="462" y="3784"/>
                  </a:moveTo>
                  <a:cubicBezTo>
                    <a:pt x="438" y="3784"/>
                    <a:pt x="414" y="3809"/>
                    <a:pt x="438" y="3833"/>
                  </a:cubicBezTo>
                  <a:cubicBezTo>
                    <a:pt x="438" y="3906"/>
                    <a:pt x="487" y="3979"/>
                    <a:pt x="584" y="3979"/>
                  </a:cubicBezTo>
                  <a:lnTo>
                    <a:pt x="608" y="3979"/>
                  </a:lnTo>
                  <a:cubicBezTo>
                    <a:pt x="632" y="3979"/>
                    <a:pt x="657" y="3954"/>
                    <a:pt x="657" y="3906"/>
                  </a:cubicBezTo>
                  <a:cubicBezTo>
                    <a:pt x="632" y="3882"/>
                    <a:pt x="608" y="3882"/>
                    <a:pt x="584" y="3882"/>
                  </a:cubicBezTo>
                  <a:cubicBezTo>
                    <a:pt x="560" y="3882"/>
                    <a:pt x="511" y="3882"/>
                    <a:pt x="511" y="3809"/>
                  </a:cubicBezTo>
                  <a:cubicBezTo>
                    <a:pt x="511" y="3784"/>
                    <a:pt x="487" y="3784"/>
                    <a:pt x="462" y="3784"/>
                  </a:cubicBezTo>
                  <a:close/>
                  <a:moveTo>
                    <a:pt x="1520" y="3963"/>
                  </a:moveTo>
                  <a:cubicBezTo>
                    <a:pt x="1480" y="3963"/>
                    <a:pt x="1445" y="4014"/>
                    <a:pt x="1483" y="4052"/>
                  </a:cubicBezTo>
                  <a:cubicBezTo>
                    <a:pt x="1507" y="4100"/>
                    <a:pt x="1556" y="4149"/>
                    <a:pt x="1580" y="4197"/>
                  </a:cubicBezTo>
                  <a:cubicBezTo>
                    <a:pt x="1604" y="4197"/>
                    <a:pt x="1604" y="4222"/>
                    <a:pt x="1628" y="4222"/>
                  </a:cubicBezTo>
                  <a:lnTo>
                    <a:pt x="1628" y="4197"/>
                  </a:lnTo>
                  <a:lnTo>
                    <a:pt x="1653" y="4197"/>
                  </a:lnTo>
                  <a:cubicBezTo>
                    <a:pt x="1677" y="4197"/>
                    <a:pt x="1677" y="4173"/>
                    <a:pt x="1677" y="4149"/>
                  </a:cubicBezTo>
                  <a:cubicBezTo>
                    <a:pt x="1628" y="4100"/>
                    <a:pt x="1604" y="4027"/>
                    <a:pt x="1556" y="3979"/>
                  </a:cubicBezTo>
                  <a:cubicBezTo>
                    <a:pt x="1544" y="3967"/>
                    <a:pt x="1532" y="3963"/>
                    <a:pt x="1520" y="3963"/>
                  </a:cubicBezTo>
                  <a:close/>
                  <a:moveTo>
                    <a:pt x="1722" y="4285"/>
                  </a:moveTo>
                  <a:cubicBezTo>
                    <a:pt x="1716" y="4285"/>
                    <a:pt x="1708" y="4287"/>
                    <a:pt x="1701" y="4295"/>
                  </a:cubicBezTo>
                  <a:cubicBezTo>
                    <a:pt x="1677" y="4295"/>
                    <a:pt x="1653" y="4319"/>
                    <a:pt x="1677" y="4343"/>
                  </a:cubicBezTo>
                  <a:cubicBezTo>
                    <a:pt x="1701" y="4416"/>
                    <a:pt x="1726" y="4465"/>
                    <a:pt x="1726" y="4513"/>
                  </a:cubicBezTo>
                  <a:cubicBezTo>
                    <a:pt x="1726" y="4537"/>
                    <a:pt x="1750" y="4562"/>
                    <a:pt x="1774" y="4562"/>
                  </a:cubicBezTo>
                  <a:cubicBezTo>
                    <a:pt x="1799" y="4562"/>
                    <a:pt x="1823" y="4513"/>
                    <a:pt x="1823" y="4489"/>
                  </a:cubicBezTo>
                  <a:cubicBezTo>
                    <a:pt x="1799" y="4440"/>
                    <a:pt x="1774" y="4367"/>
                    <a:pt x="1750" y="4319"/>
                  </a:cubicBezTo>
                  <a:cubicBezTo>
                    <a:pt x="1750" y="4302"/>
                    <a:pt x="1738" y="4285"/>
                    <a:pt x="1722" y="4285"/>
                  </a:cubicBezTo>
                  <a:close/>
                  <a:moveTo>
                    <a:pt x="1799" y="4635"/>
                  </a:moveTo>
                  <a:cubicBezTo>
                    <a:pt x="1774" y="4659"/>
                    <a:pt x="1750" y="4683"/>
                    <a:pt x="1750" y="4708"/>
                  </a:cubicBezTo>
                  <a:lnTo>
                    <a:pt x="1750" y="4780"/>
                  </a:lnTo>
                  <a:lnTo>
                    <a:pt x="1750" y="4878"/>
                  </a:lnTo>
                  <a:cubicBezTo>
                    <a:pt x="1750" y="4902"/>
                    <a:pt x="1774" y="4926"/>
                    <a:pt x="1799" y="4926"/>
                  </a:cubicBezTo>
                  <a:cubicBezTo>
                    <a:pt x="1823" y="4926"/>
                    <a:pt x="1847" y="4902"/>
                    <a:pt x="1847" y="4878"/>
                  </a:cubicBezTo>
                  <a:lnTo>
                    <a:pt x="1847" y="4780"/>
                  </a:lnTo>
                  <a:lnTo>
                    <a:pt x="1847" y="4683"/>
                  </a:lnTo>
                  <a:cubicBezTo>
                    <a:pt x="1847" y="4659"/>
                    <a:pt x="1823" y="4635"/>
                    <a:pt x="1799" y="4635"/>
                  </a:cubicBezTo>
                  <a:close/>
                  <a:moveTo>
                    <a:pt x="1799" y="5023"/>
                  </a:moveTo>
                  <a:cubicBezTo>
                    <a:pt x="1774" y="5023"/>
                    <a:pt x="1750" y="5023"/>
                    <a:pt x="1750" y="5048"/>
                  </a:cubicBezTo>
                  <a:cubicBezTo>
                    <a:pt x="1726" y="5096"/>
                    <a:pt x="1726" y="5145"/>
                    <a:pt x="1726" y="5169"/>
                  </a:cubicBezTo>
                  <a:cubicBezTo>
                    <a:pt x="1701" y="5193"/>
                    <a:pt x="1726" y="5218"/>
                    <a:pt x="1750" y="5242"/>
                  </a:cubicBezTo>
                  <a:cubicBezTo>
                    <a:pt x="1774" y="5242"/>
                    <a:pt x="1799" y="5218"/>
                    <a:pt x="1799" y="5193"/>
                  </a:cubicBezTo>
                  <a:cubicBezTo>
                    <a:pt x="1823" y="5169"/>
                    <a:pt x="1823" y="5121"/>
                    <a:pt x="1823" y="5072"/>
                  </a:cubicBezTo>
                  <a:cubicBezTo>
                    <a:pt x="1847" y="5048"/>
                    <a:pt x="1823" y="5023"/>
                    <a:pt x="1799" y="5023"/>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89" name="Google Shape;489;p30"/>
          <p:cNvGrpSpPr/>
          <p:nvPr/>
        </p:nvGrpSpPr>
        <p:grpSpPr>
          <a:xfrm>
            <a:off x="875207" y="3470549"/>
            <a:ext cx="1020386" cy="1732392"/>
            <a:chOff x="-1056319" y="1385262"/>
            <a:chExt cx="212940" cy="361495"/>
          </a:xfrm>
        </p:grpSpPr>
        <p:sp>
          <p:nvSpPr>
            <p:cNvPr id="490" name="Google Shape;490;p30"/>
            <p:cNvSpPr/>
            <p:nvPr/>
          </p:nvSpPr>
          <p:spPr>
            <a:xfrm>
              <a:off x="-933315" y="1467563"/>
              <a:ext cx="27460" cy="279194"/>
            </a:xfrm>
            <a:custGeom>
              <a:avLst/>
              <a:gdLst/>
              <a:ahLst/>
              <a:cxnLst/>
              <a:rect l="l" t="t" r="r" b="b"/>
              <a:pathLst>
                <a:path w="705" h="7168" extrusionOk="0">
                  <a:moveTo>
                    <a:pt x="680" y="1"/>
                  </a:moveTo>
                  <a:cubicBezTo>
                    <a:pt x="656" y="1"/>
                    <a:pt x="632" y="25"/>
                    <a:pt x="632" y="50"/>
                  </a:cubicBezTo>
                  <a:cubicBezTo>
                    <a:pt x="608" y="292"/>
                    <a:pt x="0" y="6123"/>
                    <a:pt x="170" y="7119"/>
                  </a:cubicBezTo>
                  <a:cubicBezTo>
                    <a:pt x="170" y="7143"/>
                    <a:pt x="170" y="7167"/>
                    <a:pt x="195" y="7167"/>
                  </a:cubicBezTo>
                  <a:lnTo>
                    <a:pt x="219" y="7167"/>
                  </a:lnTo>
                  <a:cubicBezTo>
                    <a:pt x="243" y="7143"/>
                    <a:pt x="243" y="7119"/>
                    <a:pt x="243" y="7094"/>
                  </a:cubicBezTo>
                  <a:cubicBezTo>
                    <a:pt x="97" y="6123"/>
                    <a:pt x="705" y="122"/>
                    <a:pt x="705" y="74"/>
                  </a:cubicBezTo>
                  <a:cubicBezTo>
                    <a:pt x="705" y="25"/>
                    <a:pt x="705" y="25"/>
                    <a:pt x="6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30"/>
            <p:cNvSpPr/>
            <p:nvPr/>
          </p:nvSpPr>
          <p:spPr>
            <a:xfrm>
              <a:off x="-968331" y="1385262"/>
              <a:ext cx="124952" cy="123978"/>
            </a:xfrm>
            <a:custGeom>
              <a:avLst/>
              <a:gdLst/>
              <a:ahLst/>
              <a:cxnLst/>
              <a:rect l="l" t="t" r="r" b="b"/>
              <a:pathLst>
                <a:path w="3208" h="3183" extrusionOk="0">
                  <a:moveTo>
                    <a:pt x="1555" y="98"/>
                  </a:moveTo>
                  <a:cubicBezTo>
                    <a:pt x="1871" y="171"/>
                    <a:pt x="1871" y="705"/>
                    <a:pt x="1871" y="705"/>
                  </a:cubicBezTo>
                  <a:cubicBezTo>
                    <a:pt x="1871" y="729"/>
                    <a:pt x="1895" y="754"/>
                    <a:pt x="1920" y="754"/>
                  </a:cubicBezTo>
                  <a:cubicBezTo>
                    <a:pt x="1944" y="754"/>
                    <a:pt x="1968" y="754"/>
                    <a:pt x="1968" y="729"/>
                  </a:cubicBezTo>
                  <a:cubicBezTo>
                    <a:pt x="2065" y="535"/>
                    <a:pt x="2260" y="243"/>
                    <a:pt x="2381" y="243"/>
                  </a:cubicBezTo>
                  <a:cubicBezTo>
                    <a:pt x="2405" y="243"/>
                    <a:pt x="2430" y="243"/>
                    <a:pt x="2430" y="268"/>
                  </a:cubicBezTo>
                  <a:cubicBezTo>
                    <a:pt x="2600" y="389"/>
                    <a:pt x="2478" y="802"/>
                    <a:pt x="2405" y="948"/>
                  </a:cubicBezTo>
                  <a:cubicBezTo>
                    <a:pt x="2386" y="988"/>
                    <a:pt x="2414" y="1027"/>
                    <a:pt x="2452" y="1027"/>
                  </a:cubicBezTo>
                  <a:cubicBezTo>
                    <a:pt x="2460" y="1027"/>
                    <a:pt x="2469" y="1025"/>
                    <a:pt x="2478" y="1021"/>
                  </a:cubicBezTo>
                  <a:cubicBezTo>
                    <a:pt x="2600" y="972"/>
                    <a:pt x="2745" y="924"/>
                    <a:pt x="2891" y="924"/>
                  </a:cubicBezTo>
                  <a:cubicBezTo>
                    <a:pt x="2940" y="924"/>
                    <a:pt x="3013" y="924"/>
                    <a:pt x="3061" y="972"/>
                  </a:cubicBezTo>
                  <a:cubicBezTo>
                    <a:pt x="3061" y="972"/>
                    <a:pt x="3061" y="996"/>
                    <a:pt x="3061" y="996"/>
                  </a:cubicBezTo>
                  <a:cubicBezTo>
                    <a:pt x="3037" y="1142"/>
                    <a:pt x="2745" y="1409"/>
                    <a:pt x="2551" y="1580"/>
                  </a:cubicBezTo>
                  <a:cubicBezTo>
                    <a:pt x="2527" y="1580"/>
                    <a:pt x="2527" y="1604"/>
                    <a:pt x="2527" y="1628"/>
                  </a:cubicBezTo>
                  <a:cubicBezTo>
                    <a:pt x="2551" y="1628"/>
                    <a:pt x="2551" y="1652"/>
                    <a:pt x="2575" y="1652"/>
                  </a:cubicBezTo>
                  <a:cubicBezTo>
                    <a:pt x="2721" y="1652"/>
                    <a:pt x="3134" y="1725"/>
                    <a:pt x="3134" y="1920"/>
                  </a:cubicBezTo>
                  <a:cubicBezTo>
                    <a:pt x="3134" y="2114"/>
                    <a:pt x="2624" y="2163"/>
                    <a:pt x="2430" y="2163"/>
                  </a:cubicBezTo>
                  <a:cubicBezTo>
                    <a:pt x="2430" y="2163"/>
                    <a:pt x="2405" y="2163"/>
                    <a:pt x="2405" y="2187"/>
                  </a:cubicBezTo>
                  <a:cubicBezTo>
                    <a:pt x="2381" y="2211"/>
                    <a:pt x="2381" y="2211"/>
                    <a:pt x="2405" y="2235"/>
                  </a:cubicBezTo>
                  <a:cubicBezTo>
                    <a:pt x="2405" y="2235"/>
                    <a:pt x="2697" y="2551"/>
                    <a:pt x="2527" y="2794"/>
                  </a:cubicBezTo>
                  <a:cubicBezTo>
                    <a:pt x="2503" y="2818"/>
                    <a:pt x="2454" y="2843"/>
                    <a:pt x="2430" y="2843"/>
                  </a:cubicBezTo>
                  <a:cubicBezTo>
                    <a:pt x="2260" y="2843"/>
                    <a:pt x="1992" y="2503"/>
                    <a:pt x="1895" y="2381"/>
                  </a:cubicBezTo>
                  <a:cubicBezTo>
                    <a:pt x="1883" y="2369"/>
                    <a:pt x="1871" y="2363"/>
                    <a:pt x="1862" y="2363"/>
                  </a:cubicBezTo>
                  <a:cubicBezTo>
                    <a:pt x="1853" y="2363"/>
                    <a:pt x="1847" y="2369"/>
                    <a:pt x="1847" y="2381"/>
                  </a:cubicBezTo>
                  <a:cubicBezTo>
                    <a:pt x="1822" y="2381"/>
                    <a:pt x="1798" y="2405"/>
                    <a:pt x="1798" y="2430"/>
                  </a:cubicBezTo>
                  <a:cubicBezTo>
                    <a:pt x="1798" y="2430"/>
                    <a:pt x="1871" y="2964"/>
                    <a:pt x="1579" y="3086"/>
                  </a:cubicBezTo>
                  <a:lnTo>
                    <a:pt x="1507" y="3086"/>
                  </a:lnTo>
                  <a:cubicBezTo>
                    <a:pt x="1312" y="3086"/>
                    <a:pt x="1215" y="2624"/>
                    <a:pt x="1215" y="2454"/>
                  </a:cubicBezTo>
                  <a:cubicBezTo>
                    <a:pt x="1215" y="2430"/>
                    <a:pt x="1191" y="2430"/>
                    <a:pt x="1166" y="2430"/>
                  </a:cubicBezTo>
                  <a:cubicBezTo>
                    <a:pt x="1166" y="2430"/>
                    <a:pt x="1166" y="2454"/>
                    <a:pt x="1166" y="2454"/>
                  </a:cubicBezTo>
                  <a:cubicBezTo>
                    <a:pt x="1045" y="2551"/>
                    <a:pt x="899" y="2624"/>
                    <a:pt x="754" y="2624"/>
                  </a:cubicBezTo>
                  <a:cubicBezTo>
                    <a:pt x="656" y="2624"/>
                    <a:pt x="583" y="2600"/>
                    <a:pt x="511" y="2575"/>
                  </a:cubicBezTo>
                  <a:cubicBezTo>
                    <a:pt x="462" y="2551"/>
                    <a:pt x="413" y="2503"/>
                    <a:pt x="413" y="2454"/>
                  </a:cubicBezTo>
                  <a:cubicBezTo>
                    <a:pt x="389" y="2235"/>
                    <a:pt x="729" y="1871"/>
                    <a:pt x="875" y="1725"/>
                  </a:cubicBezTo>
                  <a:cubicBezTo>
                    <a:pt x="875" y="1701"/>
                    <a:pt x="875" y="1701"/>
                    <a:pt x="875" y="1677"/>
                  </a:cubicBezTo>
                  <a:cubicBezTo>
                    <a:pt x="851" y="1652"/>
                    <a:pt x="826" y="1652"/>
                    <a:pt x="826" y="1652"/>
                  </a:cubicBezTo>
                  <a:lnTo>
                    <a:pt x="705" y="1652"/>
                  </a:lnTo>
                  <a:cubicBezTo>
                    <a:pt x="535" y="1652"/>
                    <a:pt x="195" y="1628"/>
                    <a:pt x="146" y="1409"/>
                  </a:cubicBezTo>
                  <a:cubicBezTo>
                    <a:pt x="122" y="1385"/>
                    <a:pt x="122" y="1361"/>
                    <a:pt x="146" y="1337"/>
                  </a:cubicBezTo>
                  <a:cubicBezTo>
                    <a:pt x="219" y="1215"/>
                    <a:pt x="559" y="1191"/>
                    <a:pt x="826" y="1191"/>
                  </a:cubicBezTo>
                  <a:lnTo>
                    <a:pt x="851" y="1191"/>
                  </a:lnTo>
                  <a:cubicBezTo>
                    <a:pt x="899" y="1167"/>
                    <a:pt x="924" y="1118"/>
                    <a:pt x="875" y="1094"/>
                  </a:cubicBezTo>
                  <a:cubicBezTo>
                    <a:pt x="778" y="1021"/>
                    <a:pt x="511" y="778"/>
                    <a:pt x="511" y="608"/>
                  </a:cubicBezTo>
                  <a:cubicBezTo>
                    <a:pt x="511" y="559"/>
                    <a:pt x="511" y="535"/>
                    <a:pt x="535" y="511"/>
                  </a:cubicBezTo>
                  <a:cubicBezTo>
                    <a:pt x="583" y="486"/>
                    <a:pt x="608" y="462"/>
                    <a:pt x="656" y="462"/>
                  </a:cubicBezTo>
                  <a:cubicBezTo>
                    <a:pt x="899" y="511"/>
                    <a:pt x="1118" y="632"/>
                    <a:pt x="1312" y="778"/>
                  </a:cubicBezTo>
                  <a:lnTo>
                    <a:pt x="1361" y="778"/>
                  </a:lnTo>
                  <a:cubicBezTo>
                    <a:pt x="1385" y="754"/>
                    <a:pt x="1385" y="754"/>
                    <a:pt x="1385" y="729"/>
                  </a:cubicBezTo>
                  <a:cubicBezTo>
                    <a:pt x="1361" y="608"/>
                    <a:pt x="1337" y="268"/>
                    <a:pt x="1434" y="146"/>
                  </a:cubicBezTo>
                  <a:cubicBezTo>
                    <a:pt x="1458" y="98"/>
                    <a:pt x="1507" y="98"/>
                    <a:pt x="1555" y="98"/>
                  </a:cubicBezTo>
                  <a:close/>
                  <a:moveTo>
                    <a:pt x="1531" y="1"/>
                  </a:moveTo>
                  <a:cubicBezTo>
                    <a:pt x="1458" y="1"/>
                    <a:pt x="1385" y="25"/>
                    <a:pt x="1337" y="73"/>
                  </a:cubicBezTo>
                  <a:cubicBezTo>
                    <a:pt x="1239" y="243"/>
                    <a:pt x="1215" y="438"/>
                    <a:pt x="1239" y="632"/>
                  </a:cubicBezTo>
                  <a:cubicBezTo>
                    <a:pt x="1069" y="486"/>
                    <a:pt x="875" y="389"/>
                    <a:pt x="632" y="365"/>
                  </a:cubicBezTo>
                  <a:cubicBezTo>
                    <a:pt x="583" y="365"/>
                    <a:pt x="511" y="389"/>
                    <a:pt x="462" y="413"/>
                  </a:cubicBezTo>
                  <a:cubicBezTo>
                    <a:pt x="413" y="462"/>
                    <a:pt x="389" y="535"/>
                    <a:pt x="389" y="584"/>
                  </a:cubicBezTo>
                  <a:cubicBezTo>
                    <a:pt x="438" y="778"/>
                    <a:pt x="559" y="948"/>
                    <a:pt x="705" y="1069"/>
                  </a:cubicBezTo>
                  <a:cubicBezTo>
                    <a:pt x="511" y="1069"/>
                    <a:pt x="171" y="1118"/>
                    <a:pt x="49" y="1264"/>
                  </a:cubicBezTo>
                  <a:cubicBezTo>
                    <a:pt x="0" y="1312"/>
                    <a:pt x="0" y="1361"/>
                    <a:pt x="0" y="1434"/>
                  </a:cubicBezTo>
                  <a:cubicBezTo>
                    <a:pt x="73" y="1701"/>
                    <a:pt x="462" y="1725"/>
                    <a:pt x="681" y="1725"/>
                  </a:cubicBezTo>
                  <a:cubicBezTo>
                    <a:pt x="511" y="1895"/>
                    <a:pt x="243" y="2211"/>
                    <a:pt x="268" y="2454"/>
                  </a:cubicBezTo>
                  <a:cubicBezTo>
                    <a:pt x="292" y="2527"/>
                    <a:pt x="341" y="2600"/>
                    <a:pt x="413" y="2624"/>
                  </a:cubicBezTo>
                  <a:cubicBezTo>
                    <a:pt x="511" y="2673"/>
                    <a:pt x="608" y="2697"/>
                    <a:pt x="705" y="2697"/>
                  </a:cubicBezTo>
                  <a:cubicBezTo>
                    <a:pt x="851" y="2697"/>
                    <a:pt x="996" y="2648"/>
                    <a:pt x="1118" y="2551"/>
                  </a:cubicBezTo>
                  <a:cubicBezTo>
                    <a:pt x="1166" y="2746"/>
                    <a:pt x="1264" y="3183"/>
                    <a:pt x="1507" y="3183"/>
                  </a:cubicBezTo>
                  <a:cubicBezTo>
                    <a:pt x="1531" y="3183"/>
                    <a:pt x="1579" y="3183"/>
                    <a:pt x="1604" y="3159"/>
                  </a:cubicBezTo>
                  <a:cubicBezTo>
                    <a:pt x="1822" y="3037"/>
                    <a:pt x="1944" y="2794"/>
                    <a:pt x="1895" y="2551"/>
                  </a:cubicBezTo>
                  <a:lnTo>
                    <a:pt x="1895" y="2551"/>
                  </a:lnTo>
                  <a:cubicBezTo>
                    <a:pt x="2041" y="2721"/>
                    <a:pt x="2260" y="2940"/>
                    <a:pt x="2430" y="2940"/>
                  </a:cubicBezTo>
                  <a:cubicBezTo>
                    <a:pt x="2503" y="2940"/>
                    <a:pt x="2551" y="2916"/>
                    <a:pt x="2600" y="2867"/>
                  </a:cubicBezTo>
                  <a:cubicBezTo>
                    <a:pt x="2697" y="2648"/>
                    <a:pt x="2673" y="2405"/>
                    <a:pt x="2527" y="2260"/>
                  </a:cubicBezTo>
                  <a:cubicBezTo>
                    <a:pt x="2745" y="2235"/>
                    <a:pt x="3207" y="2163"/>
                    <a:pt x="3207" y="1920"/>
                  </a:cubicBezTo>
                  <a:cubicBezTo>
                    <a:pt x="3207" y="1677"/>
                    <a:pt x="2867" y="1604"/>
                    <a:pt x="2673" y="1580"/>
                  </a:cubicBezTo>
                  <a:cubicBezTo>
                    <a:pt x="2818" y="1434"/>
                    <a:pt x="3134" y="1191"/>
                    <a:pt x="3134" y="1021"/>
                  </a:cubicBezTo>
                  <a:cubicBezTo>
                    <a:pt x="3134" y="972"/>
                    <a:pt x="3110" y="948"/>
                    <a:pt x="3086" y="899"/>
                  </a:cubicBezTo>
                  <a:cubicBezTo>
                    <a:pt x="3037" y="851"/>
                    <a:pt x="2940" y="826"/>
                    <a:pt x="2867" y="826"/>
                  </a:cubicBezTo>
                  <a:cubicBezTo>
                    <a:pt x="2745" y="826"/>
                    <a:pt x="2624" y="851"/>
                    <a:pt x="2503" y="899"/>
                  </a:cubicBezTo>
                  <a:cubicBezTo>
                    <a:pt x="2551" y="729"/>
                    <a:pt x="2648" y="341"/>
                    <a:pt x="2478" y="195"/>
                  </a:cubicBezTo>
                  <a:cubicBezTo>
                    <a:pt x="2430" y="171"/>
                    <a:pt x="2405" y="146"/>
                    <a:pt x="2357" y="146"/>
                  </a:cubicBezTo>
                  <a:cubicBezTo>
                    <a:pt x="2187" y="146"/>
                    <a:pt x="2017" y="389"/>
                    <a:pt x="1920" y="559"/>
                  </a:cubicBezTo>
                  <a:cubicBezTo>
                    <a:pt x="1895" y="365"/>
                    <a:pt x="1798" y="73"/>
                    <a:pt x="15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30"/>
            <p:cNvSpPr/>
            <p:nvPr/>
          </p:nvSpPr>
          <p:spPr>
            <a:xfrm>
              <a:off x="-990104" y="1535297"/>
              <a:ext cx="60606" cy="203864"/>
            </a:xfrm>
            <a:custGeom>
              <a:avLst/>
              <a:gdLst/>
              <a:ahLst/>
              <a:cxnLst/>
              <a:rect l="l" t="t" r="r" b="b"/>
              <a:pathLst>
                <a:path w="1556" h="5234" extrusionOk="0">
                  <a:moveTo>
                    <a:pt x="70" y="1"/>
                  </a:moveTo>
                  <a:cubicBezTo>
                    <a:pt x="64" y="1"/>
                    <a:pt x="56" y="4"/>
                    <a:pt x="49" y="11"/>
                  </a:cubicBezTo>
                  <a:cubicBezTo>
                    <a:pt x="25" y="11"/>
                    <a:pt x="1" y="35"/>
                    <a:pt x="25" y="60"/>
                  </a:cubicBezTo>
                  <a:cubicBezTo>
                    <a:pt x="49" y="108"/>
                    <a:pt x="1458" y="3290"/>
                    <a:pt x="948" y="5185"/>
                  </a:cubicBezTo>
                  <a:cubicBezTo>
                    <a:pt x="948" y="5210"/>
                    <a:pt x="948" y="5234"/>
                    <a:pt x="972" y="5234"/>
                  </a:cubicBezTo>
                  <a:cubicBezTo>
                    <a:pt x="1021" y="5234"/>
                    <a:pt x="1045" y="5234"/>
                    <a:pt x="1045" y="5185"/>
                  </a:cubicBezTo>
                  <a:cubicBezTo>
                    <a:pt x="1555" y="3290"/>
                    <a:pt x="122" y="60"/>
                    <a:pt x="98" y="35"/>
                  </a:cubicBezTo>
                  <a:cubicBezTo>
                    <a:pt x="98" y="18"/>
                    <a:pt x="86" y="1"/>
                    <a:pt x="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30"/>
            <p:cNvSpPr/>
            <p:nvPr/>
          </p:nvSpPr>
          <p:spPr>
            <a:xfrm>
              <a:off x="-1056319" y="1471965"/>
              <a:ext cx="125886" cy="123394"/>
            </a:xfrm>
            <a:custGeom>
              <a:avLst/>
              <a:gdLst/>
              <a:ahLst/>
              <a:cxnLst/>
              <a:rect l="l" t="t" r="r" b="b"/>
              <a:pathLst>
                <a:path w="3232" h="3168" extrusionOk="0">
                  <a:moveTo>
                    <a:pt x="1513" y="97"/>
                  </a:moveTo>
                  <a:cubicBezTo>
                    <a:pt x="1527" y="97"/>
                    <a:pt x="1541" y="99"/>
                    <a:pt x="1555" y="107"/>
                  </a:cubicBezTo>
                  <a:cubicBezTo>
                    <a:pt x="1871" y="155"/>
                    <a:pt x="1895" y="714"/>
                    <a:pt x="1895" y="714"/>
                  </a:cubicBezTo>
                  <a:cubicBezTo>
                    <a:pt x="1895" y="738"/>
                    <a:pt x="1895" y="738"/>
                    <a:pt x="1919" y="738"/>
                  </a:cubicBezTo>
                  <a:cubicBezTo>
                    <a:pt x="1926" y="745"/>
                    <a:pt x="1934" y="748"/>
                    <a:pt x="1940" y="748"/>
                  </a:cubicBezTo>
                  <a:cubicBezTo>
                    <a:pt x="1956" y="748"/>
                    <a:pt x="1968" y="731"/>
                    <a:pt x="1968" y="714"/>
                  </a:cubicBezTo>
                  <a:cubicBezTo>
                    <a:pt x="2065" y="544"/>
                    <a:pt x="2259" y="228"/>
                    <a:pt x="2381" y="228"/>
                  </a:cubicBezTo>
                  <a:cubicBezTo>
                    <a:pt x="2405" y="228"/>
                    <a:pt x="2430" y="252"/>
                    <a:pt x="2454" y="252"/>
                  </a:cubicBezTo>
                  <a:cubicBezTo>
                    <a:pt x="2600" y="398"/>
                    <a:pt x="2478" y="811"/>
                    <a:pt x="2430" y="957"/>
                  </a:cubicBezTo>
                  <a:cubicBezTo>
                    <a:pt x="2405" y="957"/>
                    <a:pt x="2405" y="981"/>
                    <a:pt x="2430" y="1005"/>
                  </a:cubicBezTo>
                  <a:lnTo>
                    <a:pt x="2478" y="1005"/>
                  </a:lnTo>
                  <a:cubicBezTo>
                    <a:pt x="2600" y="933"/>
                    <a:pt x="2745" y="908"/>
                    <a:pt x="2891" y="908"/>
                  </a:cubicBezTo>
                  <a:cubicBezTo>
                    <a:pt x="2940" y="908"/>
                    <a:pt x="3013" y="908"/>
                    <a:pt x="3061" y="957"/>
                  </a:cubicBezTo>
                  <a:cubicBezTo>
                    <a:pt x="3061" y="957"/>
                    <a:pt x="3061" y="981"/>
                    <a:pt x="3061" y="981"/>
                  </a:cubicBezTo>
                  <a:cubicBezTo>
                    <a:pt x="3037" y="1127"/>
                    <a:pt x="2745" y="1394"/>
                    <a:pt x="2551" y="1540"/>
                  </a:cubicBezTo>
                  <a:cubicBezTo>
                    <a:pt x="2551" y="1564"/>
                    <a:pt x="2527" y="1588"/>
                    <a:pt x="2527" y="1588"/>
                  </a:cubicBezTo>
                  <a:cubicBezTo>
                    <a:pt x="2551" y="1613"/>
                    <a:pt x="2551" y="1637"/>
                    <a:pt x="2575" y="1637"/>
                  </a:cubicBezTo>
                  <a:cubicBezTo>
                    <a:pt x="2575" y="1637"/>
                    <a:pt x="3134" y="1710"/>
                    <a:pt x="3134" y="1904"/>
                  </a:cubicBezTo>
                  <a:cubicBezTo>
                    <a:pt x="3134" y="2099"/>
                    <a:pt x="2624" y="2147"/>
                    <a:pt x="2454" y="2147"/>
                  </a:cubicBezTo>
                  <a:cubicBezTo>
                    <a:pt x="2430" y="2147"/>
                    <a:pt x="2405" y="2147"/>
                    <a:pt x="2405" y="2171"/>
                  </a:cubicBezTo>
                  <a:cubicBezTo>
                    <a:pt x="2381" y="2171"/>
                    <a:pt x="2381" y="2196"/>
                    <a:pt x="2405" y="2220"/>
                  </a:cubicBezTo>
                  <a:cubicBezTo>
                    <a:pt x="2405" y="2220"/>
                    <a:pt x="2697" y="2536"/>
                    <a:pt x="2527" y="2779"/>
                  </a:cubicBezTo>
                  <a:cubicBezTo>
                    <a:pt x="2502" y="2803"/>
                    <a:pt x="2478" y="2827"/>
                    <a:pt x="2430" y="2827"/>
                  </a:cubicBezTo>
                  <a:cubicBezTo>
                    <a:pt x="2259" y="2827"/>
                    <a:pt x="1992" y="2487"/>
                    <a:pt x="1895" y="2341"/>
                  </a:cubicBezTo>
                  <a:cubicBezTo>
                    <a:pt x="1895" y="2341"/>
                    <a:pt x="1884" y="2331"/>
                    <a:pt x="1870" y="2331"/>
                  </a:cubicBezTo>
                  <a:cubicBezTo>
                    <a:pt x="1863" y="2331"/>
                    <a:pt x="1855" y="2333"/>
                    <a:pt x="1846" y="2341"/>
                  </a:cubicBezTo>
                  <a:cubicBezTo>
                    <a:pt x="1822" y="2341"/>
                    <a:pt x="1822" y="2366"/>
                    <a:pt x="1822" y="2390"/>
                  </a:cubicBezTo>
                  <a:cubicBezTo>
                    <a:pt x="1822" y="2390"/>
                    <a:pt x="1895" y="2924"/>
                    <a:pt x="1579" y="3046"/>
                  </a:cubicBezTo>
                  <a:lnTo>
                    <a:pt x="1531" y="3046"/>
                  </a:lnTo>
                  <a:cubicBezTo>
                    <a:pt x="1336" y="3046"/>
                    <a:pt x="1239" y="2609"/>
                    <a:pt x="1215" y="2439"/>
                  </a:cubicBezTo>
                  <a:cubicBezTo>
                    <a:pt x="1215" y="2414"/>
                    <a:pt x="1191" y="2414"/>
                    <a:pt x="1191" y="2414"/>
                  </a:cubicBezTo>
                  <a:lnTo>
                    <a:pt x="1142" y="2414"/>
                  </a:lnTo>
                  <a:cubicBezTo>
                    <a:pt x="1021" y="2512"/>
                    <a:pt x="875" y="2584"/>
                    <a:pt x="705" y="2584"/>
                  </a:cubicBezTo>
                  <a:cubicBezTo>
                    <a:pt x="632" y="2584"/>
                    <a:pt x="535" y="2560"/>
                    <a:pt x="462" y="2536"/>
                  </a:cubicBezTo>
                  <a:cubicBezTo>
                    <a:pt x="413" y="2512"/>
                    <a:pt x="389" y="2463"/>
                    <a:pt x="365" y="2414"/>
                  </a:cubicBezTo>
                  <a:cubicBezTo>
                    <a:pt x="340" y="2220"/>
                    <a:pt x="705" y="1831"/>
                    <a:pt x="826" y="1686"/>
                  </a:cubicBezTo>
                  <a:cubicBezTo>
                    <a:pt x="851" y="1661"/>
                    <a:pt x="826" y="1613"/>
                    <a:pt x="802" y="1613"/>
                  </a:cubicBezTo>
                  <a:lnTo>
                    <a:pt x="656" y="1613"/>
                  </a:lnTo>
                  <a:cubicBezTo>
                    <a:pt x="510" y="1613"/>
                    <a:pt x="170" y="1588"/>
                    <a:pt x="122" y="1394"/>
                  </a:cubicBezTo>
                  <a:cubicBezTo>
                    <a:pt x="122" y="1370"/>
                    <a:pt x="122" y="1345"/>
                    <a:pt x="146" y="1321"/>
                  </a:cubicBezTo>
                  <a:cubicBezTo>
                    <a:pt x="219" y="1200"/>
                    <a:pt x="559" y="1175"/>
                    <a:pt x="826" y="1175"/>
                  </a:cubicBezTo>
                  <a:lnTo>
                    <a:pt x="875" y="1175"/>
                  </a:lnTo>
                  <a:cubicBezTo>
                    <a:pt x="875" y="1175"/>
                    <a:pt x="899" y="1151"/>
                    <a:pt x="923" y="1151"/>
                  </a:cubicBezTo>
                  <a:cubicBezTo>
                    <a:pt x="923" y="1127"/>
                    <a:pt x="899" y="1103"/>
                    <a:pt x="899" y="1078"/>
                  </a:cubicBezTo>
                  <a:cubicBezTo>
                    <a:pt x="802" y="1005"/>
                    <a:pt x="510" y="762"/>
                    <a:pt x="510" y="592"/>
                  </a:cubicBezTo>
                  <a:cubicBezTo>
                    <a:pt x="510" y="568"/>
                    <a:pt x="535" y="520"/>
                    <a:pt x="559" y="495"/>
                  </a:cubicBezTo>
                  <a:cubicBezTo>
                    <a:pt x="583" y="471"/>
                    <a:pt x="632" y="471"/>
                    <a:pt x="680" y="471"/>
                  </a:cubicBezTo>
                  <a:cubicBezTo>
                    <a:pt x="899" y="520"/>
                    <a:pt x="1142" y="617"/>
                    <a:pt x="1312" y="762"/>
                  </a:cubicBezTo>
                  <a:cubicBezTo>
                    <a:pt x="1324" y="775"/>
                    <a:pt x="1336" y="781"/>
                    <a:pt x="1345" y="781"/>
                  </a:cubicBezTo>
                  <a:cubicBezTo>
                    <a:pt x="1355" y="781"/>
                    <a:pt x="1361" y="775"/>
                    <a:pt x="1361" y="762"/>
                  </a:cubicBezTo>
                  <a:cubicBezTo>
                    <a:pt x="1385" y="762"/>
                    <a:pt x="1409" y="738"/>
                    <a:pt x="1385" y="714"/>
                  </a:cubicBezTo>
                  <a:cubicBezTo>
                    <a:pt x="1361" y="592"/>
                    <a:pt x="1336" y="252"/>
                    <a:pt x="1434" y="131"/>
                  </a:cubicBezTo>
                  <a:cubicBezTo>
                    <a:pt x="1451" y="114"/>
                    <a:pt x="1480" y="97"/>
                    <a:pt x="1513" y="97"/>
                  </a:cubicBezTo>
                  <a:close/>
                  <a:moveTo>
                    <a:pt x="1497" y="0"/>
                  </a:moveTo>
                  <a:cubicBezTo>
                    <a:pt x="1437" y="0"/>
                    <a:pt x="1373" y="28"/>
                    <a:pt x="1336" y="82"/>
                  </a:cubicBezTo>
                  <a:cubicBezTo>
                    <a:pt x="1263" y="252"/>
                    <a:pt x="1215" y="447"/>
                    <a:pt x="1263" y="617"/>
                  </a:cubicBezTo>
                  <a:cubicBezTo>
                    <a:pt x="1093" y="471"/>
                    <a:pt x="875" y="398"/>
                    <a:pt x="656" y="349"/>
                  </a:cubicBezTo>
                  <a:cubicBezTo>
                    <a:pt x="583" y="349"/>
                    <a:pt x="535" y="374"/>
                    <a:pt x="462" y="422"/>
                  </a:cubicBezTo>
                  <a:cubicBezTo>
                    <a:pt x="413" y="447"/>
                    <a:pt x="389" y="520"/>
                    <a:pt x="389" y="568"/>
                  </a:cubicBezTo>
                  <a:cubicBezTo>
                    <a:pt x="413" y="762"/>
                    <a:pt x="608" y="957"/>
                    <a:pt x="729" y="1054"/>
                  </a:cubicBezTo>
                  <a:cubicBezTo>
                    <a:pt x="510" y="1078"/>
                    <a:pt x="170" y="1103"/>
                    <a:pt x="49" y="1248"/>
                  </a:cubicBezTo>
                  <a:cubicBezTo>
                    <a:pt x="25" y="1297"/>
                    <a:pt x="0" y="1370"/>
                    <a:pt x="25" y="1418"/>
                  </a:cubicBezTo>
                  <a:cubicBezTo>
                    <a:pt x="73" y="1686"/>
                    <a:pt x="462" y="1710"/>
                    <a:pt x="680" y="1710"/>
                  </a:cubicBezTo>
                  <a:cubicBezTo>
                    <a:pt x="535" y="1880"/>
                    <a:pt x="243" y="2220"/>
                    <a:pt x="292" y="2439"/>
                  </a:cubicBezTo>
                  <a:cubicBezTo>
                    <a:pt x="292" y="2536"/>
                    <a:pt x="340" y="2584"/>
                    <a:pt x="438" y="2633"/>
                  </a:cubicBezTo>
                  <a:cubicBezTo>
                    <a:pt x="510" y="2682"/>
                    <a:pt x="608" y="2706"/>
                    <a:pt x="705" y="2706"/>
                  </a:cubicBezTo>
                  <a:cubicBezTo>
                    <a:pt x="875" y="2682"/>
                    <a:pt x="1021" y="2633"/>
                    <a:pt x="1142" y="2560"/>
                  </a:cubicBezTo>
                  <a:cubicBezTo>
                    <a:pt x="1166" y="2730"/>
                    <a:pt x="1263" y="3167"/>
                    <a:pt x="1531" y="3167"/>
                  </a:cubicBezTo>
                  <a:lnTo>
                    <a:pt x="1628" y="3167"/>
                  </a:lnTo>
                  <a:cubicBezTo>
                    <a:pt x="1822" y="3046"/>
                    <a:pt x="1944" y="2803"/>
                    <a:pt x="1919" y="2560"/>
                  </a:cubicBezTo>
                  <a:lnTo>
                    <a:pt x="1919" y="2560"/>
                  </a:lnTo>
                  <a:cubicBezTo>
                    <a:pt x="2041" y="2706"/>
                    <a:pt x="2259" y="2949"/>
                    <a:pt x="2454" y="2949"/>
                  </a:cubicBezTo>
                  <a:cubicBezTo>
                    <a:pt x="2502" y="2949"/>
                    <a:pt x="2575" y="2900"/>
                    <a:pt x="2600" y="2852"/>
                  </a:cubicBezTo>
                  <a:cubicBezTo>
                    <a:pt x="2721" y="2657"/>
                    <a:pt x="2697" y="2414"/>
                    <a:pt x="2551" y="2244"/>
                  </a:cubicBezTo>
                  <a:cubicBezTo>
                    <a:pt x="2745" y="2220"/>
                    <a:pt x="3231" y="2147"/>
                    <a:pt x="3231" y="1904"/>
                  </a:cubicBezTo>
                  <a:cubicBezTo>
                    <a:pt x="3231" y="1661"/>
                    <a:pt x="2891" y="1588"/>
                    <a:pt x="2697" y="1564"/>
                  </a:cubicBezTo>
                  <a:cubicBezTo>
                    <a:pt x="2842" y="1443"/>
                    <a:pt x="3134" y="1175"/>
                    <a:pt x="3134" y="1005"/>
                  </a:cubicBezTo>
                  <a:cubicBezTo>
                    <a:pt x="3134" y="981"/>
                    <a:pt x="3134" y="933"/>
                    <a:pt x="3110" y="908"/>
                  </a:cubicBezTo>
                  <a:cubicBezTo>
                    <a:pt x="3055" y="854"/>
                    <a:pt x="3000" y="826"/>
                    <a:pt x="2935" y="826"/>
                  </a:cubicBezTo>
                  <a:cubicBezTo>
                    <a:pt x="2914" y="826"/>
                    <a:pt x="2891" y="829"/>
                    <a:pt x="2867" y="835"/>
                  </a:cubicBezTo>
                  <a:cubicBezTo>
                    <a:pt x="2745" y="835"/>
                    <a:pt x="2624" y="860"/>
                    <a:pt x="2527" y="884"/>
                  </a:cubicBezTo>
                  <a:cubicBezTo>
                    <a:pt x="2575" y="714"/>
                    <a:pt x="2672" y="349"/>
                    <a:pt x="2478" y="179"/>
                  </a:cubicBezTo>
                  <a:cubicBezTo>
                    <a:pt x="2454" y="155"/>
                    <a:pt x="2405" y="155"/>
                    <a:pt x="2381" y="131"/>
                  </a:cubicBezTo>
                  <a:cubicBezTo>
                    <a:pt x="2211" y="131"/>
                    <a:pt x="2041" y="374"/>
                    <a:pt x="1944" y="544"/>
                  </a:cubicBezTo>
                  <a:cubicBezTo>
                    <a:pt x="1919" y="349"/>
                    <a:pt x="1822" y="58"/>
                    <a:pt x="1555" y="9"/>
                  </a:cubicBezTo>
                  <a:cubicBezTo>
                    <a:pt x="1537" y="3"/>
                    <a:pt x="1517" y="0"/>
                    <a:pt x="14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30"/>
            <p:cNvSpPr/>
            <p:nvPr/>
          </p:nvSpPr>
          <p:spPr>
            <a:xfrm>
              <a:off x="-933315" y="1418369"/>
              <a:ext cx="55854" cy="54919"/>
            </a:xfrm>
            <a:custGeom>
              <a:avLst/>
              <a:gdLst/>
              <a:ahLst/>
              <a:cxnLst/>
              <a:rect l="l" t="t" r="r" b="b"/>
              <a:pathLst>
                <a:path w="1434" h="1410" extrusionOk="0">
                  <a:moveTo>
                    <a:pt x="729" y="1"/>
                  </a:moveTo>
                  <a:cubicBezTo>
                    <a:pt x="340" y="1"/>
                    <a:pt x="0" y="317"/>
                    <a:pt x="0" y="705"/>
                  </a:cubicBezTo>
                  <a:cubicBezTo>
                    <a:pt x="0" y="1094"/>
                    <a:pt x="340" y="1410"/>
                    <a:pt x="729" y="1410"/>
                  </a:cubicBezTo>
                  <a:cubicBezTo>
                    <a:pt x="1118" y="1410"/>
                    <a:pt x="1434" y="1094"/>
                    <a:pt x="1434" y="705"/>
                  </a:cubicBezTo>
                  <a:cubicBezTo>
                    <a:pt x="1434" y="317"/>
                    <a:pt x="1118" y="1"/>
                    <a:pt x="72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30"/>
            <p:cNvSpPr/>
            <p:nvPr/>
          </p:nvSpPr>
          <p:spPr>
            <a:xfrm>
              <a:off x="-1021303" y="1507331"/>
              <a:ext cx="55854" cy="54919"/>
            </a:xfrm>
            <a:custGeom>
              <a:avLst/>
              <a:gdLst/>
              <a:ahLst/>
              <a:cxnLst/>
              <a:rect l="l" t="t" r="r" b="b"/>
              <a:pathLst>
                <a:path w="1434" h="1410" extrusionOk="0">
                  <a:moveTo>
                    <a:pt x="705" y="0"/>
                  </a:moveTo>
                  <a:cubicBezTo>
                    <a:pt x="316" y="0"/>
                    <a:pt x="0" y="316"/>
                    <a:pt x="0" y="705"/>
                  </a:cubicBezTo>
                  <a:cubicBezTo>
                    <a:pt x="0" y="1093"/>
                    <a:pt x="316" y="1409"/>
                    <a:pt x="705" y="1409"/>
                  </a:cubicBezTo>
                  <a:cubicBezTo>
                    <a:pt x="1118" y="1409"/>
                    <a:pt x="1433" y="1093"/>
                    <a:pt x="1433" y="705"/>
                  </a:cubicBezTo>
                  <a:cubicBezTo>
                    <a:pt x="1433" y="316"/>
                    <a:pt x="1118" y="0"/>
                    <a:pt x="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6" name="Google Shape;496;p30"/>
          <p:cNvSpPr/>
          <p:nvPr/>
        </p:nvSpPr>
        <p:spPr>
          <a:xfrm>
            <a:off x="-49275" y="4823551"/>
            <a:ext cx="1603944" cy="369024"/>
          </a:xfrm>
          <a:custGeom>
            <a:avLst/>
            <a:gdLst/>
            <a:ahLst/>
            <a:cxnLst/>
            <a:rect l="l" t="t" r="r" b="b"/>
            <a:pathLst>
              <a:path w="7289" h="1677" extrusionOk="0">
                <a:moveTo>
                  <a:pt x="2819" y="1"/>
                </a:moveTo>
                <a:lnTo>
                  <a:pt x="2114" y="1191"/>
                </a:lnTo>
                <a:lnTo>
                  <a:pt x="1604" y="268"/>
                </a:lnTo>
                <a:lnTo>
                  <a:pt x="1118" y="1361"/>
                </a:lnTo>
                <a:lnTo>
                  <a:pt x="584" y="754"/>
                </a:lnTo>
                <a:lnTo>
                  <a:pt x="1" y="1677"/>
                </a:lnTo>
                <a:lnTo>
                  <a:pt x="7289" y="1677"/>
                </a:lnTo>
                <a:lnTo>
                  <a:pt x="6657" y="559"/>
                </a:lnTo>
                <a:lnTo>
                  <a:pt x="6001" y="1191"/>
                </a:lnTo>
                <a:lnTo>
                  <a:pt x="5394" y="268"/>
                </a:lnTo>
                <a:lnTo>
                  <a:pt x="4738" y="1191"/>
                </a:lnTo>
                <a:lnTo>
                  <a:pt x="4252" y="1"/>
                </a:lnTo>
                <a:lnTo>
                  <a:pt x="3353" y="1118"/>
                </a:lnTo>
                <a:lnTo>
                  <a:pt x="28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p30"/>
          <p:cNvSpPr/>
          <p:nvPr/>
        </p:nvSpPr>
        <p:spPr>
          <a:xfrm>
            <a:off x="1506177"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30"/>
          <p:cNvSpPr/>
          <p:nvPr/>
        </p:nvSpPr>
        <p:spPr>
          <a:xfrm>
            <a:off x="6003929"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30"/>
          <p:cNvSpPr/>
          <p:nvPr/>
        </p:nvSpPr>
        <p:spPr>
          <a:xfrm>
            <a:off x="7532351" y="4823550"/>
            <a:ext cx="1696695" cy="369025"/>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30"/>
          <p:cNvSpPr/>
          <p:nvPr/>
        </p:nvSpPr>
        <p:spPr>
          <a:xfrm>
            <a:off x="3145661"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30"/>
          <p:cNvSpPr/>
          <p:nvPr/>
        </p:nvSpPr>
        <p:spPr>
          <a:xfrm>
            <a:off x="4669614" y="4886410"/>
            <a:ext cx="1407648" cy="306163"/>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30"/>
          <p:cNvSpPr/>
          <p:nvPr/>
        </p:nvSpPr>
        <p:spPr>
          <a:xfrm>
            <a:off x="2368255"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CUSTOM_5">
    <p:bg>
      <p:bgPr>
        <a:blipFill>
          <a:blip r:embed="rId2">
            <a:alphaModFix/>
          </a:blip>
          <a:stretch>
            <a:fillRect/>
          </a:stretch>
        </a:blipFill>
        <a:effectLst/>
      </p:bgPr>
    </p:bg>
    <p:spTree>
      <p:nvGrpSpPr>
        <p:cNvPr id="1" name="Shape 503"/>
        <p:cNvGrpSpPr/>
        <p:nvPr/>
      </p:nvGrpSpPr>
      <p:grpSpPr>
        <a:xfrm>
          <a:off x="0" y="0"/>
          <a:ext cx="0" cy="0"/>
          <a:chOff x="0" y="0"/>
          <a:chExt cx="0" cy="0"/>
        </a:xfrm>
      </p:grpSpPr>
      <p:grpSp>
        <p:nvGrpSpPr>
          <p:cNvPr id="504" name="Google Shape;504;p31"/>
          <p:cNvGrpSpPr/>
          <p:nvPr/>
        </p:nvGrpSpPr>
        <p:grpSpPr>
          <a:xfrm flipH="1">
            <a:off x="-59449" y="4092702"/>
            <a:ext cx="1068260" cy="957550"/>
            <a:chOff x="6787377" y="436188"/>
            <a:chExt cx="235647" cy="211226"/>
          </a:xfrm>
        </p:grpSpPr>
        <p:sp>
          <p:nvSpPr>
            <p:cNvPr id="505" name="Google Shape;505;p31"/>
            <p:cNvSpPr/>
            <p:nvPr/>
          </p:nvSpPr>
          <p:spPr>
            <a:xfrm>
              <a:off x="6856435" y="522657"/>
              <a:ext cx="166589" cy="109566"/>
            </a:xfrm>
            <a:custGeom>
              <a:avLst/>
              <a:gdLst/>
              <a:ahLst/>
              <a:cxnLst/>
              <a:rect l="l" t="t" r="r" b="b"/>
              <a:pathLst>
                <a:path w="4277" h="2813" extrusionOk="0">
                  <a:moveTo>
                    <a:pt x="2187" y="626"/>
                  </a:moveTo>
                  <a:cubicBezTo>
                    <a:pt x="2236" y="651"/>
                    <a:pt x="2284" y="699"/>
                    <a:pt x="2284" y="723"/>
                  </a:cubicBezTo>
                  <a:cubicBezTo>
                    <a:pt x="2333" y="966"/>
                    <a:pt x="2260" y="1234"/>
                    <a:pt x="2090" y="1428"/>
                  </a:cubicBezTo>
                  <a:lnTo>
                    <a:pt x="2066" y="1428"/>
                  </a:lnTo>
                  <a:cubicBezTo>
                    <a:pt x="1896" y="1161"/>
                    <a:pt x="1847" y="942"/>
                    <a:pt x="1944" y="821"/>
                  </a:cubicBezTo>
                  <a:cubicBezTo>
                    <a:pt x="2017" y="699"/>
                    <a:pt x="2114" y="626"/>
                    <a:pt x="2187" y="626"/>
                  </a:cubicBezTo>
                  <a:close/>
                  <a:moveTo>
                    <a:pt x="62" y="1"/>
                  </a:moveTo>
                  <a:cubicBezTo>
                    <a:pt x="49" y="1"/>
                    <a:pt x="37" y="7"/>
                    <a:pt x="25" y="19"/>
                  </a:cubicBezTo>
                  <a:cubicBezTo>
                    <a:pt x="1" y="43"/>
                    <a:pt x="1" y="92"/>
                    <a:pt x="25" y="116"/>
                  </a:cubicBezTo>
                  <a:cubicBezTo>
                    <a:pt x="74" y="165"/>
                    <a:pt x="1337" y="1574"/>
                    <a:pt x="1944" y="1574"/>
                  </a:cubicBezTo>
                  <a:lnTo>
                    <a:pt x="2041" y="1574"/>
                  </a:lnTo>
                  <a:cubicBezTo>
                    <a:pt x="2090" y="1622"/>
                    <a:pt x="2114" y="1671"/>
                    <a:pt x="2163" y="1744"/>
                  </a:cubicBezTo>
                  <a:cubicBezTo>
                    <a:pt x="2600" y="2230"/>
                    <a:pt x="3402" y="2813"/>
                    <a:pt x="3961" y="2813"/>
                  </a:cubicBezTo>
                  <a:cubicBezTo>
                    <a:pt x="4058" y="2813"/>
                    <a:pt x="4155" y="2788"/>
                    <a:pt x="4228" y="2740"/>
                  </a:cubicBezTo>
                  <a:cubicBezTo>
                    <a:pt x="4252" y="2715"/>
                    <a:pt x="4276" y="2691"/>
                    <a:pt x="4252" y="2667"/>
                  </a:cubicBezTo>
                  <a:cubicBezTo>
                    <a:pt x="4252" y="2638"/>
                    <a:pt x="4235" y="2627"/>
                    <a:pt x="4217" y="2627"/>
                  </a:cubicBezTo>
                  <a:cubicBezTo>
                    <a:pt x="4203" y="2627"/>
                    <a:pt x="4189" y="2632"/>
                    <a:pt x="4179" y="2642"/>
                  </a:cubicBezTo>
                  <a:cubicBezTo>
                    <a:pt x="4119" y="2674"/>
                    <a:pt x="4046" y="2689"/>
                    <a:pt x="3965" y="2689"/>
                  </a:cubicBezTo>
                  <a:cubicBezTo>
                    <a:pt x="3490" y="2689"/>
                    <a:pt x="2713" y="2186"/>
                    <a:pt x="2236" y="1646"/>
                  </a:cubicBezTo>
                  <a:lnTo>
                    <a:pt x="2139" y="1501"/>
                  </a:lnTo>
                  <a:lnTo>
                    <a:pt x="2163" y="1476"/>
                  </a:lnTo>
                  <a:cubicBezTo>
                    <a:pt x="2382" y="1258"/>
                    <a:pt x="2454" y="966"/>
                    <a:pt x="2382" y="675"/>
                  </a:cubicBezTo>
                  <a:cubicBezTo>
                    <a:pt x="2357" y="578"/>
                    <a:pt x="2284" y="505"/>
                    <a:pt x="2187" y="505"/>
                  </a:cubicBezTo>
                  <a:cubicBezTo>
                    <a:pt x="2178" y="502"/>
                    <a:pt x="2168" y="500"/>
                    <a:pt x="2157" y="500"/>
                  </a:cubicBezTo>
                  <a:cubicBezTo>
                    <a:pt x="2078" y="500"/>
                    <a:pt x="1953" y="575"/>
                    <a:pt x="1847" y="723"/>
                  </a:cubicBezTo>
                  <a:cubicBezTo>
                    <a:pt x="1726" y="893"/>
                    <a:pt x="1750" y="1161"/>
                    <a:pt x="1969" y="1452"/>
                  </a:cubicBezTo>
                  <a:lnTo>
                    <a:pt x="1920" y="1452"/>
                  </a:lnTo>
                  <a:cubicBezTo>
                    <a:pt x="1361" y="1452"/>
                    <a:pt x="98" y="43"/>
                    <a:pt x="98" y="19"/>
                  </a:cubicBezTo>
                  <a:cubicBezTo>
                    <a:pt x="86" y="7"/>
                    <a:pt x="74" y="1"/>
                    <a:pt x="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31"/>
            <p:cNvSpPr/>
            <p:nvPr/>
          </p:nvSpPr>
          <p:spPr>
            <a:xfrm>
              <a:off x="6789675" y="438253"/>
              <a:ext cx="109683" cy="116928"/>
            </a:xfrm>
            <a:custGeom>
              <a:avLst/>
              <a:gdLst/>
              <a:ahLst/>
              <a:cxnLst/>
              <a:rect l="l" t="t" r="r" b="b"/>
              <a:pathLst>
                <a:path w="2816" h="3002" extrusionOk="0">
                  <a:moveTo>
                    <a:pt x="1343" y="1"/>
                  </a:moveTo>
                  <a:cubicBezTo>
                    <a:pt x="1080" y="1"/>
                    <a:pt x="833" y="78"/>
                    <a:pt x="719" y="218"/>
                  </a:cubicBezTo>
                  <a:cubicBezTo>
                    <a:pt x="655" y="309"/>
                    <a:pt x="634" y="396"/>
                    <a:pt x="641" y="474"/>
                  </a:cubicBezTo>
                  <a:lnTo>
                    <a:pt x="641" y="474"/>
                  </a:lnTo>
                  <a:cubicBezTo>
                    <a:pt x="348" y="532"/>
                    <a:pt x="0" y="782"/>
                    <a:pt x="14" y="1263"/>
                  </a:cubicBezTo>
                  <a:cubicBezTo>
                    <a:pt x="22" y="1525"/>
                    <a:pt x="84" y="1690"/>
                    <a:pt x="168" y="1781"/>
                  </a:cubicBezTo>
                  <a:lnTo>
                    <a:pt x="168" y="1781"/>
                  </a:lnTo>
                  <a:cubicBezTo>
                    <a:pt x="126" y="1901"/>
                    <a:pt x="96" y="2051"/>
                    <a:pt x="87" y="2234"/>
                  </a:cubicBezTo>
                  <a:cubicBezTo>
                    <a:pt x="74" y="2792"/>
                    <a:pt x="365" y="3001"/>
                    <a:pt x="700" y="3001"/>
                  </a:cubicBezTo>
                  <a:cubicBezTo>
                    <a:pt x="852" y="3001"/>
                    <a:pt x="1014" y="2958"/>
                    <a:pt x="1160" y="2884"/>
                  </a:cubicBezTo>
                  <a:lnTo>
                    <a:pt x="1160" y="2884"/>
                  </a:lnTo>
                  <a:cubicBezTo>
                    <a:pt x="1247" y="2911"/>
                    <a:pt x="1357" y="2925"/>
                    <a:pt x="1477" y="2925"/>
                  </a:cubicBezTo>
                  <a:cubicBezTo>
                    <a:pt x="1765" y="2925"/>
                    <a:pt x="2105" y="2843"/>
                    <a:pt x="2298" y="2672"/>
                  </a:cubicBezTo>
                  <a:cubicBezTo>
                    <a:pt x="2532" y="2463"/>
                    <a:pt x="2535" y="2247"/>
                    <a:pt x="2428" y="2086"/>
                  </a:cubicBezTo>
                  <a:lnTo>
                    <a:pt x="2428" y="2086"/>
                  </a:lnTo>
                  <a:cubicBezTo>
                    <a:pt x="2505" y="2034"/>
                    <a:pt x="2571" y="1943"/>
                    <a:pt x="2614" y="1797"/>
                  </a:cubicBezTo>
                  <a:cubicBezTo>
                    <a:pt x="2816" y="1130"/>
                    <a:pt x="2481" y="998"/>
                    <a:pt x="2214" y="990"/>
                  </a:cubicBezTo>
                  <a:lnTo>
                    <a:pt x="2214" y="990"/>
                  </a:lnTo>
                  <a:cubicBezTo>
                    <a:pt x="2227" y="937"/>
                    <a:pt x="2239" y="875"/>
                    <a:pt x="2249" y="801"/>
                  </a:cubicBezTo>
                  <a:cubicBezTo>
                    <a:pt x="2327" y="242"/>
                    <a:pt x="1809" y="1"/>
                    <a:pt x="134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31"/>
            <p:cNvSpPr/>
            <p:nvPr/>
          </p:nvSpPr>
          <p:spPr>
            <a:xfrm>
              <a:off x="6787377" y="436188"/>
              <a:ext cx="109800" cy="121290"/>
            </a:xfrm>
            <a:custGeom>
              <a:avLst/>
              <a:gdLst/>
              <a:ahLst/>
              <a:cxnLst/>
              <a:rect l="l" t="t" r="r" b="b"/>
              <a:pathLst>
                <a:path w="2819" h="3114" extrusionOk="0">
                  <a:moveTo>
                    <a:pt x="851" y="587"/>
                  </a:moveTo>
                  <a:cubicBezTo>
                    <a:pt x="948" y="587"/>
                    <a:pt x="1045" y="611"/>
                    <a:pt x="1045" y="708"/>
                  </a:cubicBezTo>
                  <a:cubicBezTo>
                    <a:pt x="1045" y="733"/>
                    <a:pt x="1045" y="757"/>
                    <a:pt x="1045" y="781"/>
                  </a:cubicBezTo>
                  <a:lnTo>
                    <a:pt x="997" y="781"/>
                  </a:lnTo>
                  <a:cubicBezTo>
                    <a:pt x="899" y="757"/>
                    <a:pt x="826" y="684"/>
                    <a:pt x="802" y="587"/>
                  </a:cubicBezTo>
                  <a:close/>
                  <a:moveTo>
                    <a:pt x="2211" y="1097"/>
                  </a:moveTo>
                  <a:cubicBezTo>
                    <a:pt x="2187" y="1219"/>
                    <a:pt x="2138" y="1243"/>
                    <a:pt x="2114" y="1243"/>
                  </a:cubicBezTo>
                  <a:cubicBezTo>
                    <a:pt x="2090" y="1243"/>
                    <a:pt x="2065" y="1219"/>
                    <a:pt x="2041" y="1219"/>
                  </a:cubicBezTo>
                  <a:cubicBezTo>
                    <a:pt x="2017" y="1170"/>
                    <a:pt x="2017" y="1146"/>
                    <a:pt x="2017" y="1121"/>
                  </a:cubicBezTo>
                  <a:cubicBezTo>
                    <a:pt x="2065" y="1097"/>
                    <a:pt x="2138" y="1097"/>
                    <a:pt x="2211" y="1097"/>
                  </a:cubicBezTo>
                  <a:close/>
                  <a:moveTo>
                    <a:pt x="632" y="1486"/>
                  </a:moveTo>
                  <a:cubicBezTo>
                    <a:pt x="656" y="1486"/>
                    <a:pt x="681" y="1510"/>
                    <a:pt x="705" y="1534"/>
                  </a:cubicBezTo>
                  <a:cubicBezTo>
                    <a:pt x="729" y="1559"/>
                    <a:pt x="729" y="1607"/>
                    <a:pt x="705" y="1632"/>
                  </a:cubicBezTo>
                  <a:cubicBezTo>
                    <a:pt x="681" y="1753"/>
                    <a:pt x="559" y="1850"/>
                    <a:pt x="438" y="1850"/>
                  </a:cubicBezTo>
                  <a:cubicBezTo>
                    <a:pt x="389" y="1850"/>
                    <a:pt x="341" y="1850"/>
                    <a:pt x="292" y="1802"/>
                  </a:cubicBezTo>
                  <a:cubicBezTo>
                    <a:pt x="389" y="1583"/>
                    <a:pt x="535" y="1486"/>
                    <a:pt x="632" y="1486"/>
                  </a:cubicBezTo>
                  <a:close/>
                  <a:moveTo>
                    <a:pt x="2017" y="1947"/>
                  </a:moveTo>
                  <a:cubicBezTo>
                    <a:pt x="2163" y="1947"/>
                    <a:pt x="2308" y="1996"/>
                    <a:pt x="2405" y="2117"/>
                  </a:cubicBezTo>
                  <a:cubicBezTo>
                    <a:pt x="2357" y="2117"/>
                    <a:pt x="2333" y="2142"/>
                    <a:pt x="2284" y="2142"/>
                  </a:cubicBezTo>
                  <a:cubicBezTo>
                    <a:pt x="2163" y="2117"/>
                    <a:pt x="2041" y="2069"/>
                    <a:pt x="1944" y="1996"/>
                  </a:cubicBezTo>
                  <a:cubicBezTo>
                    <a:pt x="1944" y="1972"/>
                    <a:pt x="1920" y="1947"/>
                    <a:pt x="1920" y="1947"/>
                  </a:cubicBezTo>
                  <a:close/>
                  <a:moveTo>
                    <a:pt x="1589" y="2354"/>
                  </a:moveTo>
                  <a:cubicBezTo>
                    <a:pt x="1598" y="2354"/>
                    <a:pt x="1604" y="2360"/>
                    <a:pt x="1604" y="2385"/>
                  </a:cubicBezTo>
                  <a:cubicBezTo>
                    <a:pt x="1628" y="2409"/>
                    <a:pt x="1604" y="2506"/>
                    <a:pt x="1482" y="2652"/>
                  </a:cubicBezTo>
                  <a:cubicBezTo>
                    <a:pt x="1410" y="2749"/>
                    <a:pt x="1312" y="2822"/>
                    <a:pt x="1215" y="2871"/>
                  </a:cubicBezTo>
                  <a:cubicBezTo>
                    <a:pt x="1142" y="2846"/>
                    <a:pt x="1094" y="2798"/>
                    <a:pt x="1069" y="2773"/>
                  </a:cubicBezTo>
                  <a:cubicBezTo>
                    <a:pt x="1069" y="2725"/>
                    <a:pt x="1069" y="2676"/>
                    <a:pt x="1118" y="2628"/>
                  </a:cubicBezTo>
                  <a:cubicBezTo>
                    <a:pt x="1215" y="2482"/>
                    <a:pt x="1385" y="2385"/>
                    <a:pt x="1555" y="2360"/>
                  </a:cubicBezTo>
                  <a:cubicBezTo>
                    <a:pt x="1567" y="2360"/>
                    <a:pt x="1580" y="2354"/>
                    <a:pt x="1589" y="2354"/>
                  </a:cubicBezTo>
                  <a:close/>
                  <a:moveTo>
                    <a:pt x="1327" y="121"/>
                  </a:moveTo>
                  <a:cubicBezTo>
                    <a:pt x="1354" y="121"/>
                    <a:pt x="1382" y="122"/>
                    <a:pt x="1410" y="125"/>
                  </a:cubicBezTo>
                  <a:cubicBezTo>
                    <a:pt x="1436" y="123"/>
                    <a:pt x="1463" y="122"/>
                    <a:pt x="1490" y="122"/>
                  </a:cubicBezTo>
                  <a:cubicBezTo>
                    <a:pt x="1730" y="122"/>
                    <a:pt x="1961" y="218"/>
                    <a:pt x="2114" y="393"/>
                  </a:cubicBezTo>
                  <a:cubicBezTo>
                    <a:pt x="2235" y="514"/>
                    <a:pt x="2284" y="684"/>
                    <a:pt x="2260" y="854"/>
                  </a:cubicBezTo>
                  <a:cubicBezTo>
                    <a:pt x="2235" y="903"/>
                    <a:pt x="2235" y="951"/>
                    <a:pt x="2235" y="1000"/>
                  </a:cubicBezTo>
                  <a:cubicBezTo>
                    <a:pt x="2163" y="1000"/>
                    <a:pt x="2065" y="1000"/>
                    <a:pt x="1993" y="1024"/>
                  </a:cubicBezTo>
                  <a:cubicBezTo>
                    <a:pt x="1944" y="1024"/>
                    <a:pt x="1920" y="1024"/>
                    <a:pt x="1920" y="1049"/>
                  </a:cubicBezTo>
                  <a:cubicBezTo>
                    <a:pt x="1895" y="1073"/>
                    <a:pt x="1895" y="1097"/>
                    <a:pt x="1895" y="1121"/>
                  </a:cubicBezTo>
                  <a:cubicBezTo>
                    <a:pt x="1895" y="1219"/>
                    <a:pt x="2017" y="1364"/>
                    <a:pt x="2114" y="1364"/>
                  </a:cubicBezTo>
                  <a:cubicBezTo>
                    <a:pt x="2211" y="1364"/>
                    <a:pt x="2284" y="1292"/>
                    <a:pt x="2333" y="1121"/>
                  </a:cubicBezTo>
                  <a:cubicBezTo>
                    <a:pt x="2349" y="1117"/>
                    <a:pt x="2367" y="1115"/>
                    <a:pt x="2384" y="1115"/>
                  </a:cubicBezTo>
                  <a:cubicBezTo>
                    <a:pt x="2470" y="1115"/>
                    <a:pt x="2564" y="1162"/>
                    <a:pt x="2624" y="1243"/>
                  </a:cubicBezTo>
                  <a:cubicBezTo>
                    <a:pt x="2697" y="1413"/>
                    <a:pt x="2697" y="1632"/>
                    <a:pt x="2624" y="1802"/>
                  </a:cubicBezTo>
                  <a:cubicBezTo>
                    <a:pt x="2600" y="1899"/>
                    <a:pt x="2551" y="1972"/>
                    <a:pt x="2503" y="2045"/>
                  </a:cubicBezTo>
                  <a:cubicBezTo>
                    <a:pt x="2357" y="1875"/>
                    <a:pt x="2163" y="1802"/>
                    <a:pt x="1968" y="1802"/>
                  </a:cubicBezTo>
                  <a:cubicBezTo>
                    <a:pt x="1798" y="1826"/>
                    <a:pt x="1798" y="1899"/>
                    <a:pt x="1798" y="1947"/>
                  </a:cubicBezTo>
                  <a:cubicBezTo>
                    <a:pt x="1822" y="2069"/>
                    <a:pt x="2041" y="2239"/>
                    <a:pt x="2284" y="2239"/>
                  </a:cubicBezTo>
                  <a:cubicBezTo>
                    <a:pt x="2333" y="2239"/>
                    <a:pt x="2405" y="2239"/>
                    <a:pt x="2454" y="2190"/>
                  </a:cubicBezTo>
                  <a:lnTo>
                    <a:pt x="2454" y="2190"/>
                  </a:lnTo>
                  <a:cubicBezTo>
                    <a:pt x="2527" y="2360"/>
                    <a:pt x="2478" y="2555"/>
                    <a:pt x="2333" y="2652"/>
                  </a:cubicBezTo>
                  <a:cubicBezTo>
                    <a:pt x="2114" y="2805"/>
                    <a:pt x="1877" y="2898"/>
                    <a:pt x="1619" y="2898"/>
                  </a:cubicBezTo>
                  <a:cubicBezTo>
                    <a:pt x="1590" y="2898"/>
                    <a:pt x="1561" y="2897"/>
                    <a:pt x="1531" y="2895"/>
                  </a:cubicBezTo>
                  <a:cubicBezTo>
                    <a:pt x="1507" y="2907"/>
                    <a:pt x="1482" y="2913"/>
                    <a:pt x="1455" y="2913"/>
                  </a:cubicBezTo>
                  <a:cubicBezTo>
                    <a:pt x="1428" y="2913"/>
                    <a:pt x="1397" y="2907"/>
                    <a:pt x="1361" y="2895"/>
                  </a:cubicBezTo>
                  <a:cubicBezTo>
                    <a:pt x="1434" y="2846"/>
                    <a:pt x="1507" y="2798"/>
                    <a:pt x="1580" y="2725"/>
                  </a:cubicBezTo>
                  <a:cubicBezTo>
                    <a:pt x="1750" y="2530"/>
                    <a:pt x="1750" y="2385"/>
                    <a:pt x="1725" y="2336"/>
                  </a:cubicBezTo>
                  <a:cubicBezTo>
                    <a:pt x="1677" y="2263"/>
                    <a:pt x="1628" y="2239"/>
                    <a:pt x="1555" y="2239"/>
                  </a:cubicBezTo>
                  <a:cubicBezTo>
                    <a:pt x="1337" y="2263"/>
                    <a:pt x="1142" y="2385"/>
                    <a:pt x="1021" y="2555"/>
                  </a:cubicBezTo>
                  <a:cubicBezTo>
                    <a:pt x="972" y="2628"/>
                    <a:pt x="948" y="2725"/>
                    <a:pt x="972" y="2798"/>
                  </a:cubicBezTo>
                  <a:cubicBezTo>
                    <a:pt x="972" y="2871"/>
                    <a:pt x="1021" y="2895"/>
                    <a:pt x="1069" y="2943"/>
                  </a:cubicBezTo>
                  <a:cubicBezTo>
                    <a:pt x="972" y="2968"/>
                    <a:pt x="875" y="2992"/>
                    <a:pt x="778" y="2992"/>
                  </a:cubicBezTo>
                  <a:cubicBezTo>
                    <a:pt x="608" y="2992"/>
                    <a:pt x="486" y="2943"/>
                    <a:pt x="365" y="2846"/>
                  </a:cubicBezTo>
                  <a:cubicBezTo>
                    <a:pt x="243" y="2700"/>
                    <a:pt x="195" y="2482"/>
                    <a:pt x="219" y="2287"/>
                  </a:cubicBezTo>
                  <a:cubicBezTo>
                    <a:pt x="219" y="2166"/>
                    <a:pt x="219" y="2045"/>
                    <a:pt x="268" y="1923"/>
                  </a:cubicBezTo>
                  <a:cubicBezTo>
                    <a:pt x="316" y="1947"/>
                    <a:pt x="389" y="1972"/>
                    <a:pt x="462" y="1972"/>
                  </a:cubicBezTo>
                  <a:cubicBezTo>
                    <a:pt x="632" y="1972"/>
                    <a:pt x="778" y="1826"/>
                    <a:pt x="826" y="1656"/>
                  </a:cubicBezTo>
                  <a:cubicBezTo>
                    <a:pt x="851" y="1607"/>
                    <a:pt x="851" y="1534"/>
                    <a:pt x="802" y="1462"/>
                  </a:cubicBezTo>
                  <a:cubicBezTo>
                    <a:pt x="778" y="1413"/>
                    <a:pt x="705" y="1389"/>
                    <a:pt x="632" y="1389"/>
                  </a:cubicBezTo>
                  <a:cubicBezTo>
                    <a:pt x="462" y="1413"/>
                    <a:pt x="292" y="1534"/>
                    <a:pt x="243" y="1704"/>
                  </a:cubicBezTo>
                  <a:cubicBezTo>
                    <a:pt x="171" y="1583"/>
                    <a:pt x="146" y="1462"/>
                    <a:pt x="146" y="1316"/>
                  </a:cubicBezTo>
                  <a:cubicBezTo>
                    <a:pt x="146" y="976"/>
                    <a:pt x="365" y="684"/>
                    <a:pt x="681" y="611"/>
                  </a:cubicBezTo>
                  <a:cubicBezTo>
                    <a:pt x="705" y="757"/>
                    <a:pt x="826" y="879"/>
                    <a:pt x="972" y="903"/>
                  </a:cubicBezTo>
                  <a:cubicBezTo>
                    <a:pt x="1021" y="903"/>
                    <a:pt x="1069" y="879"/>
                    <a:pt x="1094" y="854"/>
                  </a:cubicBezTo>
                  <a:cubicBezTo>
                    <a:pt x="1142" y="806"/>
                    <a:pt x="1142" y="757"/>
                    <a:pt x="1142" y="708"/>
                  </a:cubicBezTo>
                  <a:cubicBezTo>
                    <a:pt x="1142" y="538"/>
                    <a:pt x="997" y="466"/>
                    <a:pt x="778" y="466"/>
                  </a:cubicBezTo>
                  <a:cubicBezTo>
                    <a:pt x="778" y="417"/>
                    <a:pt x="802" y="368"/>
                    <a:pt x="826" y="320"/>
                  </a:cubicBezTo>
                  <a:cubicBezTo>
                    <a:pt x="975" y="193"/>
                    <a:pt x="1142" y="121"/>
                    <a:pt x="1327" y="121"/>
                  </a:cubicBezTo>
                  <a:close/>
                  <a:moveTo>
                    <a:pt x="1335" y="0"/>
                  </a:moveTo>
                  <a:cubicBezTo>
                    <a:pt x="1118" y="0"/>
                    <a:pt x="906" y="94"/>
                    <a:pt x="754" y="247"/>
                  </a:cubicBezTo>
                  <a:cubicBezTo>
                    <a:pt x="681" y="320"/>
                    <a:pt x="656" y="393"/>
                    <a:pt x="656" y="490"/>
                  </a:cubicBezTo>
                  <a:cubicBezTo>
                    <a:pt x="268" y="563"/>
                    <a:pt x="1" y="927"/>
                    <a:pt x="25" y="1316"/>
                  </a:cubicBezTo>
                  <a:cubicBezTo>
                    <a:pt x="25" y="1486"/>
                    <a:pt x="73" y="1680"/>
                    <a:pt x="171" y="1826"/>
                  </a:cubicBezTo>
                  <a:cubicBezTo>
                    <a:pt x="122" y="1972"/>
                    <a:pt x="98" y="2142"/>
                    <a:pt x="98" y="2287"/>
                  </a:cubicBezTo>
                  <a:cubicBezTo>
                    <a:pt x="73" y="2530"/>
                    <a:pt x="146" y="2749"/>
                    <a:pt x="292" y="2919"/>
                  </a:cubicBezTo>
                  <a:cubicBezTo>
                    <a:pt x="414" y="3041"/>
                    <a:pt x="584" y="3113"/>
                    <a:pt x="778" y="3113"/>
                  </a:cubicBezTo>
                  <a:cubicBezTo>
                    <a:pt x="948" y="3113"/>
                    <a:pt x="1094" y="3065"/>
                    <a:pt x="1239" y="2992"/>
                  </a:cubicBezTo>
                  <a:cubicBezTo>
                    <a:pt x="1337" y="3016"/>
                    <a:pt x="1434" y="3041"/>
                    <a:pt x="1531" y="3041"/>
                  </a:cubicBezTo>
                  <a:cubicBezTo>
                    <a:pt x="1847" y="3041"/>
                    <a:pt x="2163" y="2943"/>
                    <a:pt x="2405" y="2773"/>
                  </a:cubicBezTo>
                  <a:cubicBezTo>
                    <a:pt x="2600" y="2628"/>
                    <a:pt x="2673" y="2360"/>
                    <a:pt x="2551" y="2166"/>
                  </a:cubicBezTo>
                  <a:cubicBezTo>
                    <a:pt x="2648" y="2069"/>
                    <a:pt x="2697" y="1972"/>
                    <a:pt x="2746" y="1850"/>
                  </a:cubicBezTo>
                  <a:cubicBezTo>
                    <a:pt x="2818" y="1632"/>
                    <a:pt x="2818" y="1389"/>
                    <a:pt x="2721" y="1170"/>
                  </a:cubicBezTo>
                  <a:cubicBezTo>
                    <a:pt x="2624" y="1073"/>
                    <a:pt x="2503" y="1000"/>
                    <a:pt x="2357" y="976"/>
                  </a:cubicBezTo>
                  <a:cubicBezTo>
                    <a:pt x="2357" y="951"/>
                    <a:pt x="2381" y="903"/>
                    <a:pt x="2381" y="854"/>
                  </a:cubicBezTo>
                  <a:cubicBezTo>
                    <a:pt x="2405" y="660"/>
                    <a:pt x="2357" y="441"/>
                    <a:pt x="2211" y="296"/>
                  </a:cubicBezTo>
                  <a:cubicBezTo>
                    <a:pt x="2011" y="118"/>
                    <a:pt x="1750" y="1"/>
                    <a:pt x="1484" y="1"/>
                  </a:cubicBezTo>
                  <a:cubicBezTo>
                    <a:pt x="1459" y="1"/>
                    <a:pt x="1434" y="2"/>
                    <a:pt x="1410" y="4"/>
                  </a:cubicBezTo>
                  <a:cubicBezTo>
                    <a:pt x="1385" y="2"/>
                    <a:pt x="1360" y="0"/>
                    <a:pt x="13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31"/>
            <p:cNvSpPr/>
            <p:nvPr/>
          </p:nvSpPr>
          <p:spPr>
            <a:xfrm>
              <a:off x="6824262" y="479851"/>
              <a:ext cx="34120" cy="35055"/>
            </a:xfrm>
            <a:custGeom>
              <a:avLst/>
              <a:gdLst/>
              <a:ahLst/>
              <a:cxnLst/>
              <a:rect l="l" t="t" r="r" b="b"/>
              <a:pathLst>
                <a:path w="876" h="900" extrusionOk="0">
                  <a:moveTo>
                    <a:pt x="438" y="0"/>
                  </a:moveTo>
                  <a:cubicBezTo>
                    <a:pt x="195" y="0"/>
                    <a:pt x="1" y="195"/>
                    <a:pt x="1" y="438"/>
                  </a:cubicBezTo>
                  <a:cubicBezTo>
                    <a:pt x="1" y="681"/>
                    <a:pt x="195" y="899"/>
                    <a:pt x="438" y="899"/>
                  </a:cubicBezTo>
                  <a:cubicBezTo>
                    <a:pt x="681" y="899"/>
                    <a:pt x="875" y="681"/>
                    <a:pt x="875" y="438"/>
                  </a:cubicBezTo>
                  <a:cubicBezTo>
                    <a:pt x="875" y="195"/>
                    <a:pt x="681" y="0"/>
                    <a:pt x="43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31"/>
            <p:cNvSpPr/>
            <p:nvPr/>
          </p:nvSpPr>
          <p:spPr>
            <a:xfrm>
              <a:off x="6851527" y="561919"/>
              <a:ext cx="46117" cy="34120"/>
            </a:xfrm>
            <a:custGeom>
              <a:avLst/>
              <a:gdLst/>
              <a:ahLst/>
              <a:cxnLst/>
              <a:rect l="l" t="t" r="r" b="b"/>
              <a:pathLst>
                <a:path w="1184" h="876" extrusionOk="0">
                  <a:moveTo>
                    <a:pt x="974" y="1"/>
                  </a:moveTo>
                  <a:cubicBezTo>
                    <a:pt x="745" y="1"/>
                    <a:pt x="267" y="55"/>
                    <a:pt x="103" y="493"/>
                  </a:cubicBezTo>
                  <a:cubicBezTo>
                    <a:pt x="1" y="738"/>
                    <a:pt x="186" y="875"/>
                    <a:pt x="424" y="875"/>
                  </a:cubicBezTo>
                  <a:cubicBezTo>
                    <a:pt x="753" y="875"/>
                    <a:pt x="1183" y="613"/>
                    <a:pt x="1099" y="7"/>
                  </a:cubicBezTo>
                  <a:cubicBezTo>
                    <a:pt x="1099" y="7"/>
                    <a:pt x="1050" y="1"/>
                    <a:pt x="97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31"/>
            <p:cNvSpPr/>
            <p:nvPr/>
          </p:nvSpPr>
          <p:spPr>
            <a:xfrm>
              <a:off x="6870652" y="559894"/>
              <a:ext cx="25590" cy="24071"/>
            </a:xfrm>
            <a:custGeom>
              <a:avLst/>
              <a:gdLst/>
              <a:ahLst/>
              <a:cxnLst/>
              <a:rect l="l" t="t" r="r" b="b"/>
              <a:pathLst>
                <a:path w="657" h="618" extrusionOk="0">
                  <a:moveTo>
                    <a:pt x="586" y="0"/>
                  </a:moveTo>
                  <a:cubicBezTo>
                    <a:pt x="569" y="0"/>
                    <a:pt x="552" y="17"/>
                    <a:pt x="535" y="35"/>
                  </a:cubicBezTo>
                  <a:cubicBezTo>
                    <a:pt x="413" y="229"/>
                    <a:pt x="243" y="375"/>
                    <a:pt x="49" y="496"/>
                  </a:cubicBezTo>
                  <a:cubicBezTo>
                    <a:pt x="25" y="520"/>
                    <a:pt x="0" y="545"/>
                    <a:pt x="25" y="569"/>
                  </a:cubicBezTo>
                  <a:cubicBezTo>
                    <a:pt x="25" y="593"/>
                    <a:pt x="49" y="593"/>
                    <a:pt x="73" y="618"/>
                  </a:cubicBezTo>
                  <a:cubicBezTo>
                    <a:pt x="73" y="593"/>
                    <a:pt x="97" y="593"/>
                    <a:pt x="97" y="593"/>
                  </a:cubicBezTo>
                  <a:cubicBezTo>
                    <a:pt x="316" y="472"/>
                    <a:pt x="510" y="278"/>
                    <a:pt x="656" y="83"/>
                  </a:cubicBezTo>
                  <a:cubicBezTo>
                    <a:pt x="656" y="35"/>
                    <a:pt x="656" y="10"/>
                    <a:pt x="608" y="10"/>
                  </a:cubicBezTo>
                  <a:cubicBezTo>
                    <a:pt x="600" y="3"/>
                    <a:pt x="593" y="0"/>
                    <a:pt x="58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31"/>
            <p:cNvSpPr/>
            <p:nvPr/>
          </p:nvSpPr>
          <p:spPr>
            <a:xfrm>
              <a:off x="6924325" y="613021"/>
              <a:ext cx="46117" cy="34393"/>
            </a:xfrm>
            <a:custGeom>
              <a:avLst/>
              <a:gdLst/>
              <a:ahLst/>
              <a:cxnLst/>
              <a:rect l="l" t="t" r="r" b="b"/>
              <a:pathLst>
                <a:path w="1184" h="883" extrusionOk="0">
                  <a:moveTo>
                    <a:pt x="979" y="1"/>
                  </a:moveTo>
                  <a:cubicBezTo>
                    <a:pt x="755" y="1"/>
                    <a:pt x="286" y="55"/>
                    <a:pt x="104" y="493"/>
                  </a:cubicBezTo>
                  <a:cubicBezTo>
                    <a:pt x="1" y="740"/>
                    <a:pt x="191" y="883"/>
                    <a:pt x="434" y="883"/>
                  </a:cubicBezTo>
                  <a:cubicBezTo>
                    <a:pt x="761" y="883"/>
                    <a:pt x="1184" y="621"/>
                    <a:pt x="1100" y="7"/>
                  </a:cubicBezTo>
                  <a:cubicBezTo>
                    <a:pt x="1100" y="7"/>
                    <a:pt x="1053" y="1"/>
                    <a:pt x="97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31"/>
            <p:cNvSpPr/>
            <p:nvPr/>
          </p:nvSpPr>
          <p:spPr>
            <a:xfrm>
              <a:off x="6943488" y="610996"/>
              <a:ext cx="25590" cy="24071"/>
            </a:xfrm>
            <a:custGeom>
              <a:avLst/>
              <a:gdLst/>
              <a:ahLst/>
              <a:cxnLst/>
              <a:rect l="l" t="t" r="r" b="b"/>
              <a:pathLst>
                <a:path w="657" h="618" extrusionOk="0">
                  <a:moveTo>
                    <a:pt x="596" y="0"/>
                  </a:moveTo>
                  <a:cubicBezTo>
                    <a:pt x="572" y="0"/>
                    <a:pt x="559" y="17"/>
                    <a:pt x="559" y="34"/>
                  </a:cubicBezTo>
                  <a:cubicBezTo>
                    <a:pt x="414" y="229"/>
                    <a:pt x="244" y="399"/>
                    <a:pt x="49" y="520"/>
                  </a:cubicBezTo>
                  <a:cubicBezTo>
                    <a:pt x="25" y="520"/>
                    <a:pt x="1" y="569"/>
                    <a:pt x="25" y="593"/>
                  </a:cubicBezTo>
                  <a:cubicBezTo>
                    <a:pt x="49" y="593"/>
                    <a:pt x="49" y="617"/>
                    <a:pt x="74" y="617"/>
                  </a:cubicBezTo>
                  <a:lnTo>
                    <a:pt x="98" y="617"/>
                  </a:lnTo>
                  <a:cubicBezTo>
                    <a:pt x="317" y="472"/>
                    <a:pt x="511" y="302"/>
                    <a:pt x="657" y="83"/>
                  </a:cubicBezTo>
                  <a:cubicBezTo>
                    <a:pt x="657" y="59"/>
                    <a:pt x="657" y="34"/>
                    <a:pt x="632" y="10"/>
                  </a:cubicBezTo>
                  <a:cubicBezTo>
                    <a:pt x="618" y="3"/>
                    <a:pt x="606" y="0"/>
                    <a:pt x="59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31"/>
            <p:cNvSpPr/>
            <p:nvPr/>
          </p:nvSpPr>
          <p:spPr>
            <a:xfrm>
              <a:off x="6898073" y="510778"/>
              <a:ext cx="46740" cy="38171"/>
            </a:xfrm>
            <a:custGeom>
              <a:avLst/>
              <a:gdLst/>
              <a:ahLst/>
              <a:cxnLst/>
              <a:rect l="l" t="t" r="r" b="b"/>
              <a:pathLst>
                <a:path w="1200" h="980" extrusionOk="0">
                  <a:moveTo>
                    <a:pt x="630" y="1"/>
                  </a:moveTo>
                  <a:cubicBezTo>
                    <a:pt x="560" y="1"/>
                    <a:pt x="487" y="25"/>
                    <a:pt x="414" y="81"/>
                  </a:cubicBezTo>
                  <a:cubicBezTo>
                    <a:pt x="1" y="372"/>
                    <a:pt x="900" y="980"/>
                    <a:pt x="900" y="980"/>
                  </a:cubicBezTo>
                  <a:cubicBezTo>
                    <a:pt x="1200" y="540"/>
                    <a:pt x="956" y="1"/>
                    <a:pt x="63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31"/>
            <p:cNvSpPr/>
            <p:nvPr/>
          </p:nvSpPr>
          <p:spPr>
            <a:xfrm>
              <a:off x="6922689" y="524878"/>
              <a:ext cx="13282" cy="26914"/>
            </a:xfrm>
            <a:custGeom>
              <a:avLst/>
              <a:gdLst/>
              <a:ahLst/>
              <a:cxnLst/>
              <a:rect l="l" t="t" r="r" b="b"/>
              <a:pathLst>
                <a:path w="341" h="691" extrusionOk="0">
                  <a:moveTo>
                    <a:pt x="75" y="0"/>
                  </a:moveTo>
                  <a:cubicBezTo>
                    <a:pt x="65" y="0"/>
                    <a:pt x="56" y="3"/>
                    <a:pt x="49" y="10"/>
                  </a:cubicBezTo>
                  <a:cubicBezTo>
                    <a:pt x="25" y="10"/>
                    <a:pt x="0" y="59"/>
                    <a:pt x="25" y="83"/>
                  </a:cubicBezTo>
                  <a:cubicBezTo>
                    <a:pt x="122" y="253"/>
                    <a:pt x="195" y="423"/>
                    <a:pt x="219" y="618"/>
                  </a:cubicBezTo>
                  <a:cubicBezTo>
                    <a:pt x="219" y="642"/>
                    <a:pt x="243" y="666"/>
                    <a:pt x="268" y="691"/>
                  </a:cubicBezTo>
                  <a:cubicBezTo>
                    <a:pt x="316" y="691"/>
                    <a:pt x="340" y="666"/>
                    <a:pt x="340" y="642"/>
                  </a:cubicBezTo>
                  <a:cubicBezTo>
                    <a:pt x="316" y="423"/>
                    <a:pt x="243" y="205"/>
                    <a:pt x="122" y="35"/>
                  </a:cubicBezTo>
                  <a:cubicBezTo>
                    <a:pt x="122" y="18"/>
                    <a:pt x="98" y="0"/>
                    <a:pt x="7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31"/>
            <p:cNvSpPr/>
            <p:nvPr/>
          </p:nvSpPr>
          <p:spPr>
            <a:xfrm>
              <a:off x="6942865" y="561218"/>
              <a:ext cx="41365" cy="39768"/>
            </a:xfrm>
            <a:custGeom>
              <a:avLst/>
              <a:gdLst/>
              <a:ahLst/>
              <a:cxnLst/>
              <a:rect l="l" t="t" r="r" b="b"/>
              <a:pathLst>
                <a:path w="1062" h="1021" extrusionOk="0">
                  <a:moveTo>
                    <a:pt x="509" y="0"/>
                  </a:moveTo>
                  <a:cubicBezTo>
                    <a:pt x="0" y="0"/>
                    <a:pt x="333" y="1021"/>
                    <a:pt x="333" y="1021"/>
                  </a:cubicBezTo>
                  <a:cubicBezTo>
                    <a:pt x="940" y="827"/>
                    <a:pt x="1061" y="25"/>
                    <a:pt x="527" y="1"/>
                  </a:cubicBezTo>
                  <a:cubicBezTo>
                    <a:pt x="521" y="0"/>
                    <a:pt x="515" y="0"/>
                    <a:pt x="50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31"/>
            <p:cNvSpPr/>
            <p:nvPr/>
          </p:nvSpPr>
          <p:spPr>
            <a:xfrm>
              <a:off x="6952953" y="576370"/>
              <a:ext cx="12347" cy="26525"/>
            </a:xfrm>
            <a:custGeom>
              <a:avLst/>
              <a:gdLst/>
              <a:ahLst/>
              <a:cxnLst/>
              <a:rect l="l" t="t" r="r" b="b"/>
              <a:pathLst>
                <a:path w="317" h="681" extrusionOk="0">
                  <a:moveTo>
                    <a:pt x="268" y="0"/>
                  </a:moveTo>
                  <a:cubicBezTo>
                    <a:pt x="244" y="0"/>
                    <a:pt x="195" y="25"/>
                    <a:pt x="195" y="49"/>
                  </a:cubicBezTo>
                  <a:cubicBezTo>
                    <a:pt x="171" y="243"/>
                    <a:pt x="122" y="413"/>
                    <a:pt x="25" y="583"/>
                  </a:cubicBezTo>
                  <a:cubicBezTo>
                    <a:pt x="1" y="608"/>
                    <a:pt x="1" y="656"/>
                    <a:pt x="25" y="680"/>
                  </a:cubicBezTo>
                  <a:lnTo>
                    <a:pt x="98" y="680"/>
                  </a:lnTo>
                  <a:cubicBezTo>
                    <a:pt x="195" y="486"/>
                    <a:pt x="268" y="292"/>
                    <a:pt x="316" y="73"/>
                  </a:cubicBezTo>
                  <a:cubicBezTo>
                    <a:pt x="316" y="49"/>
                    <a:pt x="292" y="0"/>
                    <a:pt x="2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17" name="Google Shape;517;p31"/>
          <p:cNvGrpSpPr/>
          <p:nvPr/>
        </p:nvGrpSpPr>
        <p:grpSpPr>
          <a:xfrm rot="-4477981" flipH="1">
            <a:off x="8390415" y="4219638"/>
            <a:ext cx="799389" cy="704718"/>
            <a:chOff x="4508023" y="3764622"/>
            <a:chExt cx="161487" cy="142362"/>
          </a:xfrm>
        </p:grpSpPr>
        <p:sp>
          <p:nvSpPr>
            <p:cNvPr id="518" name="Google Shape;518;p31"/>
            <p:cNvSpPr/>
            <p:nvPr/>
          </p:nvSpPr>
          <p:spPr>
            <a:xfrm>
              <a:off x="4558151" y="3764622"/>
              <a:ext cx="65163" cy="54335"/>
            </a:xfrm>
            <a:custGeom>
              <a:avLst/>
              <a:gdLst/>
              <a:ahLst/>
              <a:cxnLst/>
              <a:rect l="l" t="t" r="r" b="b"/>
              <a:pathLst>
                <a:path w="1673" h="1395" extrusionOk="0">
                  <a:moveTo>
                    <a:pt x="947" y="1"/>
                  </a:moveTo>
                  <a:cubicBezTo>
                    <a:pt x="917" y="1"/>
                    <a:pt x="885" y="4"/>
                    <a:pt x="851" y="10"/>
                  </a:cubicBezTo>
                  <a:cubicBezTo>
                    <a:pt x="1" y="156"/>
                    <a:pt x="1118" y="1225"/>
                    <a:pt x="1118" y="1225"/>
                  </a:cubicBezTo>
                  <a:cubicBezTo>
                    <a:pt x="1208" y="1344"/>
                    <a:pt x="1284" y="1394"/>
                    <a:pt x="1346" y="1394"/>
                  </a:cubicBezTo>
                  <a:cubicBezTo>
                    <a:pt x="1672" y="1394"/>
                    <a:pt x="1599" y="1"/>
                    <a:pt x="94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31"/>
            <p:cNvSpPr/>
            <p:nvPr/>
          </p:nvSpPr>
          <p:spPr>
            <a:xfrm>
              <a:off x="4607735" y="3824527"/>
              <a:ext cx="61775" cy="35678"/>
            </a:xfrm>
            <a:custGeom>
              <a:avLst/>
              <a:gdLst/>
              <a:ahLst/>
              <a:cxnLst/>
              <a:rect l="l" t="t" r="r" b="b"/>
              <a:pathLst>
                <a:path w="1586" h="916" extrusionOk="0">
                  <a:moveTo>
                    <a:pt x="851" y="0"/>
                  </a:moveTo>
                  <a:cubicBezTo>
                    <a:pt x="473" y="0"/>
                    <a:pt x="137" y="537"/>
                    <a:pt x="137" y="537"/>
                  </a:cubicBezTo>
                  <a:cubicBezTo>
                    <a:pt x="0" y="811"/>
                    <a:pt x="113" y="915"/>
                    <a:pt x="310" y="915"/>
                  </a:cubicBezTo>
                  <a:cubicBezTo>
                    <a:pt x="744" y="915"/>
                    <a:pt x="1585" y="409"/>
                    <a:pt x="1084" y="75"/>
                  </a:cubicBezTo>
                  <a:cubicBezTo>
                    <a:pt x="1006" y="22"/>
                    <a:pt x="928" y="0"/>
                    <a:pt x="85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31"/>
            <p:cNvSpPr/>
            <p:nvPr/>
          </p:nvSpPr>
          <p:spPr>
            <a:xfrm>
              <a:off x="4552971" y="3869787"/>
              <a:ext cx="66682" cy="28044"/>
            </a:xfrm>
            <a:custGeom>
              <a:avLst/>
              <a:gdLst/>
              <a:ahLst/>
              <a:cxnLst/>
              <a:rect l="l" t="t" r="r" b="b"/>
              <a:pathLst>
                <a:path w="1712" h="720" extrusionOk="0">
                  <a:moveTo>
                    <a:pt x="1042" y="0"/>
                  </a:moveTo>
                  <a:cubicBezTo>
                    <a:pt x="818" y="0"/>
                    <a:pt x="620" y="55"/>
                    <a:pt x="620" y="55"/>
                  </a:cubicBezTo>
                  <a:cubicBezTo>
                    <a:pt x="0" y="300"/>
                    <a:pt x="770" y="719"/>
                    <a:pt x="1278" y="719"/>
                  </a:cubicBezTo>
                  <a:cubicBezTo>
                    <a:pt x="1526" y="719"/>
                    <a:pt x="1712" y="618"/>
                    <a:pt x="1640" y="347"/>
                  </a:cubicBezTo>
                  <a:cubicBezTo>
                    <a:pt x="1564" y="67"/>
                    <a:pt x="1287" y="0"/>
                    <a:pt x="104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31"/>
            <p:cNvSpPr/>
            <p:nvPr/>
          </p:nvSpPr>
          <p:spPr>
            <a:xfrm>
              <a:off x="4549660" y="3798275"/>
              <a:ext cx="44364" cy="50479"/>
            </a:xfrm>
            <a:custGeom>
              <a:avLst/>
              <a:gdLst/>
              <a:ahLst/>
              <a:cxnLst/>
              <a:rect l="l" t="t" r="r" b="b"/>
              <a:pathLst>
                <a:path w="1139" h="1296" extrusionOk="0">
                  <a:moveTo>
                    <a:pt x="675" y="0"/>
                  </a:moveTo>
                  <a:cubicBezTo>
                    <a:pt x="627" y="0"/>
                    <a:pt x="572" y="14"/>
                    <a:pt x="510" y="45"/>
                  </a:cubicBezTo>
                  <a:cubicBezTo>
                    <a:pt x="0" y="288"/>
                    <a:pt x="438" y="1114"/>
                    <a:pt x="438" y="1114"/>
                  </a:cubicBezTo>
                  <a:cubicBezTo>
                    <a:pt x="517" y="1242"/>
                    <a:pt x="592" y="1295"/>
                    <a:pt x="659" y="1295"/>
                  </a:cubicBezTo>
                  <a:cubicBezTo>
                    <a:pt x="992" y="1295"/>
                    <a:pt x="1139" y="0"/>
                    <a:pt x="67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31"/>
            <p:cNvSpPr/>
            <p:nvPr/>
          </p:nvSpPr>
          <p:spPr>
            <a:xfrm>
              <a:off x="4526018" y="3790290"/>
              <a:ext cx="91805" cy="116694"/>
            </a:xfrm>
            <a:custGeom>
              <a:avLst/>
              <a:gdLst/>
              <a:ahLst/>
              <a:cxnLst/>
              <a:rect l="l" t="t" r="r" b="b"/>
              <a:pathLst>
                <a:path w="2357" h="2996" extrusionOk="0">
                  <a:moveTo>
                    <a:pt x="1917" y="1"/>
                  </a:moveTo>
                  <a:cubicBezTo>
                    <a:pt x="1880" y="1"/>
                    <a:pt x="1855" y="40"/>
                    <a:pt x="1895" y="80"/>
                  </a:cubicBezTo>
                  <a:cubicBezTo>
                    <a:pt x="2162" y="299"/>
                    <a:pt x="2283" y="663"/>
                    <a:pt x="2186" y="1027"/>
                  </a:cubicBezTo>
                  <a:cubicBezTo>
                    <a:pt x="2113" y="1416"/>
                    <a:pt x="1773" y="1708"/>
                    <a:pt x="1360" y="1732"/>
                  </a:cubicBezTo>
                  <a:cubicBezTo>
                    <a:pt x="704" y="1780"/>
                    <a:pt x="146" y="2266"/>
                    <a:pt x="0" y="2946"/>
                  </a:cubicBezTo>
                  <a:cubicBezTo>
                    <a:pt x="0" y="2971"/>
                    <a:pt x="24" y="2995"/>
                    <a:pt x="49" y="2995"/>
                  </a:cubicBezTo>
                  <a:cubicBezTo>
                    <a:pt x="49" y="2995"/>
                    <a:pt x="73" y="2971"/>
                    <a:pt x="73" y="2946"/>
                  </a:cubicBezTo>
                  <a:cubicBezTo>
                    <a:pt x="219" y="2339"/>
                    <a:pt x="729" y="1878"/>
                    <a:pt x="1360" y="1805"/>
                  </a:cubicBezTo>
                  <a:cubicBezTo>
                    <a:pt x="1822" y="1780"/>
                    <a:pt x="2186" y="1465"/>
                    <a:pt x="2283" y="1027"/>
                  </a:cubicBezTo>
                  <a:cubicBezTo>
                    <a:pt x="2356" y="663"/>
                    <a:pt x="2235" y="250"/>
                    <a:pt x="1943" y="7"/>
                  </a:cubicBezTo>
                  <a:cubicBezTo>
                    <a:pt x="1934" y="3"/>
                    <a:pt x="1926" y="1"/>
                    <a:pt x="1917"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31"/>
            <p:cNvSpPr/>
            <p:nvPr/>
          </p:nvSpPr>
          <p:spPr>
            <a:xfrm>
              <a:off x="4596946" y="3843534"/>
              <a:ext cx="44520" cy="12698"/>
            </a:xfrm>
            <a:custGeom>
              <a:avLst/>
              <a:gdLst/>
              <a:ahLst/>
              <a:cxnLst/>
              <a:rect l="l" t="t" r="r" b="b"/>
              <a:pathLst>
                <a:path w="1143" h="326" extrusionOk="0">
                  <a:moveTo>
                    <a:pt x="1070" y="0"/>
                  </a:moveTo>
                  <a:cubicBezTo>
                    <a:pt x="903" y="93"/>
                    <a:pt x="522" y="243"/>
                    <a:pt x="265" y="243"/>
                  </a:cubicBezTo>
                  <a:cubicBezTo>
                    <a:pt x="187" y="243"/>
                    <a:pt x="119" y="229"/>
                    <a:pt x="74" y="195"/>
                  </a:cubicBezTo>
                  <a:cubicBezTo>
                    <a:pt x="74" y="183"/>
                    <a:pt x="68" y="177"/>
                    <a:pt x="59" y="177"/>
                  </a:cubicBezTo>
                  <a:cubicBezTo>
                    <a:pt x="50" y="177"/>
                    <a:pt x="37" y="183"/>
                    <a:pt x="25" y="195"/>
                  </a:cubicBezTo>
                  <a:cubicBezTo>
                    <a:pt x="1" y="195"/>
                    <a:pt x="1" y="243"/>
                    <a:pt x="25" y="243"/>
                  </a:cubicBezTo>
                  <a:cubicBezTo>
                    <a:pt x="80" y="298"/>
                    <a:pt x="135" y="325"/>
                    <a:pt x="199" y="325"/>
                  </a:cubicBezTo>
                  <a:cubicBezTo>
                    <a:pt x="221" y="325"/>
                    <a:pt x="244" y="322"/>
                    <a:pt x="268" y="316"/>
                  </a:cubicBezTo>
                  <a:cubicBezTo>
                    <a:pt x="560" y="292"/>
                    <a:pt x="851" y="219"/>
                    <a:pt x="1094" y="98"/>
                  </a:cubicBezTo>
                  <a:cubicBezTo>
                    <a:pt x="1118" y="73"/>
                    <a:pt x="1143" y="49"/>
                    <a:pt x="1118" y="25"/>
                  </a:cubicBezTo>
                  <a:cubicBezTo>
                    <a:pt x="1118" y="0"/>
                    <a:pt x="1094" y="0"/>
                    <a:pt x="1070" y="0"/>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31"/>
            <p:cNvSpPr/>
            <p:nvPr/>
          </p:nvSpPr>
          <p:spPr>
            <a:xfrm>
              <a:off x="4569525" y="3818529"/>
              <a:ext cx="11373" cy="42066"/>
            </a:xfrm>
            <a:custGeom>
              <a:avLst/>
              <a:gdLst/>
              <a:ahLst/>
              <a:cxnLst/>
              <a:rect l="l" t="t" r="r" b="b"/>
              <a:pathLst>
                <a:path w="292" h="1080" extrusionOk="0">
                  <a:moveTo>
                    <a:pt x="223" y="1"/>
                  </a:moveTo>
                  <a:cubicBezTo>
                    <a:pt x="207" y="1"/>
                    <a:pt x="195" y="18"/>
                    <a:pt x="195" y="35"/>
                  </a:cubicBezTo>
                  <a:cubicBezTo>
                    <a:pt x="171" y="132"/>
                    <a:pt x="0" y="910"/>
                    <a:pt x="219" y="1080"/>
                  </a:cubicBezTo>
                  <a:lnTo>
                    <a:pt x="292" y="1080"/>
                  </a:lnTo>
                  <a:cubicBezTo>
                    <a:pt x="292" y="1055"/>
                    <a:pt x="292" y="1031"/>
                    <a:pt x="292" y="1007"/>
                  </a:cubicBezTo>
                  <a:cubicBezTo>
                    <a:pt x="146" y="910"/>
                    <a:pt x="195" y="351"/>
                    <a:pt x="292" y="59"/>
                  </a:cubicBezTo>
                  <a:cubicBezTo>
                    <a:pt x="292" y="35"/>
                    <a:pt x="268" y="11"/>
                    <a:pt x="243" y="11"/>
                  </a:cubicBezTo>
                  <a:cubicBezTo>
                    <a:pt x="236" y="4"/>
                    <a:pt x="229" y="1"/>
                    <a:pt x="223"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31"/>
            <p:cNvSpPr/>
            <p:nvPr/>
          </p:nvSpPr>
          <p:spPr>
            <a:xfrm>
              <a:off x="4508023" y="3819074"/>
              <a:ext cx="44364" cy="50479"/>
            </a:xfrm>
            <a:custGeom>
              <a:avLst/>
              <a:gdLst/>
              <a:ahLst/>
              <a:cxnLst/>
              <a:rect l="l" t="t" r="r" b="b"/>
              <a:pathLst>
                <a:path w="1139" h="1296" extrusionOk="0">
                  <a:moveTo>
                    <a:pt x="657" y="0"/>
                  </a:moveTo>
                  <a:cubicBezTo>
                    <a:pt x="607" y="0"/>
                    <a:pt x="550" y="15"/>
                    <a:pt x="486" y="45"/>
                  </a:cubicBezTo>
                  <a:cubicBezTo>
                    <a:pt x="0" y="288"/>
                    <a:pt x="438" y="1114"/>
                    <a:pt x="438" y="1114"/>
                  </a:cubicBezTo>
                  <a:cubicBezTo>
                    <a:pt x="521" y="1242"/>
                    <a:pt x="598" y="1296"/>
                    <a:pt x="667" y="1296"/>
                  </a:cubicBezTo>
                  <a:cubicBezTo>
                    <a:pt x="1008" y="1296"/>
                    <a:pt x="1139" y="0"/>
                    <a:pt x="65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31"/>
            <p:cNvSpPr/>
            <p:nvPr/>
          </p:nvSpPr>
          <p:spPr>
            <a:xfrm>
              <a:off x="4527887" y="3839756"/>
              <a:ext cx="11412" cy="42611"/>
            </a:xfrm>
            <a:custGeom>
              <a:avLst/>
              <a:gdLst/>
              <a:ahLst/>
              <a:cxnLst/>
              <a:rect l="l" t="t" r="r" b="b"/>
              <a:pathLst>
                <a:path w="293" h="1094" extrusionOk="0">
                  <a:moveTo>
                    <a:pt x="244" y="0"/>
                  </a:moveTo>
                  <a:cubicBezTo>
                    <a:pt x="219" y="0"/>
                    <a:pt x="195" y="0"/>
                    <a:pt x="195" y="25"/>
                  </a:cubicBezTo>
                  <a:cubicBezTo>
                    <a:pt x="171" y="122"/>
                    <a:pt x="1" y="899"/>
                    <a:pt x="219" y="1093"/>
                  </a:cubicBezTo>
                  <a:lnTo>
                    <a:pt x="244" y="1093"/>
                  </a:lnTo>
                  <a:cubicBezTo>
                    <a:pt x="268" y="1093"/>
                    <a:pt x="268" y="1093"/>
                    <a:pt x="292" y="1069"/>
                  </a:cubicBezTo>
                  <a:cubicBezTo>
                    <a:pt x="292" y="1045"/>
                    <a:pt x="292" y="1021"/>
                    <a:pt x="292" y="1021"/>
                  </a:cubicBezTo>
                  <a:cubicBezTo>
                    <a:pt x="146" y="899"/>
                    <a:pt x="219" y="365"/>
                    <a:pt x="292" y="49"/>
                  </a:cubicBezTo>
                  <a:cubicBezTo>
                    <a:pt x="292" y="25"/>
                    <a:pt x="268" y="0"/>
                    <a:pt x="244" y="0"/>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31"/>
            <p:cNvSpPr/>
            <p:nvPr/>
          </p:nvSpPr>
          <p:spPr>
            <a:xfrm>
              <a:off x="4558151" y="3864334"/>
              <a:ext cx="37898" cy="22747"/>
            </a:xfrm>
            <a:custGeom>
              <a:avLst/>
              <a:gdLst/>
              <a:ahLst/>
              <a:cxnLst/>
              <a:rect l="l" t="t" r="r" b="b"/>
              <a:pathLst>
                <a:path w="973" h="584" extrusionOk="0">
                  <a:moveTo>
                    <a:pt x="25" y="1"/>
                  </a:moveTo>
                  <a:cubicBezTo>
                    <a:pt x="1" y="25"/>
                    <a:pt x="1" y="49"/>
                    <a:pt x="1" y="74"/>
                  </a:cubicBezTo>
                  <a:cubicBezTo>
                    <a:pt x="195" y="390"/>
                    <a:pt x="535" y="584"/>
                    <a:pt x="924" y="584"/>
                  </a:cubicBezTo>
                  <a:cubicBezTo>
                    <a:pt x="948" y="584"/>
                    <a:pt x="973" y="584"/>
                    <a:pt x="973" y="560"/>
                  </a:cubicBezTo>
                  <a:cubicBezTo>
                    <a:pt x="973" y="511"/>
                    <a:pt x="948" y="511"/>
                    <a:pt x="924" y="511"/>
                  </a:cubicBezTo>
                  <a:cubicBezTo>
                    <a:pt x="584" y="487"/>
                    <a:pt x="268" y="317"/>
                    <a:pt x="74" y="25"/>
                  </a:cubicBezTo>
                  <a:cubicBezTo>
                    <a:pt x="74" y="1"/>
                    <a:pt x="50" y="1"/>
                    <a:pt x="25" y="1"/>
                  </a:cubicBezTo>
                  <a:close/>
                </a:path>
              </a:pathLst>
            </a:custGeom>
            <a:solidFill>
              <a:srgbClr val="261C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28" name="Google Shape;528;p31"/>
          <p:cNvGrpSpPr/>
          <p:nvPr/>
        </p:nvGrpSpPr>
        <p:grpSpPr>
          <a:xfrm flipH="1">
            <a:off x="366698" y="-180577"/>
            <a:ext cx="2121882" cy="1414590"/>
            <a:chOff x="6655952" y="-180577"/>
            <a:chExt cx="2121882" cy="1414590"/>
          </a:xfrm>
        </p:grpSpPr>
        <p:grpSp>
          <p:nvGrpSpPr>
            <p:cNvPr id="529" name="Google Shape;529;p31"/>
            <p:cNvGrpSpPr/>
            <p:nvPr/>
          </p:nvGrpSpPr>
          <p:grpSpPr>
            <a:xfrm rot="1685293">
              <a:off x="8051699" y="334351"/>
              <a:ext cx="652925" cy="474307"/>
              <a:chOff x="5211663" y="1358969"/>
              <a:chExt cx="483893" cy="351481"/>
            </a:xfrm>
          </p:grpSpPr>
          <p:sp>
            <p:nvSpPr>
              <p:cNvPr id="530" name="Google Shape;530;p31"/>
              <p:cNvSpPr/>
              <p:nvPr/>
            </p:nvSpPr>
            <p:spPr>
              <a:xfrm>
                <a:off x="5519159" y="1395927"/>
                <a:ext cx="71050" cy="66812"/>
              </a:xfrm>
              <a:custGeom>
                <a:avLst/>
                <a:gdLst/>
                <a:ahLst/>
                <a:cxnLst/>
                <a:rect l="l" t="t" r="r" b="b"/>
                <a:pathLst>
                  <a:path w="1040" h="978" extrusionOk="0">
                    <a:moveTo>
                      <a:pt x="914" y="1"/>
                    </a:moveTo>
                    <a:cubicBezTo>
                      <a:pt x="801" y="1"/>
                      <a:pt x="571" y="36"/>
                      <a:pt x="67" y="176"/>
                    </a:cubicBezTo>
                    <a:cubicBezTo>
                      <a:pt x="0" y="198"/>
                      <a:pt x="16" y="324"/>
                      <a:pt x="95" y="324"/>
                    </a:cubicBezTo>
                    <a:cubicBezTo>
                      <a:pt x="102" y="324"/>
                      <a:pt x="109" y="323"/>
                      <a:pt x="116" y="322"/>
                    </a:cubicBezTo>
                    <a:cubicBezTo>
                      <a:pt x="359" y="249"/>
                      <a:pt x="626" y="200"/>
                      <a:pt x="869" y="152"/>
                    </a:cubicBezTo>
                    <a:lnTo>
                      <a:pt x="869" y="152"/>
                    </a:lnTo>
                    <a:cubicBezTo>
                      <a:pt x="796" y="322"/>
                      <a:pt x="626" y="662"/>
                      <a:pt x="505" y="880"/>
                    </a:cubicBezTo>
                    <a:cubicBezTo>
                      <a:pt x="480" y="905"/>
                      <a:pt x="480" y="953"/>
                      <a:pt x="529" y="977"/>
                    </a:cubicBezTo>
                    <a:lnTo>
                      <a:pt x="553" y="977"/>
                    </a:lnTo>
                    <a:cubicBezTo>
                      <a:pt x="577" y="977"/>
                      <a:pt x="602" y="977"/>
                      <a:pt x="602" y="953"/>
                    </a:cubicBezTo>
                    <a:cubicBezTo>
                      <a:pt x="650" y="880"/>
                      <a:pt x="990" y="249"/>
                      <a:pt x="1039" y="127"/>
                    </a:cubicBezTo>
                    <a:cubicBezTo>
                      <a:pt x="1039" y="103"/>
                      <a:pt x="1039" y="79"/>
                      <a:pt x="1039" y="30"/>
                    </a:cubicBezTo>
                    <a:cubicBezTo>
                      <a:pt x="1018" y="20"/>
                      <a:pt x="998" y="1"/>
                      <a:pt x="914"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31"/>
              <p:cNvSpPr/>
              <p:nvPr/>
            </p:nvSpPr>
            <p:spPr>
              <a:xfrm>
                <a:off x="5211663" y="1358969"/>
                <a:ext cx="483893" cy="351481"/>
              </a:xfrm>
              <a:custGeom>
                <a:avLst/>
                <a:gdLst/>
                <a:ahLst/>
                <a:cxnLst/>
                <a:rect l="l" t="t" r="r" b="b"/>
                <a:pathLst>
                  <a:path w="7083" h="5145" extrusionOk="0">
                    <a:moveTo>
                      <a:pt x="3768" y="0"/>
                    </a:moveTo>
                    <a:cubicBezTo>
                      <a:pt x="3734" y="0"/>
                      <a:pt x="3701" y="4"/>
                      <a:pt x="3670" y="12"/>
                    </a:cubicBezTo>
                    <a:cubicBezTo>
                      <a:pt x="3014" y="207"/>
                      <a:pt x="3232" y="1713"/>
                      <a:pt x="3232" y="1713"/>
                    </a:cubicBezTo>
                    <a:cubicBezTo>
                      <a:pt x="3232" y="1713"/>
                      <a:pt x="1357" y="535"/>
                      <a:pt x="891" y="535"/>
                    </a:cubicBezTo>
                    <a:cubicBezTo>
                      <a:pt x="865" y="535"/>
                      <a:pt x="844" y="539"/>
                      <a:pt x="827" y="547"/>
                    </a:cubicBezTo>
                    <a:cubicBezTo>
                      <a:pt x="366" y="814"/>
                      <a:pt x="1483" y="1664"/>
                      <a:pt x="1483" y="1664"/>
                    </a:cubicBezTo>
                    <a:cubicBezTo>
                      <a:pt x="1483" y="1664"/>
                      <a:pt x="832" y="1473"/>
                      <a:pt x="445" y="1473"/>
                    </a:cubicBezTo>
                    <a:cubicBezTo>
                      <a:pt x="263" y="1473"/>
                      <a:pt x="140" y="1516"/>
                      <a:pt x="171" y="1640"/>
                    </a:cubicBezTo>
                    <a:cubicBezTo>
                      <a:pt x="269" y="2029"/>
                      <a:pt x="1022" y="2490"/>
                      <a:pt x="1022" y="2490"/>
                    </a:cubicBezTo>
                    <a:cubicBezTo>
                      <a:pt x="730" y="2490"/>
                      <a:pt x="439" y="2539"/>
                      <a:pt x="147" y="2587"/>
                    </a:cubicBezTo>
                    <a:cubicBezTo>
                      <a:pt x="1" y="2650"/>
                      <a:pt x="594" y="3616"/>
                      <a:pt x="1664" y="3616"/>
                    </a:cubicBezTo>
                    <a:cubicBezTo>
                      <a:pt x="1835" y="3616"/>
                      <a:pt x="2018" y="3592"/>
                      <a:pt x="2212" y="3535"/>
                    </a:cubicBezTo>
                    <a:lnTo>
                      <a:pt x="2212" y="3535"/>
                    </a:lnTo>
                    <a:lnTo>
                      <a:pt x="1095" y="4506"/>
                    </a:lnTo>
                    <a:cubicBezTo>
                      <a:pt x="1095" y="4506"/>
                      <a:pt x="2102" y="5144"/>
                      <a:pt x="3258" y="5144"/>
                    </a:cubicBezTo>
                    <a:cubicBezTo>
                      <a:pt x="3697" y="5144"/>
                      <a:pt x="4158" y="5052"/>
                      <a:pt x="4593" y="4798"/>
                    </a:cubicBezTo>
                    <a:cubicBezTo>
                      <a:pt x="7083" y="3365"/>
                      <a:pt x="4779" y="0"/>
                      <a:pt x="37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31"/>
              <p:cNvSpPr/>
              <p:nvPr/>
            </p:nvSpPr>
            <p:spPr>
              <a:xfrm>
                <a:off x="5467307" y="1398045"/>
                <a:ext cx="48164" cy="44746"/>
              </a:xfrm>
              <a:custGeom>
                <a:avLst/>
                <a:gdLst/>
                <a:ahLst/>
                <a:cxnLst/>
                <a:rect l="l" t="t" r="r" b="b"/>
                <a:pathLst>
                  <a:path w="705" h="655" extrusionOk="0">
                    <a:moveTo>
                      <a:pt x="443" y="1"/>
                    </a:moveTo>
                    <a:cubicBezTo>
                      <a:pt x="395" y="1"/>
                      <a:pt x="349" y="49"/>
                      <a:pt x="365" y="96"/>
                    </a:cubicBezTo>
                    <a:cubicBezTo>
                      <a:pt x="413" y="218"/>
                      <a:pt x="462" y="363"/>
                      <a:pt x="486" y="485"/>
                    </a:cubicBezTo>
                    <a:cubicBezTo>
                      <a:pt x="365" y="388"/>
                      <a:pt x="243" y="291"/>
                      <a:pt x="122" y="169"/>
                    </a:cubicBezTo>
                    <a:cubicBezTo>
                      <a:pt x="110" y="157"/>
                      <a:pt x="92" y="151"/>
                      <a:pt x="73" y="151"/>
                    </a:cubicBezTo>
                    <a:cubicBezTo>
                      <a:pt x="55" y="151"/>
                      <a:pt x="37" y="157"/>
                      <a:pt x="25" y="169"/>
                    </a:cubicBezTo>
                    <a:cubicBezTo>
                      <a:pt x="0" y="218"/>
                      <a:pt x="0" y="266"/>
                      <a:pt x="25" y="291"/>
                    </a:cubicBezTo>
                    <a:cubicBezTo>
                      <a:pt x="340" y="606"/>
                      <a:pt x="462" y="655"/>
                      <a:pt x="535" y="655"/>
                    </a:cubicBezTo>
                    <a:lnTo>
                      <a:pt x="559" y="655"/>
                    </a:lnTo>
                    <a:cubicBezTo>
                      <a:pt x="608" y="631"/>
                      <a:pt x="705" y="582"/>
                      <a:pt x="511" y="48"/>
                    </a:cubicBezTo>
                    <a:cubicBezTo>
                      <a:pt x="494" y="14"/>
                      <a:pt x="468" y="1"/>
                      <a:pt x="443"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31"/>
              <p:cNvSpPr/>
              <p:nvPr/>
            </p:nvSpPr>
            <p:spPr>
              <a:xfrm>
                <a:off x="5309630" y="1479885"/>
                <a:ext cx="102954" cy="109167"/>
              </a:xfrm>
              <a:custGeom>
                <a:avLst/>
                <a:gdLst/>
                <a:ahLst/>
                <a:cxnLst/>
                <a:rect l="l" t="t" r="r" b="b"/>
                <a:pathLst>
                  <a:path w="1507" h="1598" extrusionOk="0">
                    <a:moveTo>
                      <a:pt x="479" y="1"/>
                    </a:moveTo>
                    <a:cubicBezTo>
                      <a:pt x="444" y="1"/>
                      <a:pt x="427" y="9"/>
                      <a:pt x="414" y="16"/>
                    </a:cubicBezTo>
                    <a:cubicBezTo>
                      <a:pt x="389" y="40"/>
                      <a:pt x="389" y="64"/>
                      <a:pt x="389" y="113"/>
                    </a:cubicBezTo>
                    <a:cubicBezTo>
                      <a:pt x="389" y="210"/>
                      <a:pt x="535" y="380"/>
                      <a:pt x="657" y="477"/>
                    </a:cubicBezTo>
                    <a:cubicBezTo>
                      <a:pt x="1" y="526"/>
                      <a:pt x="1" y="599"/>
                      <a:pt x="1" y="672"/>
                    </a:cubicBezTo>
                    <a:cubicBezTo>
                      <a:pt x="1" y="744"/>
                      <a:pt x="74" y="793"/>
                      <a:pt x="98" y="817"/>
                    </a:cubicBezTo>
                    <a:cubicBezTo>
                      <a:pt x="219" y="890"/>
                      <a:pt x="316" y="963"/>
                      <a:pt x="438" y="1012"/>
                    </a:cubicBezTo>
                    <a:cubicBezTo>
                      <a:pt x="316" y="1036"/>
                      <a:pt x="195" y="1085"/>
                      <a:pt x="98" y="1157"/>
                    </a:cubicBezTo>
                    <a:cubicBezTo>
                      <a:pt x="49" y="1182"/>
                      <a:pt x="49" y="1255"/>
                      <a:pt x="74" y="1303"/>
                    </a:cubicBezTo>
                    <a:cubicBezTo>
                      <a:pt x="185" y="1481"/>
                      <a:pt x="397" y="1598"/>
                      <a:pt x="619" y="1598"/>
                    </a:cubicBezTo>
                    <a:cubicBezTo>
                      <a:pt x="639" y="1598"/>
                      <a:pt x="660" y="1597"/>
                      <a:pt x="681" y="1595"/>
                    </a:cubicBezTo>
                    <a:cubicBezTo>
                      <a:pt x="778" y="1595"/>
                      <a:pt x="875" y="1570"/>
                      <a:pt x="948" y="1546"/>
                    </a:cubicBezTo>
                    <a:cubicBezTo>
                      <a:pt x="997" y="1546"/>
                      <a:pt x="1021" y="1498"/>
                      <a:pt x="997" y="1473"/>
                    </a:cubicBezTo>
                    <a:cubicBezTo>
                      <a:pt x="997" y="1438"/>
                      <a:pt x="971" y="1415"/>
                      <a:pt x="938" y="1415"/>
                    </a:cubicBezTo>
                    <a:cubicBezTo>
                      <a:pt x="925" y="1415"/>
                      <a:pt x="912" y="1418"/>
                      <a:pt x="899" y="1425"/>
                    </a:cubicBezTo>
                    <a:cubicBezTo>
                      <a:pt x="829" y="1446"/>
                      <a:pt x="756" y="1457"/>
                      <a:pt x="683" y="1457"/>
                    </a:cubicBezTo>
                    <a:cubicBezTo>
                      <a:pt x="507" y="1457"/>
                      <a:pt x="333" y="1392"/>
                      <a:pt x="195" y="1255"/>
                    </a:cubicBezTo>
                    <a:cubicBezTo>
                      <a:pt x="365" y="1157"/>
                      <a:pt x="535" y="1109"/>
                      <a:pt x="705" y="1085"/>
                    </a:cubicBezTo>
                    <a:lnTo>
                      <a:pt x="729" y="1085"/>
                    </a:lnTo>
                    <a:cubicBezTo>
                      <a:pt x="754" y="1060"/>
                      <a:pt x="778" y="1036"/>
                      <a:pt x="778" y="1012"/>
                    </a:cubicBezTo>
                    <a:cubicBezTo>
                      <a:pt x="778" y="987"/>
                      <a:pt x="754" y="963"/>
                      <a:pt x="729" y="939"/>
                    </a:cubicBezTo>
                    <a:lnTo>
                      <a:pt x="705" y="939"/>
                    </a:lnTo>
                    <a:cubicBezTo>
                      <a:pt x="511" y="890"/>
                      <a:pt x="341" y="793"/>
                      <a:pt x="171" y="696"/>
                    </a:cubicBezTo>
                    <a:cubicBezTo>
                      <a:pt x="389" y="647"/>
                      <a:pt x="608" y="623"/>
                      <a:pt x="827" y="623"/>
                    </a:cubicBezTo>
                    <a:cubicBezTo>
                      <a:pt x="851" y="623"/>
                      <a:pt x="875" y="599"/>
                      <a:pt x="899" y="574"/>
                    </a:cubicBezTo>
                    <a:cubicBezTo>
                      <a:pt x="899" y="550"/>
                      <a:pt x="899" y="526"/>
                      <a:pt x="875" y="502"/>
                    </a:cubicBezTo>
                    <a:cubicBezTo>
                      <a:pt x="754" y="404"/>
                      <a:pt x="657" y="283"/>
                      <a:pt x="559" y="161"/>
                    </a:cubicBezTo>
                    <a:lnTo>
                      <a:pt x="559" y="161"/>
                    </a:lnTo>
                    <a:cubicBezTo>
                      <a:pt x="851" y="259"/>
                      <a:pt x="1118" y="380"/>
                      <a:pt x="1385" y="526"/>
                    </a:cubicBezTo>
                    <a:cubicBezTo>
                      <a:pt x="1434" y="526"/>
                      <a:pt x="1482" y="526"/>
                      <a:pt x="1482" y="477"/>
                    </a:cubicBezTo>
                    <a:cubicBezTo>
                      <a:pt x="1507" y="429"/>
                      <a:pt x="1482" y="404"/>
                      <a:pt x="1458" y="380"/>
                    </a:cubicBezTo>
                    <a:cubicBezTo>
                      <a:pt x="803" y="61"/>
                      <a:pt x="574" y="1"/>
                      <a:pt x="479"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31"/>
              <p:cNvSpPr/>
              <p:nvPr/>
            </p:nvSpPr>
            <p:spPr>
              <a:xfrm>
                <a:off x="5442439" y="1508440"/>
                <a:ext cx="151050" cy="201598"/>
              </a:xfrm>
              <a:custGeom>
                <a:avLst/>
                <a:gdLst/>
                <a:ahLst/>
                <a:cxnLst/>
                <a:rect l="l" t="t" r="r" b="b"/>
                <a:pathLst>
                  <a:path w="2211" h="2951" extrusionOk="0">
                    <a:moveTo>
                      <a:pt x="2131" y="1"/>
                    </a:moveTo>
                    <a:cubicBezTo>
                      <a:pt x="2118" y="1"/>
                      <a:pt x="2103" y="4"/>
                      <a:pt x="2089" y="11"/>
                    </a:cubicBezTo>
                    <a:cubicBezTo>
                      <a:pt x="2089" y="11"/>
                      <a:pt x="0" y="982"/>
                      <a:pt x="49" y="2877"/>
                    </a:cubicBezTo>
                    <a:cubicBezTo>
                      <a:pt x="49" y="2901"/>
                      <a:pt x="73" y="2950"/>
                      <a:pt x="121" y="2950"/>
                    </a:cubicBezTo>
                    <a:cubicBezTo>
                      <a:pt x="170" y="2950"/>
                      <a:pt x="194" y="2901"/>
                      <a:pt x="194" y="2877"/>
                    </a:cubicBezTo>
                    <a:cubicBezTo>
                      <a:pt x="170" y="1080"/>
                      <a:pt x="2138" y="132"/>
                      <a:pt x="2162" y="132"/>
                    </a:cubicBezTo>
                    <a:cubicBezTo>
                      <a:pt x="2186" y="108"/>
                      <a:pt x="2211" y="84"/>
                      <a:pt x="2186" y="35"/>
                    </a:cubicBezTo>
                    <a:cubicBezTo>
                      <a:pt x="2186" y="18"/>
                      <a:pt x="2162" y="1"/>
                      <a:pt x="2131" y="1"/>
                    </a:cubicBezTo>
                    <a:close/>
                  </a:path>
                </a:pathLst>
              </a:custGeom>
              <a:solidFill>
                <a:srgbClr val="261D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35" name="Google Shape;535;p31"/>
            <p:cNvSpPr/>
            <p:nvPr/>
          </p:nvSpPr>
          <p:spPr>
            <a:xfrm rot="-2700000">
              <a:off x="7005059" y="-115361"/>
              <a:ext cx="716375" cy="1284157"/>
            </a:xfrm>
            <a:custGeom>
              <a:avLst/>
              <a:gdLst/>
              <a:ahLst/>
              <a:cxnLst/>
              <a:rect l="l" t="t" r="r" b="b"/>
              <a:pathLst>
                <a:path w="6681" h="11977" extrusionOk="0">
                  <a:moveTo>
                    <a:pt x="4276" y="0"/>
                  </a:moveTo>
                  <a:cubicBezTo>
                    <a:pt x="4276" y="0"/>
                    <a:pt x="4082" y="49"/>
                    <a:pt x="3839" y="146"/>
                  </a:cubicBezTo>
                  <a:lnTo>
                    <a:pt x="3887" y="267"/>
                  </a:lnTo>
                  <a:lnTo>
                    <a:pt x="3863" y="292"/>
                  </a:lnTo>
                  <a:cubicBezTo>
                    <a:pt x="4009" y="243"/>
                    <a:pt x="4155" y="195"/>
                    <a:pt x="4300" y="146"/>
                  </a:cubicBezTo>
                  <a:lnTo>
                    <a:pt x="4276" y="0"/>
                  </a:lnTo>
                  <a:close/>
                  <a:moveTo>
                    <a:pt x="3426" y="316"/>
                  </a:moveTo>
                  <a:cubicBezTo>
                    <a:pt x="3280" y="365"/>
                    <a:pt x="3134" y="437"/>
                    <a:pt x="3013" y="510"/>
                  </a:cubicBezTo>
                  <a:lnTo>
                    <a:pt x="3080" y="645"/>
                  </a:lnTo>
                  <a:lnTo>
                    <a:pt x="3080" y="645"/>
                  </a:lnTo>
                  <a:cubicBezTo>
                    <a:pt x="3198" y="578"/>
                    <a:pt x="3336" y="530"/>
                    <a:pt x="3474" y="437"/>
                  </a:cubicBezTo>
                  <a:lnTo>
                    <a:pt x="3426" y="316"/>
                  </a:lnTo>
                  <a:close/>
                  <a:moveTo>
                    <a:pt x="3080" y="645"/>
                  </a:moveTo>
                  <a:cubicBezTo>
                    <a:pt x="3074" y="649"/>
                    <a:pt x="3068" y="652"/>
                    <a:pt x="3061" y="656"/>
                  </a:cubicBezTo>
                  <a:lnTo>
                    <a:pt x="3086" y="656"/>
                  </a:lnTo>
                  <a:lnTo>
                    <a:pt x="3080" y="645"/>
                  </a:lnTo>
                  <a:close/>
                  <a:moveTo>
                    <a:pt x="2624" y="753"/>
                  </a:moveTo>
                  <a:cubicBezTo>
                    <a:pt x="2503" y="850"/>
                    <a:pt x="2406" y="948"/>
                    <a:pt x="2284" y="1069"/>
                  </a:cubicBezTo>
                  <a:lnTo>
                    <a:pt x="2403" y="1164"/>
                  </a:lnTo>
                  <a:lnTo>
                    <a:pt x="2403" y="1164"/>
                  </a:lnTo>
                  <a:cubicBezTo>
                    <a:pt x="2496" y="1055"/>
                    <a:pt x="2609" y="965"/>
                    <a:pt x="2721" y="875"/>
                  </a:cubicBezTo>
                  <a:lnTo>
                    <a:pt x="2624" y="753"/>
                  </a:lnTo>
                  <a:close/>
                  <a:moveTo>
                    <a:pt x="2403" y="1164"/>
                  </a:moveTo>
                  <a:cubicBezTo>
                    <a:pt x="2396" y="1173"/>
                    <a:pt x="2388" y="1182"/>
                    <a:pt x="2381" y="1191"/>
                  </a:cubicBezTo>
                  <a:lnTo>
                    <a:pt x="2406" y="1166"/>
                  </a:lnTo>
                  <a:lnTo>
                    <a:pt x="2403" y="1164"/>
                  </a:lnTo>
                  <a:close/>
                  <a:moveTo>
                    <a:pt x="1993" y="1409"/>
                  </a:moveTo>
                  <a:cubicBezTo>
                    <a:pt x="1895" y="1531"/>
                    <a:pt x="1823" y="1676"/>
                    <a:pt x="1774" y="1822"/>
                  </a:cubicBezTo>
                  <a:lnTo>
                    <a:pt x="1895" y="1871"/>
                  </a:lnTo>
                  <a:lnTo>
                    <a:pt x="1895" y="1895"/>
                  </a:lnTo>
                  <a:cubicBezTo>
                    <a:pt x="1944" y="1749"/>
                    <a:pt x="2017" y="1628"/>
                    <a:pt x="2114" y="1506"/>
                  </a:cubicBezTo>
                  <a:lnTo>
                    <a:pt x="1993" y="1409"/>
                  </a:lnTo>
                  <a:close/>
                  <a:moveTo>
                    <a:pt x="1628" y="2259"/>
                  </a:moveTo>
                  <a:cubicBezTo>
                    <a:pt x="1604" y="2405"/>
                    <a:pt x="1580" y="2551"/>
                    <a:pt x="1580" y="2697"/>
                  </a:cubicBezTo>
                  <a:lnTo>
                    <a:pt x="1701" y="2697"/>
                  </a:lnTo>
                  <a:cubicBezTo>
                    <a:pt x="1704" y="2559"/>
                    <a:pt x="1728" y="2421"/>
                    <a:pt x="1774" y="2284"/>
                  </a:cubicBezTo>
                  <a:lnTo>
                    <a:pt x="1628" y="2259"/>
                  </a:lnTo>
                  <a:close/>
                  <a:moveTo>
                    <a:pt x="1701" y="2697"/>
                  </a:moveTo>
                  <a:cubicBezTo>
                    <a:pt x="1701" y="2705"/>
                    <a:pt x="1701" y="2713"/>
                    <a:pt x="1701" y="2721"/>
                  </a:cubicBezTo>
                  <a:lnTo>
                    <a:pt x="1725" y="2697"/>
                  </a:lnTo>
                  <a:close/>
                  <a:moveTo>
                    <a:pt x="1774" y="3158"/>
                  </a:moveTo>
                  <a:lnTo>
                    <a:pt x="1628" y="3183"/>
                  </a:lnTo>
                  <a:cubicBezTo>
                    <a:pt x="1628" y="3304"/>
                    <a:pt x="1677" y="3401"/>
                    <a:pt x="1701" y="3523"/>
                  </a:cubicBezTo>
                  <a:lnTo>
                    <a:pt x="1725" y="3620"/>
                  </a:lnTo>
                  <a:lnTo>
                    <a:pt x="1871" y="3571"/>
                  </a:lnTo>
                  <a:lnTo>
                    <a:pt x="1847" y="3474"/>
                  </a:lnTo>
                  <a:cubicBezTo>
                    <a:pt x="1798" y="3377"/>
                    <a:pt x="1774" y="3255"/>
                    <a:pt x="1774" y="3158"/>
                  </a:cubicBezTo>
                  <a:close/>
                  <a:moveTo>
                    <a:pt x="3329" y="3863"/>
                  </a:moveTo>
                  <a:cubicBezTo>
                    <a:pt x="3232" y="3887"/>
                    <a:pt x="3061" y="3887"/>
                    <a:pt x="2867" y="3887"/>
                  </a:cubicBezTo>
                  <a:lnTo>
                    <a:pt x="2867" y="4054"/>
                  </a:lnTo>
                  <a:lnTo>
                    <a:pt x="2867" y="4054"/>
                  </a:lnTo>
                  <a:cubicBezTo>
                    <a:pt x="3049" y="4033"/>
                    <a:pt x="3189" y="4032"/>
                    <a:pt x="3329" y="4008"/>
                  </a:cubicBezTo>
                  <a:lnTo>
                    <a:pt x="3329" y="3863"/>
                  </a:lnTo>
                  <a:close/>
                  <a:moveTo>
                    <a:pt x="2867" y="4054"/>
                  </a:moveTo>
                  <a:cubicBezTo>
                    <a:pt x="2859" y="4055"/>
                    <a:pt x="2851" y="4056"/>
                    <a:pt x="2843" y="4057"/>
                  </a:cubicBezTo>
                  <a:lnTo>
                    <a:pt x="2867" y="4057"/>
                  </a:lnTo>
                  <a:lnTo>
                    <a:pt x="2867" y="4054"/>
                  </a:lnTo>
                  <a:close/>
                  <a:moveTo>
                    <a:pt x="2406" y="3960"/>
                  </a:moveTo>
                  <a:cubicBezTo>
                    <a:pt x="2284" y="3984"/>
                    <a:pt x="2163" y="4008"/>
                    <a:pt x="2041" y="4033"/>
                  </a:cubicBezTo>
                  <a:lnTo>
                    <a:pt x="2017" y="3984"/>
                  </a:lnTo>
                  <a:lnTo>
                    <a:pt x="1871" y="4033"/>
                  </a:lnTo>
                  <a:cubicBezTo>
                    <a:pt x="1944" y="4178"/>
                    <a:pt x="2017" y="4324"/>
                    <a:pt x="2090" y="4446"/>
                  </a:cubicBezTo>
                  <a:lnTo>
                    <a:pt x="2211" y="4373"/>
                  </a:lnTo>
                  <a:cubicBezTo>
                    <a:pt x="2163" y="4300"/>
                    <a:pt x="2138" y="4227"/>
                    <a:pt x="2090" y="4178"/>
                  </a:cubicBezTo>
                  <a:cubicBezTo>
                    <a:pt x="2211" y="4130"/>
                    <a:pt x="2333" y="4130"/>
                    <a:pt x="2430" y="4106"/>
                  </a:cubicBezTo>
                  <a:lnTo>
                    <a:pt x="2406" y="3960"/>
                  </a:lnTo>
                  <a:close/>
                  <a:moveTo>
                    <a:pt x="1531" y="4178"/>
                  </a:moveTo>
                  <a:cubicBezTo>
                    <a:pt x="1385" y="4227"/>
                    <a:pt x="1240" y="4300"/>
                    <a:pt x="1118" y="4349"/>
                  </a:cubicBezTo>
                  <a:lnTo>
                    <a:pt x="1185" y="4483"/>
                  </a:lnTo>
                  <a:lnTo>
                    <a:pt x="1185" y="4483"/>
                  </a:lnTo>
                  <a:cubicBezTo>
                    <a:pt x="1303" y="4416"/>
                    <a:pt x="1441" y="4370"/>
                    <a:pt x="1580" y="4324"/>
                  </a:cubicBezTo>
                  <a:lnTo>
                    <a:pt x="1531" y="4178"/>
                  </a:lnTo>
                  <a:close/>
                  <a:moveTo>
                    <a:pt x="1185" y="4483"/>
                  </a:moveTo>
                  <a:lnTo>
                    <a:pt x="1185" y="4483"/>
                  </a:lnTo>
                  <a:cubicBezTo>
                    <a:pt x="1179" y="4487"/>
                    <a:pt x="1173" y="4491"/>
                    <a:pt x="1167" y="4494"/>
                  </a:cubicBezTo>
                  <a:lnTo>
                    <a:pt x="1191" y="4494"/>
                  </a:lnTo>
                  <a:lnTo>
                    <a:pt x="1185" y="4483"/>
                  </a:lnTo>
                  <a:close/>
                  <a:moveTo>
                    <a:pt x="3426" y="4203"/>
                  </a:moveTo>
                  <a:cubicBezTo>
                    <a:pt x="3377" y="4324"/>
                    <a:pt x="3304" y="4446"/>
                    <a:pt x="3207" y="4519"/>
                  </a:cubicBezTo>
                  <a:lnTo>
                    <a:pt x="3304" y="4640"/>
                  </a:lnTo>
                  <a:cubicBezTo>
                    <a:pt x="3426" y="4543"/>
                    <a:pt x="3499" y="4397"/>
                    <a:pt x="3572" y="4251"/>
                  </a:cubicBezTo>
                  <a:lnTo>
                    <a:pt x="3426" y="4203"/>
                  </a:lnTo>
                  <a:close/>
                  <a:moveTo>
                    <a:pt x="2478" y="4664"/>
                  </a:moveTo>
                  <a:lnTo>
                    <a:pt x="2406" y="4786"/>
                  </a:lnTo>
                  <a:cubicBezTo>
                    <a:pt x="2503" y="4859"/>
                    <a:pt x="2624" y="4883"/>
                    <a:pt x="2746" y="4883"/>
                  </a:cubicBezTo>
                  <a:lnTo>
                    <a:pt x="2891" y="4883"/>
                  </a:lnTo>
                  <a:lnTo>
                    <a:pt x="2867" y="4737"/>
                  </a:lnTo>
                  <a:cubicBezTo>
                    <a:pt x="2831" y="4743"/>
                    <a:pt x="2796" y="4746"/>
                    <a:pt x="2762" y="4746"/>
                  </a:cubicBezTo>
                  <a:cubicBezTo>
                    <a:pt x="2661" y="4746"/>
                    <a:pt x="2570" y="4719"/>
                    <a:pt x="2478" y="4664"/>
                  </a:cubicBezTo>
                  <a:close/>
                  <a:moveTo>
                    <a:pt x="705" y="4616"/>
                  </a:moveTo>
                  <a:cubicBezTo>
                    <a:pt x="584" y="4713"/>
                    <a:pt x="486" y="4810"/>
                    <a:pt x="389" y="4932"/>
                  </a:cubicBezTo>
                  <a:lnTo>
                    <a:pt x="486" y="5004"/>
                  </a:lnTo>
                  <a:lnTo>
                    <a:pt x="486" y="5029"/>
                  </a:lnTo>
                  <a:cubicBezTo>
                    <a:pt x="584" y="4907"/>
                    <a:pt x="681" y="4810"/>
                    <a:pt x="802" y="4737"/>
                  </a:cubicBezTo>
                  <a:lnTo>
                    <a:pt x="705" y="4616"/>
                  </a:lnTo>
                  <a:close/>
                  <a:moveTo>
                    <a:pt x="146" y="5320"/>
                  </a:moveTo>
                  <a:cubicBezTo>
                    <a:pt x="74" y="5466"/>
                    <a:pt x="49" y="5612"/>
                    <a:pt x="25" y="5757"/>
                  </a:cubicBezTo>
                  <a:lnTo>
                    <a:pt x="171" y="5782"/>
                  </a:lnTo>
                  <a:cubicBezTo>
                    <a:pt x="171" y="5636"/>
                    <a:pt x="219" y="5515"/>
                    <a:pt x="268" y="5369"/>
                  </a:cubicBezTo>
                  <a:lnTo>
                    <a:pt x="146" y="5320"/>
                  </a:lnTo>
                  <a:close/>
                  <a:moveTo>
                    <a:pt x="1" y="6219"/>
                  </a:moveTo>
                  <a:cubicBezTo>
                    <a:pt x="25" y="6389"/>
                    <a:pt x="49" y="6535"/>
                    <a:pt x="98" y="6681"/>
                  </a:cubicBezTo>
                  <a:lnTo>
                    <a:pt x="219" y="6656"/>
                  </a:lnTo>
                  <a:cubicBezTo>
                    <a:pt x="195" y="6511"/>
                    <a:pt x="171" y="6365"/>
                    <a:pt x="171" y="6219"/>
                  </a:cubicBezTo>
                  <a:close/>
                  <a:moveTo>
                    <a:pt x="341" y="7045"/>
                  </a:moveTo>
                  <a:lnTo>
                    <a:pt x="219" y="7118"/>
                  </a:lnTo>
                  <a:cubicBezTo>
                    <a:pt x="268" y="7239"/>
                    <a:pt x="316" y="7385"/>
                    <a:pt x="389" y="7531"/>
                  </a:cubicBezTo>
                  <a:lnTo>
                    <a:pt x="535" y="7458"/>
                  </a:lnTo>
                  <a:cubicBezTo>
                    <a:pt x="462" y="7312"/>
                    <a:pt x="414" y="7191"/>
                    <a:pt x="341" y="7045"/>
                  </a:cubicBezTo>
                  <a:close/>
                  <a:moveTo>
                    <a:pt x="729" y="7871"/>
                  </a:moveTo>
                  <a:lnTo>
                    <a:pt x="608" y="7944"/>
                  </a:lnTo>
                  <a:lnTo>
                    <a:pt x="632" y="7992"/>
                  </a:lnTo>
                  <a:cubicBezTo>
                    <a:pt x="705" y="8114"/>
                    <a:pt x="778" y="8211"/>
                    <a:pt x="827" y="8308"/>
                  </a:cubicBezTo>
                  <a:lnTo>
                    <a:pt x="948" y="8235"/>
                  </a:lnTo>
                  <a:cubicBezTo>
                    <a:pt x="899" y="8138"/>
                    <a:pt x="827" y="8041"/>
                    <a:pt x="778" y="7920"/>
                  </a:cubicBezTo>
                  <a:lnTo>
                    <a:pt x="729" y="7871"/>
                  </a:lnTo>
                  <a:close/>
                  <a:moveTo>
                    <a:pt x="1191" y="8600"/>
                  </a:moveTo>
                  <a:lnTo>
                    <a:pt x="1069" y="8673"/>
                  </a:lnTo>
                  <a:cubicBezTo>
                    <a:pt x="1191" y="8794"/>
                    <a:pt x="1288" y="8915"/>
                    <a:pt x="1385" y="9037"/>
                  </a:cubicBezTo>
                  <a:lnTo>
                    <a:pt x="1482" y="8915"/>
                  </a:lnTo>
                  <a:cubicBezTo>
                    <a:pt x="1385" y="8818"/>
                    <a:pt x="1288" y="8697"/>
                    <a:pt x="1191" y="8600"/>
                  </a:cubicBezTo>
                  <a:close/>
                  <a:moveTo>
                    <a:pt x="1798" y="9231"/>
                  </a:moveTo>
                  <a:lnTo>
                    <a:pt x="1701" y="9353"/>
                  </a:lnTo>
                  <a:cubicBezTo>
                    <a:pt x="1823" y="9450"/>
                    <a:pt x="1944" y="9547"/>
                    <a:pt x="2065" y="9644"/>
                  </a:cubicBezTo>
                  <a:lnTo>
                    <a:pt x="2138" y="9523"/>
                  </a:lnTo>
                  <a:cubicBezTo>
                    <a:pt x="2017" y="9426"/>
                    <a:pt x="1920" y="9328"/>
                    <a:pt x="1798" y="9231"/>
                  </a:cubicBezTo>
                  <a:close/>
                  <a:moveTo>
                    <a:pt x="5029" y="9328"/>
                  </a:moveTo>
                  <a:cubicBezTo>
                    <a:pt x="4981" y="9328"/>
                    <a:pt x="4932" y="9328"/>
                    <a:pt x="4908" y="9353"/>
                  </a:cubicBezTo>
                  <a:lnTo>
                    <a:pt x="4932" y="9499"/>
                  </a:lnTo>
                  <a:lnTo>
                    <a:pt x="5053" y="9499"/>
                  </a:lnTo>
                  <a:cubicBezTo>
                    <a:pt x="5029" y="9523"/>
                    <a:pt x="5005" y="9547"/>
                    <a:pt x="4981" y="9571"/>
                  </a:cubicBezTo>
                  <a:lnTo>
                    <a:pt x="5078" y="9693"/>
                  </a:lnTo>
                  <a:cubicBezTo>
                    <a:pt x="5151" y="9644"/>
                    <a:pt x="5199" y="9571"/>
                    <a:pt x="5223" y="9474"/>
                  </a:cubicBezTo>
                  <a:cubicBezTo>
                    <a:pt x="5223" y="9450"/>
                    <a:pt x="5199" y="9328"/>
                    <a:pt x="5029" y="9328"/>
                  </a:cubicBezTo>
                  <a:close/>
                  <a:moveTo>
                    <a:pt x="2527" y="9717"/>
                  </a:moveTo>
                  <a:lnTo>
                    <a:pt x="2478" y="9863"/>
                  </a:lnTo>
                  <a:cubicBezTo>
                    <a:pt x="2600" y="9936"/>
                    <a:pt x="2746" y="9984"/>
                    <a:pt x="2891" y="10033"/>
                  </a:cubicBezTo>
                  <a:lnTo>
                    <a:pt x="2940" y="9887"/>
                  </a:lnTo>
                  <a:cubicBezTo>
                    <a:pt x="2794" y="9839"/>
                    <a:pt x="2673" y="9790"/>
                    <a:pt x="2527" y="9717"/>
                  </a:cubicBezTo>
                  <a:close/>
                  <a:moveTo>
                    <a:pt x="4470" y="9596"/>
                  </a:moveTo>
                  <a:cubicBezTo>
                    <a:pt x="4373" y="9693"/>
                    <a:pt x="4300" y="9814"/>
                    <a:pt x="4276" y="9936"/>
                  </a:cubicBezTo>
                  <a:lnTo>
                    <a:pt x="4203" y="9936"/>
                  </a:lnTo>
                  <a:lnTo>
                    <a:pt x="4252" y="10082"/>
                  </a:lnTo>
                  <a:lnTo>
                    <a:pt x="4373" y="10057"/>
                  </a:lnTo>
                  <a:cubicBezTo>
                    <a:pt x="4495" y="10033"/>
                    <a:pt x="4592" y="9984"/>
                    <a:pt x="4689" y="9960"/>
                  </a:cubicBezTo>
                  <a:lnTo>
                    <a:pt x="4616" y="9814"/>
                  </a:lnTo>
                  <a:lnTo>
                    <a:pt x="4446" y="9887"/>
                  </a:lnTo>
                  <a:cubicBezTo>
                    <a:pt x="4495" y="9814"/>
                    <a:pt x="4519" y="9766"/>
                    <a:pt x="4568" y="9717"/>
                  </a:cubicBezTo>
                  <a:lnTo>
                    <a:pt x="4470" y="9596"/>
                  </a:lnTo>
                  <a:close/>
                  <a:moveTo>
                    <a:pt x="3353" y="9984"/>
                  </a:moveTo>
                  <a:lnTo>
                    <a:pt x="3329" y="10130"/>
                  </a:lnTo>
                  <a:cubicBezTo>
                    <a:pt x="3450" y="10130"/>
                    <a:pt x="3547" y="10154"/>
                    <a:pt x="3669" y="10154"/>
                  </a:cubicBezTo>
                  <a:lnTo>
                    <a:pt x="3790" y="10154"/>
                  </a:lnTo>
                  <a:lnTo>
                    <a:pt x="3790" y="9984"/>
                  </a:lnTo>
                  <a:cubicBezTo>
                    <a:pt x="3742" y="9992"/>
                    <a:pt x="3693" y="9995"/>
                    <a:pt x="3644" y="9995"/>
                  </a:cubicBezTo>
                  <a:cubicBezTo>
                    <a:pt x="3547" y="9995"/>
                    <a:pt x="3450" y="9984"/>
                    <a:pt x="3353" y="9984"/>
                  </a:cubicBezTo>
                  <a:close/>
                  <a:moveTo>
                    <a:pt x="4203" y="10494"/>
                  </a:moveTo>
                  <a:cubicBezTo>
                    <a:pt x="4227" y="10640"/>
                    <a:pt x="4252" y="10810"/>
                    <a:pt x="4325" y="10956"/>
                  </a:cubicBezTo>
                  <a:lnTo>
                    <a:pt x="4446" y="10907"/>
                  </a:lnTo>
                  <a:cubicBezTo>
                    <a:pt x="4398" y="10786"/>
                    <a:pt x="4373" y="10640"/>
                    <a:pt x="4349" y="10494"/>
                  </a:cubicBezTo>
                  <a:close/>
                  <a:moveTo>
                    <a:pt x="4665" y="11248"/>
                  </a:moveTo>
                  <a:lnTo>
                    <a:pt x="4543" y="11345"/>
                  </a:lnTo>
                  <a:cubicBezTo>
                    <a:pt x="4640" y="11466"/>
                    <a:pt x="4762" y="11563"/>
                    <a:pt x="4883" y="11661"/>
                  </a:cubicBezTo>
                  <a:lnTo>
                    <a:pt x="4981" y="11563"/>
                  </a:lnTo>
                  <a:cubicBezTo>
                    <a:pt x="4859" y="11466"/>
                    <a:pt x="4762" y="11369"/>
                    <a:pt x="4665" y="11248"/>
                  </a:cubicBezTo>
                  <a:close/>
                  <a:moveTo>
                    <a:pt x="5345" y="11733"/>
                  </a:moveTo>
                  <a:lnTo>
                    <a:pt x="5296" y="11855"/>
                  </a:lnTo>
                  <a:cubicBezTo>
                    <a:pt x="5442" y="11928"/>
                    <a:pt x="5588" y="11952"/>
                    <a:pt x="5758" y="11976"/>
                  </a:cubicBezTo>
                  <a:lnTo>
                    <a:pt x="5758" y="11831"/>
                  </a:lnTo>
                  <a:cubicBezTo>
                    <a:pt x="5636" y="11806"/>
                    <a:pt x="5491" y="11782"/>
                    <a:pt x="5345" y="11733"/>
                  </a:cubicBezTo>
                  <a:close/>
                  <a:moveTo>
                    <a:pt x="6632" y="11758"/>
                  </a:moveTo>
                  <a:cubicBezTo>
                    <a:pt x="6487" y="11782"/>
                    <a:pt x="6365" y="11806"/>
                    <a:pt x="6219" y="11831"/>
                  </a:cubicBezTo>
                  <a:lnTo>
                    <a:pt x="6219" y="11976"/>
                  </a:lnTo>
                  <a:cubicBezTo>
                    <a:pt x="6365" y="11952"/>
                    <a:pt x="6511" y="11928"/>
                    <a:pt x="6681" y="11879"/>
                  </a:cubicBezTo>
                  <a:lnTo>
                    <a:pt x="6632" y="11758"/>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6" name="Google Shape;536;p31"/>
          <p:cNvGrpSpPr/>
          <p:nvPr/>
        </p:nvGrpSpPr>
        <p:grpSpPr>
          <a:xfrm flipH="1">
            <a:off x="8230789" y="1786718"/>
            <a:ext cx="1277992" cy="1010253"/>
            <a:chOff x="855987" y="2204128"/>
            <a:chExt cx="1217483" cy="962421"/>
          </a:xfrm>
        </p:grpSpPr>
        <p:grpSp>
          <p:nvGrpSpPr>
            <p:cNvPr id="537" name="Google Shape;537;p31"/>
            <p:cNvGrpSpPr/>
            <p:nvPr/>
          </p:nvGrpSpPr>
          <p:grpSpPr>
            <a:xfrm>
              <a:off x="855987" y="2204128"/>
              <a:ext cx="1146638" cy="962421"/>
              <a:chOff x="958238" y="2157575"/>
              <a:chExt cx="1115190" cy="936025"/>
            </a:xfrm>
          </p:grpSpPr>
          <p:sp>
            <p:nvSpPr>
              <p:cNvPr id="538" name="Google Shape;538;p31"/>
              <p:cNvSpPr/>
              <p:nvPr/>
            </p:nvSpPr>
            <p:spPr>
              <a:xfrm>
                <a:off x="1253863" y="21575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31"/>
              <p:cNvSpPr/>
              <p:nvPr/>
            </p:nvSpPr>
            <p:spPr>
              <a:xfrm>
                <a:off x="1441088" y="23251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31"/>
              <p:cNvSpPr/>
              <p:nvPr/>
            </p:nvSpPr>
            <p:spPr>
              <a:xfrm>
                <a:off x="997663" y="233495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31"/>
              <p:cNvSpPr/>
              <p:nvPr/>
            </p:nvSpPr>
            <p:spPr>
              <a:xfrm>
                <a:off x="958238" y="255172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31"/>
              <p:cNvSpPr/>
              <p:nvPr/>
            </p:nvSpPr>
            <p:spPr>
              <a:xfrm>
                <a:off x="1165163" y="2601000"/>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31"/>
              <p:cNvSpPr/>
              <p:nvPr/>
            </p:nvSpPr>
            <p:spPr>
              <a:xfrm>
                <a:off x="1450928" y="2561600"/>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44" name="Google Shape;544;p31"/>
            <p:cNvSpPr/>
            <p:nvPr/>
          </p:nvSpPr>
          <p:spPr>
            <a:xfrm>
              <a:off x="926851" y="2206843"/>
              <a:ext cx="1146619" cy="869887"/>
            </a:xfrm>
            <a:custGeom>
              <a:avLst/>
              <a:gdLst/>
              <a:ahLst/>
              <a:cxnLst/>
              <a:rect l="l" t="t" r="r" b="b"/>
              <a:pathLst>
                <a:path w="6074" h="4608" extrusionOk="0">
                  <a:moveTo>
                    <a:pt x="1749" y="936"/>
                  </a:moveTo>
                  <a:cubicBezTo>
                    <a:pt x="1968" y="985"/>
                    <a:pt x="2187" y="1131"/>
                    <a:pt x="2284" y="1325"/>
                  </a:cubicBezTo>
                  <a:cubicBezTo>
                    <a:pt x="2284" y="1398"/>
                    <a:pt x="2260" y="1446"/>
                    <a:pt x="2211" y="1471"/>
                  </a:cubicBezTo>
                  <a:cubicBezTo>
                    <a:pt x="2162" y="1519"/>
                    <a:pt x="2114" y="1519"/>
                    <a:pt x="2065" y="1544"/>
                  </a:cubicBezTo>
                  <a:cubicBezTo>
                    <a:pt x="1871" y="1544"/>
                    <a:pt x="1725" y="1276"/>
                    <a:pt x="1677" y="1155"/>
                  </a:cubicBezTo>
                  <a:lnTo>
                    <a:pt x="1677" y="1131"/>
                  </a:lnTo>
                  <a:cubicBezTo>
                    <a:pt x="1701" y="1058"/>
                    <a:pt x="1725" y="1009"/>
                    <a:pt x="1749" y="936"/>
                  </a:cubicBezTo>
                  <a:close/>
                  <a:moveTo>
                    <a:pt x="3936" y="1301"/>
                  </a:moveTo>
                  <a:lnTo>
                    <a:pt x="3936" y="1301"/>
                  </a:lnTo>
                  <a:cubicBezTo>
                    <a:pt x="3960" y="1446"/>
                    <a:pt x="3936" y="1616"/>
                    <a:pt x="3839" y="1762"/>
                  </a:cubicBezTo>
                  <a:cubicBezTo>
                    <a:pt x="3790" y="1714"/>
                    <a:pt x="3814" y="1495"/>
                    <a:pt x="3936" y="1301"/>
                  </a:cubicBezTo>
                  <a:close/>
                  <a:moveTo>
                    <a:pt x="750" y="2166"/>
                  </a:moveTo>
                  <a:cubicBezTo>
                    <a:pt x="776" y="2166"/>
                    <a:pt x="802" y="2169"/>
                    <a:pt x="826" y="2175"/>
                  </a:cubicBezTo>
                  <a:cubicBezTo>
                    <a:pt x="1142" y="2199"/>
                    <a:pt x="1264" y="2394"/>
                    <a:pt x="1264" y="2564"/>
                  </a:cubicBezTo>
                  <a:cubicBezTo>
                    <a:pt x="1264" y="2661"/>
                    <a:pt x="1166" y="2758"/>
                    <a:pt x="1045" y="2782"/>
                  </a:cubicBezTo>
                  <a:cubicBezTo>
                    <a:pt x="996" y="2758"/>
                    <a:pt x="924" y="2758"/>
                    <a:pt x="875" y="2734"/>
                  </a:cubicBezTo>
                  <a:cubicBezTo>
                    <a:pt x="705" y="2612"/>
                    <a:pt x="583" y="2442"/>
                    <a:pt x="535" y="2248"/>
                  </a:cubicBezTo>
                  <a:cubicBezTo>
                    <a:pt x="590" y="2193"/>
                    <a:pt x="672" y="2166"/>
                    <a:pt x="750" y="2166"/>
                  </a:cubicBezTo>
                  <a:close/>
                  <a:moveTo>
                    <a:pt x="5199" y="2588"/>
                  </a:moveTo>
                  <a:cubicBezTo>
                    <a:pt x="5078" y="2855"/>
                    <a:pt x="4883" y="3025"/>
                    <a:pt x="4762" y="3025"/>
                  </a:cubicBezTo>
                  <a:cubicBezTo>
                    <a:pt x="4713" y="3025"/>
                    <a:pt x="4665" y="3001"/>
                    <a:pt x="4640" y="2977"/>
                  </a:cubicBezTo>
                  <a:cubicBezTo>
                    <a:pt x="4567" y="2855"/>
                    <a:pt x="4592" y="2807"/>
                    <a:pt x="4592" y="2782"/>
                  </a:cubicBezTo>
                  <a:cubicBezTo>
                    <a:pt x="4640" y="2685"/>
                    <a:pt x="4883" y="2588"/>
                    <a:pt x="5150" y="2588"/>
                  </a:cubicBezTo>
                  <a:close/>
                  <a:moveTo>
                    <a:pt x="3596" y="3293"/>
                  </a:moveTo>
                  <a:cubicBezTo>
                    <a:pt x="3596" y="3293"/>
                    <a:pt x="3620" y="3317"/>
                    <a:pt x="3620" y="3317"/>
                  </a:cubicBezTo>
                  <a:cubicBezTo>
                    <a:pt x="3669" y="3390"/>
                    <a:pt x="3644" y="3608"/>
                    <a:pt x="3426" y="3851"/>
                  </a:cubicBezTo>
                  <a:cubicBezTo>
                    <a:pt x="3353" y="3754"/>
                    <a:pt x="3328" y="3633"/>
                    <a:pt x="3377" y="3511"/>
                  </a:cubicBezTo>
                  <a:cubicBezTo>
                    <a:pt x="3401" y="3414"/>
                    <a:pt x="3474" y="3341"/>
                    <a:pt x="3596" y="3317"/>
                  </a:cubicBezTo>
                  <a:lnTo>
                    <a:pt x="3596" y="3293"/>
                  </a:lnTo>
                  <a:close/>
                  <a:moveTo>
                    <a:pt x="1822" y="3366"/>
                  </a:moveTo>
                  <a:cubicBezTo>
                    <a:pt x="1847" y="3366"/>
                    <a:pt x="1944" y="3366"/>
                    <a:pt x="1968" y="3487"/>
                  </a:cubicBezTo>
                  <a:cubicBezTo>
                    <a:pt x="1944" y="3754"/>
                    <a:pt x="1798" y="3997"/>
                    <a:pt x="1555" y="4094"/>
                  </a:cubicBezTo>
                  <a:cubicBezTo>
                    <a:pt x="1482" y="3924"/>
                    <a:pt x="1507" y="3706"/>
                    <a:pt x="1604" y="3511"/>
                  </a:cubicBezTo>
                  <a:cubicBezTo>
                    <a:pt x="1652" y="3438"/>
                    <a:pt x="1725" y="3366"/>
                    <a:pt x="1822" y="3366"/>
                  </a:cubicBezTo>
                  <a:close/>
                  <a:moveTo>
                    <a:pt x="2745" y="159"/>
                  </a:moveTo>
                  <a:cubicBezTo>
                    <a:pt x="2867" y="159"/>
                    <a:pt x="3013" y="183"/>
                    <a:pt x="3158" y="256"/>
                  </a:cubicBezTo>
                  <a:cubicBezTo>
                    <a:pt x="3523" y="378"/>
                    <a:pt x="3814" y="693"/>
                    <a:pt x="3911" y="1058"/>
                  </a:cubicBezTo>
                  <a:cubicBezTo>
                    <a:pt x="3693" y="1325"/>
                    <a:pt x="3596" y="1714"/>
                    <a:pt x="3766" y="1859"/>
                  </a:cubicBezTo>
                  <a:cubicBezTo>
                    <a:pt x="3790" y="1908"/>
                    <a:pt x="3839" y="1932"/>
                    <a:pt x="3863" y="1932"/>
                  </a:cubicBezTo>
                  <a:cubicBezTo>
                    <a:pt x="3936" y="1932"/>
                    <a:pt x="3984" y="1884"/>
                    <a:pt x="4009" y="1835"/>
                  </a:cubicBezTo>
                  <a:cubicBezTo>
                    <a:pt x="4130" y="1616"/>
                    <a:pt x="4154" y="1349"/>
                    <a:pt x="4082" y="1106"/>
                  </a:cubicBezTo>
                  <a:cubicBezTo>
                    <a:pt x="4203" y="961"/>
                    <a:pt x="4397" y="863"/>
                    <a:pt x="4592" y="863"/>
                  </a:cubicBezTo>
                  <a:cubicBezTo>
                    <a:pt x="4762" y="863"/>
                    <a:pt x="4932" y="936"/>
                    <a:pt x="5053" y="1033"/>
                  </a:cubicBezTo>
                  <a:cubicBezTo>
                    <a:pt x="5466" y="1325"/>
                    <a:pt x="5466" y="1932"/>
                    <a:pt x="5272" y="2418"/>
                  </a:cubicBezTo>
                  <a:lnTo>
                    <a:pt x="5150" y="2418"/>
                  </a:lnTo>
                  <a:cubicBezTo>
                    <a:pt x="4907" y="2418"/>
                    <a:pt x="4567" y="2491"/>
                    <a:pt x="4470" y="2710"/>
                  </a:cubicBezTo>
                  <a:cubicBezTo>
                    <a:pt x="4397" y="2928"/>
                    <a:pt x="4543" y="3171"/>
                    <a:pt x="4762" y="3195"/>
                  </a:cubicBezTo>
                  <a:cubicBezTo>
                    <a:pt x="5029" y="3195"/>
                    <a:pt x="5248" y="2904"/>
                    <a:pt x="5369" y="2612"/>
                  </a:cubicBezTo>
                  <a:cubicBezTo>
                    <a:pt x="5612" y="2637"/>
                    <a:pt x="5806" y="2807"/>
                    <a:pt x="5879" y="3025"/>
                  </a:cubicBezTo>
                  <a:cubicBezTo>
                    <a:pt x="5903" y="3220"/>
                    <a:pt x="5831" y="3414"/>
                    <a:pt x="5685" y="3560"/>
                  </a:cubicBezTo>
                  <a:cubicBezTo>
                    <a:pt x="5320" y="3949"/>
                    <a:pt x="4810" y="4191"/>
                    <a:pt x="4252" y="4191"/>
                  </a:cubicBezTo>
                  <a:cubicBezTo>
                    <a:pt x="4082" y="4191"/>
                    <a:pt x="3887" y="4167"/>
                    <a:pt x="3741" y="4070"/>
                  </a:cubicBezTo>
                  <a:cubicBezTo>
                    <a:pt x="3669" y="4046"/>
                    <a:pt x="3620" y="4021"/>
                    <a:pt x="3571" y="3973"/>
                  </a:cubicBezTo>
                  <a:cubicBezTo>
                    <a:pt x="3814" y="3681"/>
                    <a:pt x="3887" y="3366"/>
                    <a:pt x="3766" y="3220"/>
                  </a:cubicBezTo>
                  <a:cubicBezTo>
                    <a:pt x="3717" y="3171"/>
                    <a:pt x="3669" y="3147"/>
                    <a:pt x="3596" y="3147"/>
                  </a:cubicBezTo>
                  <a:cubicBezTo>
                    <a:pt x="3426" y="3171"/>
                    <a:pt x="3280" y="3268"/>
                    <a:pt x="3231" y="3438"/>
                  </a:cubicBezTo>
                  <a:cubicBezTo>
                    <a:pt x="3158" y="3633"/>
                    <a:pt x="3207" y="3851"/>
                    <a:pt x="3328" y="3973"/>
                  </a:cubicBezTo>
                  <a:cubicBezTo>
                    <a:pt x="3037" y="4264"/>
                    <a:pt x="2648" y="4434"/>
                    <a:pt x="2260" y="4434"/>
                  </a:cubicBezTo>
                  <a:cubicBezTo>
                    <a:pt x="2215" y="4444"/>
                    <a:pt x="2169" y="4449"/>
                    <a:pt x="2124" y="4449"/>
                  </a:cubicBezTo>
                  <a:cubicBezTo>
                    <a:pt x="1946" y="4449"/>
                    <a:pt x="1768" y="4375"/>
                    <a:pt x="1652" y="4240"/>
                  </a:cubicBezTo>
                  <a:cubicBezTo>
                    <a:pt x="1944" y="4094"/>
                    <a:pt x="2138" y="3778"/>
                    <a:pt x="2138" y="3463"/>
                  </a:cubicBezTo>
                  <a:cubicBezTo>
                    <a:pt x="2116" y="3307"/>
                    <a:pt x="2013" y="3192"/>
                    <a:pt x="1865" y="3192"/>
                  </a:cubicBezTo>
                  <a:cubicBezTo>
                    <a:pt x="1851" y="3192"/>
                    <a:pt x="1837" y="3193"/>
                    <a:pt x="1822" y="3195"/>
                  </a:cubicBezTo>
                  <a:cubicBezTo>
                    <a:pt x="1677" y="3195"/>
                    <a:pt x="1531" y="3293"/>
                    <a:pt x="1458" y="3438"/>
                  </a:cubicBezTo>
                  <a:cubicBezTo>
                    <a:pt x="1337" y="3657"/>
                    <a:pt x="1312" y="3924"/>
                    <a:pt x="1409" y="4143"/>
                  </a:cubicBezTo>
                  <a:cubicBezTo>
                    <a:pt x="1361" y="4149"/>
                    <a:pt x="1314" y="4152"/>
                    <a:pt x="1268" y="4152"/>
                  </a:cubicBezTo>
                  <a:cubicBezTo>
                    <a:pt x="1130" y="4152"/>
                    <a:pt x="1002" y="4125"/>
                    <a:pt x="875" y="4070"/>
                  </a:cubicBezTo>
                  <a:cubicBezTo>
                    <a:pt x="535" y="3924"/>
                    <a:pt x="316" y="3633"/>
                    <a:pt x="268" y="3268"/>
                  </a:cubicBezTo>
                  <a:cubicBezTo>
                    <a:pt x="195" y="2977"/>
                    <a:pt x="243" y="2637"/>
                    <a:pt x="413" y="2370"/>
                  </a:cubicBezTo>
                  <a:cubicBezTo>
                    <a:pt x="486" y="2564"/>
                    <a:pt x="632" y="2734"/>
                    <a:pt x="802" y="2855"/>
                  </a:cubicBezTo>
                  <a:cubicBezTo>
                    <a:pt x="899" y="2880"/>
                    <a:pt x="972" y="2904"/>
                    <a:pt x="1069" y="2904"/>
                  </a:cubicBezTo>
                  <a:cubicBezTo>
                    <a:pt x="1264" y="2904"/>
                    <a:pt x="1434" y="2758"/>
                    <a:pt x="1434" y="2540"/>
                  </a:cubicBezTo>
                  <a:cubicBezTo>
                    <a:pt x="1434" y="2224"/>
                    <a:pt x="1166" y="1981"/>
                    <a:pt x="851" y="1981"/>
                  </a:cubicBezTo>
                  <a:cubicBezTo>
                    <a:pt x="828" y="1976"/>
                    <a:pt x="806" y="1974"/>
                    <a:pt x="784" y="1974"/>
                  </a:cubicBezTo>
                  <a:cubicBezTo>
                    <a:pt x="685" y="1974"/>
                    <a:pt x="590" y="2014"/>
                    <a:pt x="511" y="2054"/>
                  </a:cubicBezTo>
                  <a:cubicBezTo>
                    <a:pt x="438" y="1568"/>
                    <a:pt x="608" y="1058"/>
                    <a:pt x="1069" y="936"/>
                  </a:cubicBezTo>
                  <a:cubicBezTo>
                    <a:pt x="1194" y="901"/>
                    <a:pt x="1331" y="878"/>
                    <a:pt x="1463" y="878"/>
                  </a:cubicBezTo>
                  <a:cubicBezTo>
                    <a:pt x="1511" y="878"/>
                    <a:pt x="1558" y="881"/>
                    <a:pt x="1604" y="888"/>
                  </a:cubicBezTo>
                  <a:cubicBezTo>
                    <a:pt x="1555" y="1009"/>
                    <a:pt x="1507" y="1106"/>
                    <a:pt x="1507" y="1106"/>
                  </a:cubicBezTo>
                  <a:cubicBezTo>
                    <a:pt x="1507" y="1131"/>
                    <a:pt x="1507" y="1131"/>
                    <a:pt x="1507" y="1155"/>
                  </a:cubicBezTo>
                  <a:cubicBezTo>
                    <a:pt x="1531" y="1179"/>
                    <a:pt x="1725" y="1665"/>
                    <a:pt x="2065" y="1665"/>
                  </a:cubicBezTo>
                  <a:cubicBezTo>
                    <a:pt x="2162" y="1665"/>
                    <a:pt x="2235" y="1641"/>
                    <a:pt x="2308" y="1592"/>
                  </a:cubicBezTo>
                  <a:cubicBezTo>
                    <a:pt x="2405" y="1544"/>
                    <a:pt x="2478" y="1422"/>
                    <a:pt x="2454" y="1301"/>
                  </a:cubicBezTo>
                  <a:cubicBezTo>
                    <a:pt x="2357" y="1033"/>
                    <a:pt x="2114" y="839"/>
                    <a:pt x="1847" y="791"/>
                  </a:cubicBezTo>
                  <a:cubicBezTo>
                    <a:pt x="1992" y="426"/>
                    <a:pt x="2332" y="183"/>
                    <a:pt x="2745" y="159"/>
                  </a:cubicBezTo>
                  <a:close/>
                  <a:moveTo>
                    <a:pt x="2728" y="1"/>
                  </a:moveTo>
                  <a:cubicBezTo>
                    <a:pt x="2260" y="1"/>
                    <a:pt x="1815" y="296"/>
                    <a:pt x="1652" y="766"/>
                  </a:cubicBezTo>
                  <a:cubicBezTo>
                    <a:pt x="1569" y="748"/>
                    <a:pt x="1485" y="740"/>
                    <a:pt x="1403" y="740"/>
                  </a:cubicBezTo>
                  <a:cubicBezTo>
                    <a:pt x="1270" y="740"/>
                    <a:pt x="1141" y="760"/>
                    <a:pt x="1021" y="791"/>
                  </a:cubicBezTo>
                  <a:cubicBezTo>
                    <a:pt x="438" y="936"/>
                    <a:pt x="219" y="1616"/>
                    <a:pt x="341" y="2199"/>
                  </a:cubicBezTo>
                  <a:cubicBezTo>
                    <a:pt x="98" y="2515"/>
                    <a:pt x="0" y="2928"/>
                    <a:pt x="73" y="3317"/>
                  </a:cubicBezTo>
                  <a:cubicBezTo>
                    <a:pt x="146" y="3730"/>
                    <a:pt x="413" y="4070"/>
                    <a:pt x="802" y="4240"/>
                  </a:cubicBezTo>
                  <a:cubicBezTo>
                    <a:pt x="960" y="4293"/>
                    <a:pt x="1130" y="4332"/>
                    <a:pt x="1294" y="4332"/>
                  </a:cubicBezTo>
                  <a:cubicBezTo>
                    <a:pt x="1358" y="4332"/>
                    <a:pt x="1421" y="4326"/>
                    <a:pt x="1482" y="4313"/>
                  </a:cubicBezTo>
                  <a:cubicBezTo>
                    <a:pt x="1638" y="4491"/>
                    <a:pt x="1875" y="4607"/>
                    <a:pt x="2119" y="4607"/>
                  </a:cubicBezTo>
                  <a:cubicBezTo>
                    <a:pt x="2141" y="4607"/>
                    <a:pt x="2164" y="4606"/>
                    <a:pt x="2187" y="4604"/>
                  </a:cubicBezTo>
                  <a:lnTo>
                    <a:pt x="2260" y="4604"/>
                  </a:lnTo>
                  <a:cubicBezTo>
                    <a:pt x="2721" y="4580"/>
                    <a:pt x="3134" y="4410"/>
                    <a:pt x="3450" y="4094"/>
                  </a:cubicBezTo>
                  <a:cubicBezTo>
                    <a:pt x="3523" y="4143"/>
                    <a:pt x="3596" y="4191"/>
                    <a:pt x="3669" y="4240"/>
                  </a:cubicBezTo>
                  <a:cubicBezTo>
                    <a:pt x="3839" y="4313"/>
                    <a:pt x="4057" y="4361"/>
                    <a:pt x="4276" y="4361"/>
                  </a:cubicBezTo>
                  <a:cubicBezTo>
                    <a:pt x="4859" y="4361"/>
                    <a:pt x="5418" y="4094"/>
                    <a:pt x="5831" y="3681"/>
                  </a:cubicBezTo>
                  <a:cubicBezTo>
                    <a:pt x="6001" y="3487"/>
                    <a:pt x="6073" y="3244"/>
                    <a:pt x="6049" y="3001"/>
                  </a:cubicBezTo>
                  <a:cubicBezTo>
                    <a:pt x="5976" y="2710"/>
                    <a:pt x="5733" y="2491"/>
                    <a:pt x="5442" y="2467"/>
                  </a:cubicBezTo>
                  <a:cubicBezTo>
                    <a:pt x="5636" y="1908"/>
                    <a:pt x="5612" y="1252"/>
                    <a:pt x="5126" y="912"/>
                  </a:cubicBezTo>
                  <a:cubicBezTo>
                    <a:pt x="4972" y="781"/>
                    <a:pt x="4776" y="715"/>
                    <a:pt x="4580" y="715"/>
                  </a:cubicBezTo>
                  <a:cubicBezTo>
                    <a:pt x="4376" y="715"/>
                    <a:pt x="4170" y="787"/>
                    <a:pt x="4009" y="936"/>
                  </a:cubicBezTo>
                  <a:cubicBezTo>
                    <a:pt x="3887" y="548"/>
                    <a:pt x="3571" y="256"/>
                    <a:pt x="3207" y="110"/>
                  </a:cubicBezTo>
                  <a:cubicBezTo>
                    <a:pt x="3052" y="36"/>
                    <a:pt x="2889" y="1"/>
                    <a:pt x="27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45" name="Google Shape;545;p31"/>
          <p:cNvGrpSpPr/>
          <p:nvPr/>
        </p:nvGrpSpPr>
        <p:grpSpPr>
          <a:xfrm rot="10800000" flipH="1">
            <a:off x="3699498" y="-186820"/>
            <a:ext cx="1590405" cy="693261"/>
            <a:chOff x="3965010" y="571479"/>
            <a:chExt cx="1651683" cy="719972"/>
          </a:xfrm>
        </p:grpSpPr>
        <p:grpSp>
          <p:nvGrpSpPr>
            <p:cNvPr id="546" name="Google Shape;546;p31"/>
            <p:cNvGrpSpPr/>
            <p:nvPr/>
          </p:nvGrpSpPr>
          <p:grpSpPr>
            <a:xfrm>
              <a:off x="3965010" y="571479"/>
              <a:ext cx="1446820" cy="719972"/>
              <a:chOff x="3953250" y="571500"/>
              <a:chExt cx="1383325" cy="766825"/>
            </a:xfrm>
          </p:grpSpPr>
          <p:grpSp>
            <p:nvGrpSpPr>
              <p:cNvPr id="547" name="Google Shape;547;p31"/>
              <p:cNvGrpSpPr/>
              <p:nvPr/>
            </p:nvGrpSpPr>
            <p:grpSpPr>
              <a:xfrm>
                <a:off x="3953250" y="571500"/>
                <a:ext cx="1383165" cy="669650"/>
                <a:chOff x="897088" y="2374675"/>
                <a:chExt cx="1383165" cy="669650"/>
              </a:xfrm>
            </p:grpSpPr>
            <p:sp>
              <p:nvSpPr>
                <p:cNvPr id="548" name="Google Shape;548;p31"/>
                <p:cNvSpPr/>
                <p:nvPr/>
              </p:nvSpPr>
              <p:spPr>
                <a:xfrm>
                  <a:off x="1135613" y="2416700"/>
                  <a:ext cx="622500" cy="62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31"/>
                <p:cNvSpPr/>
                <p:nvPr/>
              </p:nvSpPr>
              <p:spPr>
                <a:xfrm>
                  <a:off x="1479050" y="2374675"/>
                  <a:ext cx="4926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31"/>
                <p:cNvSpPr/>
                <p:nvPr/>
              </p:nvSpPr>
              <p:spPr>
                <a:xfrm>
                  <a:off x="897088" y="2689700"/>
                  <a:ext cx="492600" cy="354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31"/>
                <p:cNvSpPr/>
                <p:nvPr/>
              </p:nvSpPr>
              <p:spPr>
                <a:xfrm>
                  <a:off x="1657753" y="2551725"/>
                  <a:ext cx="622500" cy="4926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52" name="Google Shape;552;p31"/>
              <p:cNvSpPr/>
              <p:nvPr/>
            </p:nvSpPr>
            <p:spPr>
              <a:xfrm>
                <a:off x="3972775" y="907225"/>
                <a:ext cx="1363800" cy="431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53" name="Google Shape;553;p31"/>
            <p:cNvSpPr/>
            <p:nvPr/>
          </p:nvSpPr>
          <p:spPr>
            <a:xfrm>
              <a:off x="4006544" y="571481"/>
              <a:ext cx="1610148" cy="660750"/>
            </a:xfrm>
            <a:custGeom>
              <a:avLst/>
              <a:gdLst/>
              <a:ahLst/>
              <a:cxnLst/>
              <a:rect l="l" t="t" r="r" b="b"/>
              <a:pathLst>
                <a:path w="3864" h="1872" extrusionOk="0">
                  <a:moveTo>
                    <a:pt x="1847" y="365"/>
                  </a:moveTo>
                  <a:cubicBezTo>
                    <a:pt x="1920" y="487"/>
                    <a:pt x="1920" y="633"/>
                    <a:pt x="1871" y="754"/>
                  </a:cubicBezTo>
                  <a:lnTo>
                    <a:pt x="1847" y="754"/>
                  </a:lnTo>
                  <a:cubicBezTo>
                    <a:pt x="1847" y="754"/>
                    <a:pt x="1823" y="754"/>
                    <a:pt x="1798" y="705"/>
                  </a:cubicBezTo>
                  <a:cubicBezTo>
                    <a:pt x="1774" y="608"/>
                    <a:pt x="1774" y="487"/>
                    <a:pt x="1847" y="390"/>
                  </a:cubicBezTo>
                  <a:lnTo>
                    <a:pt x="1847" y="365"/>
                  </a:lnTo>
                  <a:close/>
                  <a:moveTo>
                    <a:pt x="2891" y="584"/>
                  </a:moveTo>
                  <a:lnTo>
                    <a:pt x="2891" y="608"/>
                  </a:lnTo>
                  <a:cubicBezTo>
                    <a:pt x="2940" y="754"/>
                    <a:pt x="2940" y="900"/>
                    <a:pt x="2867" y="948"/>
                  </a:cubicBezTo>
                  <a:cubicBezTo>
                    <a:pt x="2831" y="960"/>
                    <a:pt x="2806" y="967"/>
                    <a:pt x="2791" y="967"/>
                  </a:cubicBezTo>
                  <a:cubicBezTo>
                    <a:pt x="2776" y="967"/>
                    <a:pt x="2770" y="960"/>
                    <a:pt x="2770" y="948"/>
                  </a:cubicBezTo>
                  <a:cubicBezTo>
                    <a:pt x="2770" y="803"/>
                    <a:pt x="2794" y="681"/>
                    <a:pt x="2891" y="584"/>
                  </a:cubicBezTo>
                  <a:close/>
                  <a:moveTo>
                    <a:pt x="754" y="1021"/>
                  </a:moveTo>
                  <a:cubicBezTo>
                    <a:pt x="851" y="1021"/>
                    <a:pt x="924" y="1070"/>
                    <a:pt x="972" y="1143"/>
                  </a:cubicBezTo>
                  <a:cubicBezTo>
                    <a:pt x="997" y="1216"/>
                    <a:pt x="972" y="1288"/>
                    <a:pt x="899" y="1337"/>
                  </a:cubicBezTo>
                  <a:cubicBezTo>
                    <a:pt x="887" y="1349"/>
                    <a:pt x="875" y="1355"/>
                    <a:pt x="863" y="1355"/>
                  </a:cubicBezTo>
                  <a:cubicBezTo>
                    <a:pt x="851" y="1355"/>
                    <a:pt x="839" y="1349"/>
                    <a:pt x="827" y="1337"/>
                  </a:cubicBezTo>
                  <a:cubicBezTo>
                    <a:pt x="754" y="1240"/>
                    <a:pt x="754" y="1143"/>
                    <a:pt x="754" y="1045"/>
                  </a:cubicBezTo>
                  <a:lnTo>
                    <a:pt x="754" y="1021"/>
                  </a:lnTo>
                  <a:close/>
                  <a:moveTo>
                    <a:pt x="2357" y="74"/>
                  </a:moveTo>
                  <a:cubicBezTo>
                    <a:pt x="2600" y="122"/>
                    <a:pt x="2794" y="268"/>
                    <a:pt x="2867" y="487"/>
                  </a:cubicBezTo>
                  <a:cubicBezTo>
                    <a:pt x="2746" y="608"/>
                    <a:pt x="2673" y="778"/>
                    <a:pt x="2697" y="973"/>
                  </a:cubicBezTo>
                  <a:cubicBezTo>
                    <a:pt x="2725" y="1015"/>
                    <a:pt x="2745" y="1041"/>
                    <a:pt x="2786" y="1041"/>
                  </a:cubicBezTo>
                  <a:cubicBezTo>
                    <a:pt x="2815" y="1041"/>
                    <a:pt x="2855" y="1027"/>
                    <a:pt x="2916" y="997"/>
                  </a:cubicBezTo>
                  <a:cubicBezTo>
                    <a:pt x="3061" y="924"/>
                    <a:pt x="3037" y="681"/>
                    <a:pt x="2964" y="487"/>
                  </a:cubicBezTo>
                  <a:cubicBezTo>
                    <a:pt x="2989" y="462"/>
                    <a:pt x="3013" y="462"/>
                    <a:pt x="3061" y="462"/>
                  </a:cubicBezTo>
                  <a:cubicBezTo>
                    <a:pt x="3329" y="535"/>
                    <a:pt x="3572" y="730"/>
                    <a:pt x="3693" y="997"/>
                  </a:cubicBezTo>
                  <a:cubicBezTo>
                    <a:pt x="3766" y="1143"/>
                    <a:pt x="3766" y="1337"/>
                    <a:pt x="3644" y="1483"/>
                  </a:cubicBezTo>
                  <a:cubicBezTo>
                    <a:pt x="3474" y="1677"/>
                    <a:pt x="2819" y="1799"/>
                    <a:pt x="1774" y="1799"/>
                  </a:cubicBezTo>
                  <a:cubicBezTo>
                    <a:pt x="1118" y="1799"/>
                    <a:pt x="535" y="1750"/>
                    <a:pt x="535" y="1750"/>
                  </a:cubicBezTo>
                  <a:cubicBezTo>
                    <a:pt x="316" y="1726"/>
                    <a:pt x="195" y="1653"/>
                    <a:pt x="146" y="1507"/>
                  </a:cubicBezTo>
                  <a:cubicBezTo>
                    <a:pt x="98" y="1386"/>
                    <a:pt x="219" y="1216"/>
                    <a:pt x="438" y="1118"/>
                  </a:cubicBezTo>
                  <a:cubicBezTo>
                    <a:pt x="511" y="1070"/>
                    <a:pt x="584" y="1045"/>
                    <a:pt x="681" y="1045"/>
                  </a:cubicBezTo>
                  <a:cubicBezTo>
                    <a:pt x="657" y="1167"/>
                    <a:pt x="705" y="1288"/>
                    <a:pt x="778" y="1410"/>
                  </a:cubicBezTo>
                  <a:cubicBezTo>
                    <a:pt x="808" y="1440"/>
                    <a:pt x="857" y="1461"/>
                    <a:pt x="901" y="1461"/>
                  </a:cubicBezTo>
                  <a:cubicBezTo>
                    <a:pt x="928" y="1461"/>
                    <a:pt x="954" y="1453"/>
                    <a:pt x="972" y="1434"/>
                  </a:cubicBezTo>
                  <a:cubicBezTo>
                    <a:pt x="1070" y="1361"/>
                    <a:pt x="1118" y="1240"/>
                    <a:pt x="1094" y="1118"/>
                  </a:cubicBezTo>
                  <a:cubicBezTo>
                    <a:pt x="1045" y="1021"/>
                    <a:pt x="924" y="924"/>
                    <a:pt x="802" y="924"/>
                  </a:cubicBezTo>
                  <a:cubicBezTo>
                    <a:pt x="851" y="681"/>
                    <a:pt x="1021" y="462"/>
                    <a:pt x="1264" y="365"/>
                  </a:cubicBezTo>
                  <a:cubicBezTo>
                    <a:pt x="1395" y="278"/>
                    <a:pt x="1517" y="234"/>
                    <a:pt x="1621" y="234"/>
                  </a:cubicBezTo>
                  <a:cubicBezTo>
                    <a:pt x="1689" y="234"/>
                    <a:pt x="1750" y="254"/>
                    <a:pt x="1798" y="292"/>
                  </a:cubicBezTo>
                  <a:cubicBezTo>
                    <a:pt x="1701" y="414"/>
                    <a:pt x="1677" y="584"/>
                    <a:pt x="1750" y="730"/>
                  </a:cubicBezTo>
                  <a:cubicBezTo>
                    <a:pt x="1750" y="778"/>
                    <a:pt x="1798" y="827"/>
                    <a:pt x="1871" y="827"/>
                  </a:cubicBezTo>
                  <a:cubicBezTo>
                    <a:pt x="1895" y="827"/>
                    <a:pt x="1920" y="803"/>
                    <a:pt x="1944" y="778"/>
                  </a:cubicBezTo>
                  <a:cubicBezTo>
                    <a:pt x="2041" y="633"/>
                    <a:pt x="2017" y="438"/>
                    <a:pt x="1920" y="292"/>
                  </a:cubicBezTo>
                  <a:cubicBezTo>
                    <a:pt x="1993" y="220"/>
                    <a:pt x="2090" y="147"/>
                    <a:pt x="2187" y="122"/>
                  </a:cubicBezTo>
                  <a:cubicBezTo>
                    <a:pt x="2236" y="98"/>
                    <a:pt x="2308" y="98"/>
                    <a:pt x="2357" y="74"/>
                  </a:cubicBezTo>
                  <a:close/>
                  <a:moveTo>
                    <a:pt x="2333" y="1"/>
                  </a:moveTo>
                  <a:cubicBezTo>
                    <a:pt x="2260" y="1"/>
                    <a:pt x="2211" y="25"/>
                    <a:pt x="2138" y="50"/>
                  </a:cubicBezTo>
                  <a:cubicBezTo>
                    <a:pt x="2017" y="74"/>
                    <a:pt x="1920" y="147"/>
                    <a:pt x="1823" y="244"/>
                  </a:cubicBezTo>
                  <a:cubicBezTo>
                    <a:pt x="1756" y="188"/>
                    <a:pt x="1674" y="158"/>
                    <a:pt x="1579" y="158"/>
                  </a:cubicBezTo>
                  <a:cubicBezTo>
                    <a:pt x="1466" y="158"/>
                    <a:pt x="1336" y="200"/>
                    <a:pt x="1191" y="292"/>
                  </a:cubicBezTo>
                  <a:cubicBezTo>
                    <a:pt x="924" y="414"/>
                    <a:pt x="754" y="657"/>
                    <a:pt x="681" y="948"/>
                  </a:cubicBezTo>
                  <a:cubicBezTo>
                    <a:pt x="584" y="948"/>
                    <a:pt x="487" y="973"/>
                    <a:pt x="414" y="1021"/>
                  </a:cubicBezTo>
                  <a:cubicBezTo>
                    <a:pt x="146" y="1167"/>
                    <a:pt x="1" y="1361"/>
                    <a:pt x="49" y="1531"/>
                  </a:cubicBezTo>
                  <a:cubicBezTo>
                    <a:pt x="74" y="1701"/>
                    <a:pt x="268" y="1823"/>
                    <a:pt x="511" y="1847"/>
                  </a:cubicBezTo>
                  <a:cubicBezTo>
                    <a:pt x="511" y="1847"/>
                    <a:pt x="1118" y="1871"/>
                    <a:pt x="1774" y="1871"/>
                  </a:cubicBezTo>
                  <a:cubicBezTo>
                    <a:pt x="2867" y="1871"/>
                    <a:pt x="3523" y="1774"/>
                    <a:pt x="3717" y="1556"/>
                  </a:cubicBezTo>
                  <a:cubicBezTo>
                    <a:pt x="3839" y="1386"/>
                    <a:pt x="3863" y="1167"/>
                    <a:pt x="3766" y="973"/>
                  </a:cubicBezTo>
                  <a:cubicBezTo>
                    <a:pt x="3620" y="681"/>
                    <a:pt x="3353" y="438"/>
                    <a:pt x="3037" y="365"/>
                  </a:cubicBezTo>
                  <a:cubicBezTo>
                    <a:pt x="2989" y="365"/>
                    <a:pt x="2940" y="390"/>
                    <a:pt x="2916" y="414"/>
                  </a:cubicBezTo>
                  <a:cubicBezTo>
                    <a:pt x="2819" y="171"/>
                    <a:pt x="2600" y="25"/>
                    <a:pt x="23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body" idx="1"/>
          </p:nvPr>
        </p:nvSpPr>
        <p:spPr>
          <a:xfrm>
            <a:off x="713825" y="1161025"/>
            <a:ext cx="7630200" cy="3461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 name="Google Shape;7;p19"/>
          <p:cNvSpPr txBox="1">
            <a:spLocks noGrp="1"/>
          </p:cNvSpPr>
          <p:nvPr>
            <p:ph type="title"/>
          </p:nvPr>
        </p:nvSpPr>
        <p:spPr>
          <a:xfrm>
            <a:off x="830025" y="227975"/>
            <a:ext cx="7028400" cy="5115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image" Target="../media/image25.png"/><Relationship Id="rId5" Type="http://schemas.openxmlformats.org/officeDocument/2006/relationships/diagramQuickStyle" Target="../diagrams/quickStyle2.xml"/><Relationship Id="rId10" Type="http://schemas.openxmlformats.org/officeDocument/2006/relationships/image" Target="../media/image22.png"/><Relationship Id="rId4" Type="http://schemas.openxmlformats.org/officeDocument/2006/relationships/diagramLayout" Target="../diagrams/layout2.xml"/><Relationship Id="rId9"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11" name="Google Shape;558;p1">
            <a:extLst>
              <a:ext uri="{FF2B5EF4-FFF2-40B4-BE49-F238E27FC236}">
                <a16:creationId xmlns:a16="http://schemas.microsoft.com/office/drawing/2014/main" id="{B06AB19D-84E7-4E60-B785-4872749DDAD0}"/>
              </a:ext>
            </a:extLst>
          </p:cNvPr>
          <p:cNvSpPr txBox="1">
            <a:spLocks noGrp="1"/>
          </p:cNvSpPr>
          <p:nvPr>
            <p:ph type="subTitle" idx="1"/>
          </p:nvPr>
        </p:nvSpPr>
        <p:spPr>
          <a:xfrm>
            <a:off x="2322000" y="3195925"/>
            <a:ext cx="4500000" cy="442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en-US" dirty="0"/>
              <a:t>DS200.L21 – Bigdata </a:t>
            </a:r>
            <a:r>
              <a:rPr lang="en-US" dirty="0" err="1"/>
              <a:t>trong</a:t>
            </a:r>
            <a:r>
              <a:rPr lang="en-US" dirty="0"/>
              <a:t> khoa </a:t>
            </a:r>
            <a:r>
              <a:rPr lang="en-US" dirty="0" err="1"/>
              <a:t>học</a:t>
            </a:r>
            <a:r>
              <a:rPr lang="en-US" dirty="0"/>
              <a:t> </a:t>
            </a:r>
            <a:r>
              <a:rPr lang="en-US" dirty="0" err="1"/>
              <a:t>dữ</a:t>
            </a:r>
            <a:r>
              <a:rPr lang="en-US" dirty="0"/>
              <a:t> </a:t>
            </a:r>
            <a:r>
              <a:rPr lang="en-US" dirty="0" err="1"/>
              <a:t>liệu</a:t>
            </a:r>
            <a:endParaRPr dirty="0"/>
          </a:p>
        </p:txBody>
      </p:sp>
      <p:sp>
        <p:nvSpPr>
          <p:cNvPr id="12" name="Google Shape;559;p1">
            <a:extLst>
              <a:ext uri="{FF2B5EF4-FFF2-40B4-BE49-F238E27FC236}">
                <a16:creationId xmlns:a16="http://schemas.microsoft.com/office/drawing/2014/main" id="{5CAE55A3-073C-4647-9BC4-44E818C3BD61}"/>
              </a:ext>
            </a:extLst>
          </p:cNvPr>
          <p:cNvSpPr txBox="1">
            <a:spLocks noGrp="1"/>
          </p:cNvSpPr>
          <p:nvPr>
            <p:ph type="title"/>
          </p:nvPr>
        </p:nvSpPr>
        <p:spPr>
          <a:xfrm>
            <a:off x="1780650" y="1031575"/>
            <a:ext cx="5582700" cy="237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500"/>
              <a:buNone/>
            </a:pPr>
            <a:r>
              <a:rPr lang="en-US" sz="4500" dirty="0">
                <a:highlight>
                  <a:srgbClr val="E4E8EE"/>
                </a:highlight>
              </a:rPr>
              <a:t>A Hybrid Movie Recommendation System</a:t>
            </a:r>
            <a:endParaRPr sz="4500" dirty="0"/>
          </a:p>
        </p:txBody>
      </p:sp>
      <p:sp>
        <p:nvSpPr>
          <p:cNvPr id="13" name="Google Shape;560;p1">
            <a:extLst>
              <a:ext uri="{FF2B5EF4-FFF2-40B4-BE49-F238E27FC236}">
                <a16:creationId xmlns:a16="http://schemas.microsoft.com/office/drawing/2014/main" id="{7AC342DD-0BB7-4D57-9831-022D212B5276}"/>
              </a:ext>
            </a:extLst>
          </p:cNvPr>
          <p:cNvSpPr txBox="1">
            <a:spLocks/>
          </p:cNvSpPr>
          <p:nvPr/>
        </p:nvSpPr>
        <p:spPr>
          <a:xfrm>
            <a:off x="2967675" y="3638425"/>
            <a:ext cx="4500000" cy="85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indent="0" algn="l"/>
            <a:r>
              <a:rPr lang="en-US"/>
              <a:t>GVHD: TS.Đỗ Trọng Hợp</a:t>
            </a:r>
          </a:p>
          <a:p>
            <a:pPr marL="0" indent="0" algn="l"/>
            <a:r>
              <a:rPr lang="en-US"/>
              <a:t>Sinh viên: 18520676 - Võ Kiều Hoa</a:t>
            </a:r>
          </a:p>
          <a:p>
            <a:pPr marL="0" indent="0" algn="l"/>
            <a:r>
              <a:rPr lang="en-US"/>
              <a:t>                 18520384 - Nguyễn Thị Thắm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2"/>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Nội dung</a:t>
            </a:r>
            <a:endParaRPr/>
          </a:p>
        </p:txBody>
      </p:sp>
      <p:sp>
        <p:nvSpPr>
          <p:cNvPr id="565" name="Google Shape;565;p2"/>
          <p:cNvSpPr txBox="1">
            <a:spLocks noGrp="1"/>
          </p:cNvSpPr>
          <p:nvPr>
            <p:ph type="body" idx="1"/>
          </p:nvPr>
        </p:nvSpPr>
        <p:spPr>
          <a:xfrm>
            <a:off x="1210733" y="1066600"/>
            <a:ext cx="7133392" cy="3505425"/>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rgbClr val="5A5A5A"/>
              </a:buClr>
              <a:buSzPts val="1100"/>
              <a:buNone/>
            </a:pPr>
            <a:r>
              <a:rPr lang="en-US" sz="2400"/>
              <a:t>1. Giới thiệu</a:t>
            </a:r>
            <a:endParaRPr sz="2400"/>
          </a:p>
          <a:p>
            <a:pPr marL="0" lvl="0" indent="0" algn="l" rtl="0">
              <a:lnSpc>
                <a:spcPct val="150000"/>
              </a:lnSpc>
              <a:spcBef>
                <a:spcPts val="0"/>
              </a:spcBef>
              <a:spcAft>
                <a:spcPts val="0"/>
              </a:spcAft>
              <a:buClr>
                <a:srgbClr val="5A5A5A"/>
              </a:buClr>
              <a:buSzPts val="1100"/>
              <a:buNone/>
            </a:pPr>
            <a:r>
              <a:rPr lang="en-US" sz="2400"/>
              <a:t>2. Dữ liệu</a:t>
            </a:r>
            <a:endParaRPr sz="2400"/>
          </a:p>
          <a:p>
            <a:pPr marL="0" lvl="0" indent="0" algn="l" rtl="0">
              <a:lnSpc>
                <a:spcPct val="150000"/>
              </a:lnSpc>
              <a:spcBef>
                <a:spcPts val="0"/>
              </a:spcBef>
              <a:spcAft>
                <a:spcPts val="0"/>
              </a:spcAft>
              <a:buClr>
                <a:srgbClr val="5A5A5A"/>
              </a:buClr>
              <a:buSzPts val="1100"/>
              <a:buNone/>
            </a:pPr>
            <a:r>
              <a:rPr lang="en-US" sz="2400"/>
              <a:t>3. Phương pháp</a:t>
            </a:r>
            <a:endParaRPr sz="2400"/>
          </a:p>
          <a:p>
            <a:pPr marL="0" lvl="0" indent="0" algn="l" rtl="0">
              <a:lnSpc>
                <a:spcPct val="150000"/>
              </a:lnSpc>
              <a:spcBef>
                <a:spcPts val="0"/>
              </a:spcBef>
              <a:spcAft>
                <a:spcPts val="0"/>
              </a:spcAft>
              <a:buClr>
                <a:srgbClr val="5A5A5A"/>
              </a:buClr>
              <a:buSzPts val="1100"/>
              <a:buNone/>
            </a:pPr>
            <a:r>
              <a:rPr lang="en-US" sz="2400"/>
              <a:t>4. Kết quả thực nghiệm</a:t>
            </a:r>
            <a:endParaRPr sz="2400"/>
          </a:p>
          <a:p>
            <a:pPr marL="0" lvl="0" indent="0" algn="l" rtl="0">
              <a:lnSpc>
                <a:spcPct val="150000"/>
              </a:lnSpc>
              <a:spcBef>
                <a:spcPts val="0"/>
              </a:spcBef>
              <a:spcAft>
                <a:spcPts val="0"/>
              </a:spcAft>
              <a:buClr>
                <a:srgbClr val="5A5A5A"/>
              </a:buClr>
              <a:buSzPts val="1100"/>
              <a:buNone/>
            </a:pPr>
            <a:r>
              <a:rPr lang="en-US" sz="2400"/>
              <a:t>5. Kết luận và hướng phát triển</a:t>
            </a:r>
            <a:endParaRPr sz="2400"/>
          </a:p>
          <a:p>
            <a:pPr marL="0" lvl="0" indent="0" algn="l" rtl="0">
              <a:lnSpc>
                <a:spcPct val="150000"/>
              </a:lnSpc>
              <a:spcBef>
                <a:spcPts val="0"/>
              </a:spcBef>
              <a:spcAft>
                <a:spcPts val="0"/>
              </a:spcAft>
              <a:buClr>
                <a:srgbClr val="5A5A5A"/>
              </a:buClr>
              <a:buSzPts val="1100"/>
              <a:buNone/>
            </a:pPr>
            <a:r>
              <a:rPr lang="en-US" sz="2400"/>
              <a:t>6. Demo</a:t>
            </a:r>
            <a:endParaRPr sz="2400"/>
          </a:p>
        </p:txBody>
      </p:sp>
      <p:sp>
        <p:nvSpPr>
          <p:cNvPr id="566" name="Google Shape;566;p2"/>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3"/>
          <p:cNvSpPr txBox="1">
            <a:spLocks noGrp="1"/>
          </p:cNvSpPr>
          <p:nvPr>
            <p:ph type="title"/>
          </p:nvPr>
        </p:nvSpPr>
        <p:spPr>
          <a:xfrm>
            <a:off x="3278250" y="2532650"/>
            <a:ext cx="2587500" cy="627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4200"/>
              <a:buNone/>
            </a:pPr>
            <a:r>
              <a:rPr lang="en-US"/>
              <a:t>Giới thiệu</a:t>
            </a:r>
            <a:endParaRPr/>
          </a:p>
        </p:txBody>
      </p:sp>
      <p:sp>
        <p:nvSpPr>
          <p:cNvPr id="572" name="Google Shape;572;p3"/>
          <p:cNvSpPr txBox="1">
            <a:spLocks noGrp="1"/>
          </p:cNvSpPr>
          <p:nvPr>
            <p:ph type="title" idx="2"/>
          </p:nvPr>
        </p:nvSpPr>
        <p:spPr>
          <a:xfrm>
            <a:off x="3507450" y="1220213"/>
            <a:ext cx="2129100" cy="1379700"/>
          </a:xfrm>
          <a:prstGeom prst="rect">
            <a:avLst/>
          </a:prstGeom>
          <a:noFill/>
          <a:ln>
            <a:noFill/>
          </a:ln>
        </p:spPr>
        <p:txBody>
          <a:bodyPr spcFirstLastPara="1" wrap="square" lIns="91425" tIns="91425" rIns="0" bIns="91425" anchor="t" anchorCtr="0">
            <a:noAutofit/>
          </a:bodyPr>
          <a:lstStyle/>
          <a:p>
            <a:pPr marL="0" lvl="0" indent="0" algn="ctr" rtl="0">
              <a:lnSpc>
                <a:spcPct val="100000"/>
              </a:lnSpc>
              <a:spcBef>
                <a:spcPts val="0"/>
              </a:spcBef>
              <a:spcAft>
                <a:spcPts val="0"/>
              </a:spcAft>
              <a:buSzPts val="12000"/>
              <a:buNone/>
            </a:pPr>
            <a:r>
              <a:rPr lang="en-US"/>
              <a:t>01</a:t>
            </a:r>
            <a:endParaRPr/>
          </a:p>
        </p:txBody>
      </p:sp>
      <p:grpSp>
        <p:nvGrpSpPr>
          <p:cNvPr id="573" name="Google Shape;573;p3"/>
          <p:cNvGrpSpPr/>
          <p:nvPr/>
        </p:nvGrpSpPr>
        <p:grpSpPr>
          <a:xfrm>
            <a:off x="6336582" y="2157568"/>
            <a:ext cx="2019247" cy="2985928"/>
            <a:chOff x="875223" y="1775436"/>
            <a:chExt cx="619116" cy="990555"/>
          </a:xfrm>
        </p:grpSpPr>
        <p:sp>
          <p:nvSpPr>
            <p:cNvPr id="574" name="Google Shape;574;p3"/>
            <p:cNvSpPr/>
            <p:nvPr/>
          </p:nvSpPr>
          <p:spPr>
            <a:xfrm>
              <a:off x="987952" y="2242026"/>
              <a:ext cx="463895" cy="391471"/>
            </a:xfrm>
            <a:custGeom>
              <a:avLst/>
              <a:gdLst/>
              <a:ahLst/>
              <a:cxnLst/>
              <a:rect l="l" t="t" r="r" b="b"/>
              <a:pathLst>
                <a:path w="8045" h="6789" extrusionOk="0">
                  <a:moveTo>
                    <a:pt x="4322" y="1"/>
                  </a:moveTo>
                  <a:cubicBezTo>
                    <a:pt x="3124" y="1"/>
                    <a:pt x="2516" y="330"/>
                    <a:pt x="2516" y="330"/>
                  </a:cubicBezTo>
                  <a:cubicBezTo>
                    <a:pt x="2516" y="330"/>
                    <a:pt x="890" y="634"/>
                    <a:pt x="348" y="3062"/>
                  </a:cubicBezTo>
                  <a:cubicBezTo>
                    <a:pt x="1" y="4450"/>
                    <a:pt x="543" y="5902"/>
                    <a:pt x="1692" y="6748"/>
                  </a:cubicBezTo>
                  <a:cubicBezTo>
                    <a:pt x="1692" y="6748"/>
                    <a:pt x="2869" y="6789"/>
                    <a:pt x="4061" y="6789"/>
                  </a:cubicBezTo>
                  <a:cubicBezTo>
                    <a:pt x="5167" y="6789"/>
                    <a:pt x="6285" y="6753"/>
                    <a:pt x="6483" y="6618"/>
                  </a:cubicBezTo>
                  <a:cubicBezTo>
                    <a:pt x="8044" y="5620"/>
                    <a:pt x="7632" y="439"/>
                    <a:pt x="5595" y="114"/>
                  </a:cubicBezTo>
                  <a:cubicBezTo>
                    <a:pt x="5115" y="32"/>
                    <a:pt x="4691" y="1"/>
                    <a:pt x="432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3"/>
            <p:cNvSpPr/>
            <p:nvPr/>
          </p:nvSpPr>
          <p:spPr>
            <a:xfrm>
              <a:off x="1236761" y="1807957"/>
              <a:ext cx="257578" cy="203145"/>
            </a:xfrm>
            <a:custGeom>
              <a:avLst/>
              <a:gdLst/>
              <a:ahLst/>
              <a:cxnLst/>
              <a:rect l="l" t="t" r="r" b="b"/>
              <a:pathLst>
                <a:path w="4467" h="3523" extrusionOk="0">
                  <a:moveTo>
                    <a:pt x="2718" y="1"/>
                  </a:moveTo>
                  <a:cubicBezTo>
                    <a:pt x="2700" y="1"/>
                    <a:pt x="2683" y="4"/>
                    <a:pt x="2667" y="10"/>
                  </a:cubicBezTo>
                  <a:cubicBezTo>
                    <a:pt x="2580" y="32"/>
                    <a:pt x="2472" y="118"/>
                    <a:pt x="2515" y="465"/>
                  </a:cubicBezTo>
                  <a:cubicBezTo>
                    <a:pt x="2624" y="1354"/>
                    <a:pt x="1930" y="1918"/>
                    <a:pt x="1670" y="2091"/>
                  </a:cubicBezTo>
                  <a:cubicBezTo>
                    <a:pt x="1843" y="1679"/>
                    <a:pt x="1778" y="1181"/>
                    <a:pt x="1496" y="834"/>
                  </a:cubicBezTo>
                  <a:cubicBezTo>
                    <a:pt x="1449" y="770"/>
                    <a:pt x="1378" y="730"/>
                    <a:pt x="1301" y="730"/>
                  </a:cubicBezTo>
                  <a:cubicBezTo>
                    <a:pt x="1273" y="730"/>
                    <a:pt x="1244" y="736"/>
                    <a:pt x="1214" y="747"/>
                  </a:cubicBezTo>
                  <a:cubicBezTo>
                    <a:pt x="1106" y="812"/>
                    <a:pt x="1041" y="1029"/>
                    <a:pt x="1063" y="1354"/>
                  </a:cubicBezTo>
                  <a:cubicBezTo>
                    <a:pt x="1106" y="2048"/>
                    <a:pt x="759" y="2698"/>
                    <a:pt x="130" y="3045"/>
                  </a:cubicBezTo>
                  <a:cubicBezTo>
                    <a:pt x="130" y="3067"/>
                    <a:pt x="109" y="3089"/>
                    <a:pt x="130" y="3110"/>
                  </a:cubicBezTo>
                  <a:cubicBezTo>
                    <a:pt x="130" y="3132"/>
                    <a:pt x="152" y="3132"/>
                    <a:pt x="174" y="3132"/>
                  </a:cubicBezTo>
                  <a:cubicBezTo>
                    <a:pt x="824" y="2764"/>
                    <a:pt x="1193" y="2070"/>
                    <a:pt x="1149" y="1333"/>
                  </a:cubicBezTo>
                  <a:cubicBezTo>
                    <a:pt x="1128" y="921"/>
                    <a:pt x="1214" y="856"/>
                    <a:pt x="1258" y="834"/>
                  </a:cubicBezTo>
                  <a:cubicBezTo>
                    <a:pt x="1271" y="821"/>
                    <a:pt x="1285" y="816"/>
                    <a:pt x="1301" y="816"/>
                  </a:cubicBezTo>
                  <a:cubicBezTo>
                    <a:pt x="1339" y="816"/>
                    <a:pt x="1385" y="847"/>
                    <a:pt x="1431" y="877"/>
                  </a:cubicBezTo>
                  <a:cubicBezTo>
                    <a:pt x="1713" y="1268"/>
                    <a:pt x="1756" y="1766"/>
                    <a:pt x="1540" y="2178"/>
                  </a:cubicBezTo>
                  <a:cubicBezTo>
                    <a:pt x="1518" y="2178"/>
                    <a:pt x="1518" y="2200"/>
                    <a:pt x="1540" y="2222"/>
                  </a:cubicBezTo>
                  <a:lnTo>
                    <a:pt x="1583" y="2222"/>
                  </a:lnTo>
                  <a:cubicBezTo>
                    <a:pt x="1583" y="2222"/>
                    <a:pt x="2732" y="1614"/>
                    <a:pt x="2602" y="444"/>
                  </a:cubicBezTo>
                  <a:cubicBezTo>
                    <a:pt x="2559" y="249"/>
                    <a:pt x="2624" y="118"/>
                    <a:pt x="2667" y="75"/>
                  </a:cubicBezTo>
                  <a:cubicBezTo>
                    <a:pt x="2675" y="73"/>
                    <a:pt x="2684" y="71"/>
                    <a:pt x="2694" y="71"/>
                  </a:cubicBezTo>
                  <a:cubicBezTo>
                    <a:pt x="2769" y="71"/>
                    <a:pt x="2900" y="142"/>
                    <a:pt x="3014" y="314"/>
                  </a:cubicBezTo>
                  <a:cubicBezTo>
                    <a:pt x="3274" y="769"/>
                    <a:pt x="3231" y="1354"/>
                    <a:pt x="2927" y="1788"/>
                  </a:cubicBezTo>
                  <a:cubicBezTo>
                    <a:pt x="2754" y="2005"/>
                    <a:pt x="2624" y="2156"/>
                    <a:pt x="2602" y="2178"/>
                  </a:cubicBezTo>
                  <a:cubicBezTo>
                    <a:pt x="2584" y="2214"/>
                    <a:pt x="2624" y="2249"/>
                    <a:pt x="2652" y="2249"/>
                  </a:cubicBezTo>
                  <a:cubicBezTo>
                    <a:pt x="2658" y="2249"/>
                    <a:pt x="2663" y="2247"/>
                    <a:pt x="2667" y="2243"/>
                  </a:cubicBezTo>
                  <a:cubicBezTo>
                    <a:pt x="2797" y="2113"/>
                    <a:pt x="2906" y="1983"/>
                    <a:pt x="2992" y="1831"/>
                  </a:cubicBezTo>
                  <a:cubicBezTo>
                    <a:pt x="3289" y="1492"/>
                    <a:pt x="3773" y="1007"/>
                    <a:pt x="4058" y="1007"/>
                  </a:cubicBezTo>
                  <a:cubicBezTo>
                    <a:pt x="4064" y="1007"/>
                    <a:pt x="4070" y="1007"/>
                    <a:pt x="4076" y="1007"/>
                  </a:cubicBezTo>
                  <a:cubicBezTo>
                    <a:pt x="4163" y="1007"/>
                    <a:pt x="4228" y="1072"/>
                    <a:pt x="4250" y="1137"/>
                  </a:cubicBezTo>
                  <a:cubicBezTo>
                    <a:pt x="4336" y="1419"/>
                    <a:pt x="4293" y="1723"/>
                    <a:pt x="4098" y="1961"/>
                  </a:cubicBezTo>
                  <a:cubicBezTo>
                    <a:pt x="3631" y="2713"/>
                    <a:pt x="2440" y="3446"/>
                    <a:pt x="454" y="3446"/>
                  </a:cubicBezTo>
                  <a:cubicBezTo>
                    <a:pt x="321" y="3446"/>
                    <a:pt x="184" y="3442"/>
                    <a:pt x="44" y="3436"/>
                  </a:cubicBezTo>
                  <a:cubicBezTo>
                    <a:pt x="22" y="3436"/>
                    <a:pt x="0" y="3457"/>
                    <a:pt x="0" y="3479"/>
                  </a:cubicBezTo>
                  <a:cubicBezTo>
                    <a:pt x="0" y="3501"/>
                    <a:pt x="22" y="3522"/>
                    <a:pt x="44" y="3522"/>
                  </a:cubicBezTo>
                  <a:lnTo>
                    <a:pt x="477" y="3522"/>
                  </a:lnTo>
                  <a:cubicBezTo>
                    <a:pt x="2472" y="3522"/>
                    <a:pt x="3686" y="2764"/>
                    <a:pt x="4185" y="2026"/>
                  </a:cubicBezTo>
                  <a:cubicBezTo>
                    <a:pt x="4402" y="1679"/>
                    <a:pt x="4467" y="1333"/>
                    <a:pt x="4358" y="1094"/>
                  </a:cubicBezTo>
                  <a:cubicBezTo>
                    <a:pt x="4315" y="1007"/>
                    <a:pt x="4206" y="942"/>
                    <a:pt x="4120" y="942"/>
                  </a:cubicBezTo>
                  <a:cubicBezTo>
                    <a:pt x="4111" y="942"/>
                    <a:pt x="4102" y="941"/>
                    <a:pt x="4093" y="941"/>
                  </a:cubicBezTo>
                  <a:cubicBezTo>
                    <a:pt x="3814" y="941"/>
                    <a:pt x="3460" y="1256"/>
                    <a:pt x="3166" y="1549"/>
                  </a:cubicBezTo>
                  <a:cubicBezTo>
                    <a:pt x="3339" y="1137"/>
                    <a:pt x="3317" y="682"/>
                    <a:pt x="3079" y="292"/>
                  </a:cubicBezTo>
                  <a:cubicBezTo>
                    <a:pt x="2968" y="107"/>
                    <a:pt x="2825" y="1"/>
                    <a:pt x="27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3"/>
            <p:cNvSpPr/>
            <p:nvPr/>
          </p:nvSpPr>
          <p:spPr>
            <a:xfrm>
              <a:off x="920488" y="1775436"/>
              <a:ext cx="253830" cy="209430"/>
            </a:xfrm>
            <a:custGeom>
              <a:avLst/>
              <a:gdLst/>
              <a:ahLst/>
              <a:cxnLst/>
              <a:rect l="l" t="t" r="r" b="b"/>
              <a:pathLst>
                <a:path w="4402" h="3632" extrusionOk="0">
                  <a:moveTo>
                    <a:pt x="1805" y="1"/>
                  </a:moveTo>
                  <a:cubicBezTo>
                    <a:pt x="1684" y="1"/>
                    <a:pt x="1542" y="104"/>
                    <a:pt x="1431" y="271"/>
                  </a:cubicBezTo>
                  <a:cubicBezTo>
                    <a:pt x="1193" y="661"/>
                    <a:pt x="1149" y="1116"/>
                    <a:pt x="1301" y="1550"/>
                  </a:cubicBezTo>
                  <a:cubicBezTo>
                    <a:pt x="1019" y="1203"/>
                    <a:pt x="651" y="899"/>
                    <a:pt x="390" y="899"/>
                  </a:cubicBezTo>
                  <a:cubicBezTo>
                    <a:pt x="282" y="899"/>
                    <a:pt x="174" y="964"/>
                    <a:pt x="130" y="1051"/>
                  </a:cubicBezTo>
                  <a:cubicBezTo>
                    <a:pt x="0" y="1268"/>
                    <a:pt x="65" y="1615"/>
                    <a:pt x="260" y="1983"/>
                  </a:cubicBezTo>
                  <a:cubicBezTo>
                    <a:pt x="737" y="2786"/>
                    <a:pt x="1995" y="3631"/>
                    <a:pt x="4163" y="3631"/>
                  </a:cubicBezTo>
                  <a:lnTo>
                    <a:pt x="4358" y="3588"/>
                  </a:lnTo>
                  <a:cubicBezTo>
                    <a:pt x="4380" y="3588"/>
                    <a:pt x="4401" y="3566"/>
                    <a:pt x="4401" y="3544"/>
                  </a:cubicBezTo>
                  <a:cubicBezTo>
                    <a:pt x="4401" y="3523"/>
                    <a:pt x="4380" y="3501"/>
                    <a:pt x="4358" y="3501"/>
                  </a:cubicBezTo>
                  <a:cubicBezTo>
                    <a:pt x="4302" y="3502"/>
                    <a:pt x="4247" y="3503"/>
                    <a:pt x="4192" y="3503"/>
                  </a:cubicBezTo>
                  <a:cubicBezTo>
                    <a:pt x="2081" y="3503"/>
                    <a:pt x="834" y="2700"/>
                    <a:pt x="369" y="1897"/>
                  </a:cubicBezTo>
                  <a:cubicBezTo>
                    <a:pt x="195" y="1658"/>
                    <a:pt x="130" y="1355"/>
                    <a:pt x="239" y="1073"/>
                  </a:cubicBezTo>
                  <a:cubicBezTo>
                    <a:pt x="282" y="1008"/>
                    <a:pt x="347" y="964"/>
                    <a:pt x="412" y="943"/>
                  </a:cubicBezTo>
                  <a:cubicBezTo>
                    <a:pt x="716" y="943"/>
                    <a:pt x="1171" y="1441"/>
                    <a:pt x="1474" y="1810"/>
                  </a:cubicBezTo>
                  <a:cubicBezTo>
                    <a:pt x="1561" y="1962"/>
                    <a:pt x="1670" y="2092"/>
                    <a:pt x="1778" y="2222"/>
                  </a:cubicBezTo>
                  <a:cubicBezTo>
                    <a:pt x="1789" y="2233"/>
                    <a:pt x="1800" y="2238"/>
                    <a:pt x="1810" y="2238"/>
                  </a:cubicBezTo>
                  <a:cubicBezTo>
                    <a:pt x="1821" y="2238"/>
                    <a:pt x="1832" y="2233"/>
                    <a:pt x="1843" y="2222"/>
                  </a:cubicBezTo>
                  <a:cubicBezTo>
                    <a:pt x="1865" y="2200"/>
                    <a:pt x="1865" y="2178"/>
                    <a:pt x="1843" y="2157"/>
                  </a:cubicBezTo>
                  <a:cubicBezTo>
                    <a:pt x="1821" y="2135"/>
                    <a:pt x="1713" y="1962"/>
                    <a:pt x="1539" y="1767"/>
                  </a:cubicBezTo>
                  <a:cubicBezTo>
                    <a:pt x="1236" y="1311"/>
                    <a:pt x="1236" y="748"/>
                    <a:pt x="1518" y="292"/>
                  </a:cubicBezTo>
                  <a:cubicBezTo>
                    <a:pt x="1613" y="121"/>
                    <a:pt x="1742" y="50"/>
                    <a:pt x="1816" y="50"/>
                  </a:cubicBezTo>
                  <a:cubicBezTo>
                    <a:pt x="1826" y="50"/>
                    <a:pt x="1835" y="51"/>
                    <a:pt x="1843" y="54"/>
                  </a:cubicBezTo>
                  <a:cubicBezTo>
                    <a:pt x="1908" y="97"/>
                    <a:pt x="1951" y="227"/>
                    <a:pt x="1908" y="422"/>
                  </a:cubicBezTo>
                  <a:cubicBezTo>
                    <a:pt x="1735" y="1593"/>
                    <a:pt x="2862" y="2243"/>
                    <a:pt x="2862" y="2243"/>
                  </a:cubicBezTo>
                  <a:lnTo>
                    <a:pt x="2905" y="2243"/>
                  </a:lnTo>
                  <a:cubicBezTo>
                    <a:pt x="2927" y="2222"/>
                    <a:pt x="2927" y="2200"/>
                    <a:pt x="2905" y="2200"/>
                  </a:cubicBezTo>
                  <a:cubicBezTo>
                    <a:pt x="2667" y="1571"/>
                    <a:pt x="2862" y="1073"/>
                    <a:pt x="3057" y="899"/>
                  </a:cubicBezTo>
                  <a:cubicBezTo>
                    <a:pt x="3105" y="868"/>
                    <a:pt x="3164" y="847"/>
                    <a:pt x="3201" y="847"/>
                  </a:cubicBezTo>
                  <a:cubicBezTo>
                    <a:pt x="3214" y="847"/>
                    <a:pt x="3225" y="850"/>
                    <a:pt x="3231" y="856"/>
                  </a:cubicBezTo>
                  <a:cubicBezTo>
                    <a:pt x="3274" y="878"/>
                    <a:pt x="3382" y="964"/>
                    <a:pt x="3317" y="1376"/>
                  </a:cubicBezTo>
                  <a:cubicBezTo>
                    <a:pt x="3252" y="2113"/>
                    <a:pt x="3621" y="2807"/>
                    <a:pt x="4228" y="3197"/>
                  </a:cubicBezTo>
                  <a:lnTo>
                    <a:pt x="4293" y="3197"/>
                  </a:lnTo>
                  <a:cubicBezTo>
                    <a:pt x="4315" y="3176"/>
                    <a:pt x="4293" y="3132"/>
                    <a:pt x="4271" y="3132"/>
                  </a:cubicBezTo>
                  <a:cubicBezTo>
                    <a:pt x="3686" y="2764"/>
                    <a:pt x="3339" y="2092"/>
                    <a:pt x="3404" y="1398"/>
                  </a:cubicBezTo>
                  <a:cubicBezTo>
                    <a:pt x="3447" y="1073"/>
                    <a:pt x="3404" y="856"/>
                    <a:pt x="3274" y="791"/>
                  </a:cubicBezTo>
                  <a:cubicBezTo>
                    <a:pt x="3250" y="779"/>
                    <a:pt x="3224" y="773"/>
                    <a:pt x="3198" y="773"/>
                  </a:cubicBezTo>
                  <a:cubicBezTo>
                    <a:pt x="3130" y="773"/>
                    <a:pt x="3061" y="809"/>
                    <a:pt x="3014" y="856"/>
                  </a:cubicBezTo>
                  <a:cubicBezTo>
                    <a:pt x="2710" y="1203"/>
                    <a:pt x="2624" y="1701"/>
                    <a:pt x="2797" y="2113"/>
                  </a:cubicBezTo>
                  <a:cubicBezTo>
                    <a:pt x="2515" y="1940"/>
                    <a:pt x="1843" y="1355"/>
                    <a:pt x="1973" y="466"/>
                  </a:cubicBezTo>
                  <a:cubicBezTo>
                    <a:pt x="2038" y="119"/>
                    <a:pt x="1930" y="32"/>
                    <a:pt x="1865" y="10"/>
                  </a:cubicBezTo>
                  <a:cubicBezTo>
                    <a:pt x="1846" y="4"/>
                    <a:pt x="1825" y="1"/>
                    <a:pt x="18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3"/>
            <p:cNvSpPr/>
            <p:nvPr/>
          </p:nvSpPr>
          <p:spPr>
            <a:xfrm>
              <a:off x="875223" y="1949456"/>
              <a:ext cx="446596" cy="391009"/>
            </a:xfrm>
            <a:custGeom>
              <a:avLst/>
              <a:gdLst/>
              <a:ahLst/>
              <a:cxnLst/>
              <a:rect l="l" t="t" r="r" b="b"/>
              <a:pathLst>
                <a:path w="7745" h="6781" extrusionOk="0">
                  <a:moveTo>
                    <a:pt x="5694" y="0"/>
                  </a:moveTo>
                  <a:cubicBezTo>
                    <a:pt x="4128" y="0"/>
                    <a:pt x="1" y="1722"/>
                    <a:pt x="156" y="2326"/>
                  </a:cubicBezTo>
                  <a:cubicBezTo>
                    <a:pt x="330" y="3020"/>
                    <a:pt x="720" y="4689"/>
                    <a:pt x="1154" y="4732"/>
                  </a:cubicBezTo>
                  <a:cubicBezTo>
                    <a:pt x="1162" y="4733"/>
                    <a:pt x="1172" y="4734"/>
                    <a:pt x="1182" y="4734"/>
                  </a:cubicBezTo>
                  <a:cubicBezTo>
                    <a:pt x="1700" y="4734"/>
                    <a:pt x="4492" y="3692"/>
                    <a:pt x="4493" y="3692"/>
                  </a:cubicBezTo>
                  <a:lnTo>
                    <a:pt x="4493" y="3692"/>
                  </a:lnTo>
                  <a:cubicBezTo>
                    <a:pt x="4493" y="3692"/>
                    <a:pt x="4232" y="6228"/>
                    <a:pt x="4449" y="6358"/>
                  </a:cubicBezTo>
                  <a:cubicBezTo>
                    <a:pt x="4580" y="6430"/>
                    <a:pt x="5452" y="6781"/>
                    <a:pt x="6271" y="6781"/>
                  </a:cubicBezTo>
                  <a:cubicBezTo>
                    <a:pt x="6948" y="6781"/>
                    <a:pt x="7588" y="6541"/>
                    <a:pt x="7745" y="5708"/>
                  </a:cubicBezTo>
                  <a:cubicBezTo>
                    <a:pt x="7745" y="5708"/>
                    <a:pt x="7116" y="570"/>
                    <a:pt x="6119" y="71"/>
                  </a:cubicBezTo>
                  <a:cubicBezTo>
                    <a:pt x="6017" y="22"/>
                    <a:pt x="5872" y="0"/>
                    <a:pt x="569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3"/>
            <p:cNvSpPr/>
            <p:nvPr/>
          </p:nvSpPr>
          <p:spPr>
            <a:xfrm>
              <a:off x="1236242" y="1994777"/>
              <a:ext cx="165664" cy="65389"/>
            </a:xfrm>
            <a:custGeom>
              <a:avLst/>
              <a:gdLst/>
              <a:ahLst/>
              <a:cxnLst/>
              <a:rect l="l" t="t" r="r" b="b"/>
              <a:pathLst>
                <a:path w="2873" h="1134" extrusionOk="0">
                  <a:moveTo>
                    <a:pt x="303" y="0"/>
                  </a:moveTo>
                  <a:cubicBezTo>
                    <a:pt x="0" y="0"/>
                    <a:pt x="578" y="978"/>
                    <a:pt x="1028" y="1106"/>
                  </a:cubicBezTo>
                  <a:cubicBezTo>
                    <a:pt x="1084" y="1125"/>
                    <a:pt x="1154" y="1133"/>
                    <a:pt x="1233" y="1133"/>
                  </a:cubicBezTo>
                  <a:cubicBezTo>
                    <a:pt x="1806" y="1133"/>
                    <a:pt x="2872" y="690"/>
                    <a:pt x="2568" y="347"/>
                  </a:cubicBezTo>
                  <a:cubicBezTo>
                    <a:pt x="2257" y="18"/>
                    <a:pt x="697" y="0"/>
                    <a:pt x="372" y="0"/>
                  </a:cubicBezTo>
                  <a:cubicBezTo>
                    <a:pt x="334" y="0"/>
                    <a:pt x="313" y="0"/>
                    <a:pt x="313" y="0"/>
                  </a:cubicBezTo>
                  <a:cubicBezTo>
                    <a:pt x="309" y="0"/>
                    <a:pt x="306" y="0"/>
                    <a:pt x="3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3"/>
            <p:cNvSpPr/>
            <p:nvPr/>
          </p:nvSpPr>
          <p:spPr>
            <a:xfrm>
              <a:off x="1058010" y="2011038"/>
              <a:ext cx="31311" cy="40075"/>
            </a:xfrm>
            <a:custGeom>
              <a:avLst/>
              <a:gdLst/>
              <a:ahLst/>
              <a:cxnLst/>
              <a:rect l="l" t="t" r="r" b="b"/>
              <a:pathLst>
                <a:path w="543" h="695" extrusionOk="0">
                  <a:moveTo>
                    <a:pt x="108" y="0"/>
                  </a:moveTo>
                  <a:cubicBezTo>
                    <a:pt x="87" y="0"/>
                    <a:pt x="65" y="22"/>
                    <a:pt x="65" y="44"/>
                  </a:cubicBezTo>
                  <a:cubicBezTo>
                    <a:pt x="43" y="174"/>
                    <a:pt x="0" y="586"/>
                    <a:pt x="87" y="672"/>
                  </a:cubicBezTo>
                  <a:cubicBezTo>
                    <a:pt x="87" y="694"/>
                    <a:pt x="108" y="694"/>
                    <a:pt x="130" y="694"/>
                  </a:cubicBezTo>
                  <a:cubicBezTo>
                    <a:pt x="260" y="694"/>
                    <a:pt x="434" y="326"/>
                    <a:pt x="520" y="109"/>
                  </a:cubicBezTo>
                  <a:cubicBezTo>
                    <a:pt x="542" y="87"/>
                    <a:pt x="520" y="44"/>
                    <a:pt x="499" y="44"/>
                  </a:cubicBezTo>
                  <a:cubicBezTo>
                    <a:pt x="477" y="44"/>
                    <a:pt x="455" y="44"/>
                    <a:pt x="434" y="65"/>
                  </a:cubicBezTo>
                  <a:cubicBezTo>
                    <a:pt x="369" y="261"/>
                    <a:pt x="282" y="456"/>
                    <a:pt x="130" y="607"/>
                  </a:cubicBezTo>
                  <a:cubicBezTo>
                    <a:pt x="108" y="434"/>
                    <a:pt x="108" y="239"/>
                    <a:pt x="130" y="65"/>
                  </a:cubicBezTo>
                  <a:cubicBezTo>
                    <a:pt x="152" y="22"/>
                    <a:pt x="130" y="22"/>
                    <a:pt x="10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3"/>
            <p:cNvSpPr/>
            <p:nvPr/>
          </p:nvSpPr>
          <p:spPr>
            <a:xfrm>
              <a:off x="1115499" y="2024761"/>
              <a:ext cx="30042" cy="38807"/>
            </a:xfrm>
            <a:custGeom>
              <a:avLst/>
              <a:gdLst/>
              <a:ahLst/>
              <a:cxnLst/>
              <a:rect l="l" t="t" r="r" b="b"/>
              <a:pathLst>
                <a:path w="521" h="673" extrusionOk="0">
                  <a:moveTo>
                    <a:pt x="109" y="1"/>
                  </a:moveTo>
                  <a:cubicBezTo>
                    <a:pt x="87" y="1"/>
                    <a:pt x="65" y="1"/>
                    <a:pt x="65" y="23"/>
                  </a:cubicBezTo>
                  <a:cubicBezTo>
                    <a:pt x="44" y="153"/>
                    <a:pt x="0" y="565"/>
                    <a:pt x="65" y="651"/>
                  </a:cubicBezTo>
                  <a:cubicBezTo>
                    <a:pt x="87" y="673"/>
                    <a:pt x="109" y="673"/>
                    <a:pt x="130" y="673"/>
                  </a:cubicBezTo>
                  <a:cubicBezTo>
                    <a:pt x="239" y="673"/>
                    <a:pt x="434" y="326"/>
                    <a:pt x="521" y="109"/>
                  </a:cubicBezTo>
                  <a:cubicBezTo>
                    <a:pt x="521" y="88"/>
                    <a:pt x="521" y="66"/>
                    <a:pt x="499" y="44"/>
                  </a:cubicBezTo>
                  <a:cubicBezTo>
                    <a:pt x="477" y="44"/>
                    <a:pt x="456" y="44"/>
                    <a:pt x="434" y="66"/>
                  </a:cubicBezTo>
                  <a:cubicBezTo>
                    <a:pt x="369" y="261"/>
                    <a:pt x="260" y="434"/>
                    <a:pt x="130" y="608"/>
                  </a:cubicBezTo>
                  <a:cubicBezTo>
                    <a:pt x="109" y="413"/>
                    <a:pt x="109" y="218"/>
                    <a:pt x="130" y="44"/>
                  </a:cubicBezTo>
                  <a:cubicBezTo>
                    <a:pt x="152" y="23"/>
                    <a:pt x="130"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1" name="Google Shape;581;p3"/>
            <p:cNvSpPr/>
            <p:nvPr/>
          </p:nvSpPr>
          <p:spPr>
            <a:xfrm>
              <a:off x="1265534" y="2013863"/>
              <a:ext cx="94451" cy="34713"/>
            </a:xfrm>
            <a:custGeom>
              <a:avLst/>
              <a:gdLst/>
              <a:ahLst/>
              <a:cxnLst/>
              <a:rect l="l" t="t" r="r" b="b"/>
              <a:pathLst>
                <a:path w="1638" h="602" extrusionOk="0">
                  <a:moveTo>
                    <a:pt x="35" y="0"/>
                  </a:moveTo>
                  <a:cubicBezTo>
                    <a:pt x="27" y="0"/>
                    <a:pt x="22" y="6"/>
                    <a:pt x="22" y="16"/>
                  </a:cubicBezTo>
                  <a:cubicBezTo>
                    <a:pt x="0" y="16"/>
                    <a:pt x="0" y="60"/>
                    <a:pt x="22" y="60"/>
                  </a:cubicBezTo>
                  <a:cubicBezTo>
                    <a:pt x="22" y="81"/>
                    <a:pt x="499" y="602"/>
                    <a:pt x="1019" y="602"/>
                  </a:cubicBezTo>
                  <a:cubicBezTo>
                    <a:pt x="1236" y="602"/>
                    <a:pt x="1453" y="515"/>
                    <a:pt x="1604" y="342"/>
                  </a:cubicBezTo>
                  <a:cubicBezTo>
                    <a:pt x="1638" y="308"/>
                    <a:pt x="1607" y="262"/>
                    <a:pt x="1571" y="262"/>
                  </a:cubicBezTo>
                  <a:cubicBezTo>
                    <a:pt x="1561" y="262"/>
                    <a:pt x="1549" y="266"/>
                    <a:pt x="1539" y="277"/>
                  </a:cubicBezTo>
                  <a:cubicBezTo>
                    <a:pt x="1409" y="428"/>
                    <a:pt x="1214" y="515"/>
                    <a:pt x="997" y="515"/>
                  </a:cubicBezTo>
                  <a:cubicBezTo>
                    <a:pt x="520" y="515"/>
                    <a:pt x="65" y="16"/>
                    <a:pt x="65" y="16"/>
                  </a:cubicBezTo>
                  <a:cubicBezTo>
                    <a:pt x="54" y="6"/>
                    <a:pt x="43" y="0"/>
                    <a:pt x="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3"/>
            <p:cNvSpPr/>
            <p:nvPr/>
          </p:nvSpPr>
          <p:spPr>
            <a:xfrm>
              <a:off x="1334267" y="2506458"/>
              <a:ext cx="156265" cy="89723"/>
            </a:xfrm>
            <a:custGeom>
              <a:avLst/>
              <a:gdLst/>
              <a:ahLst/>
              <a:cxnLst/>
              <a:rect l="l" t="t" r="r" b="b"/>
              <a:pathLst>
                <a:path w="2710" h="1556" extrusionOk="0">
                  <a:moveTo>
                    <a:pt x="2493" y="0"/>
                  </a:moveTo>
                  <a:cubicBezTo>
                    <a:pt x="2211" y="0"/>
                    <a:pt x="911" y="904"/>
                    <a:pt x="911" y="904"/>
                  </a:cubicBezTo>
                  <a:cubicBezTo>
                    <a:pt x="911" y="904"/>
                    <a:pt x="0" y="1490"/>
                    <a:pt x="1366" y="1555"/>
                  </a:cubicBezTo>
                  <a:cubicBezTo>
                    <a:pt x="1387" y="1555"/>
                    <a:pt x="1407" y="1556"/>
                    <a:pt x="1426" y="1556"/>
                  </a:cubicBezTo>
                  <a:cubicBezTo>
                    <a:pt x="2709" y="1556"/>
                    <a:pt x="2665" y="186"/>
                    <a:pt x="2537" y="16"/>
                  </a:cubicBezTo>
                  <a:cubicBezTo>
                    <a:pt x="2528" y="5"/>
                    <a:pt x="2513" y="0"/>
                    <a:pt x="249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p3"/>
            <p:cNvSpPr/>
            <p:nvPr/>
          </p:nvSpPr>
          <p:spPr>
            <a:xfrm>
              <a:off x="1257981" y="2569654"/>
              <a:ext cx="113826" cy="195245"/>
            </a:xfrm>
            <a:custGeom>
              <a:avLst/>
              <a:gdLst/>
              <a:ahLst/>
              <a:cxnLst/>
              <a:rect l="l" t="t" r="r" b="b"/>
              <a:pathLst>
                <a:path w="1974" h="3386" extrusionOk="0">
                  <a:moveTo>
                    <a:pt x="1644" y="0"/>
                  </a:moveTo>
                  <a:cubicBezTo>
                    <a:pt x="1416" y="0"/>
                    <a:pt x="66" y="372"/>
                    <a:pt x="66" y="372"/>
                  </a:cubicBezTo>
                  <a:cubicBezTo>
                    <a:pt x="66" y="372"/>
                    <a:pt x="1" y="3386"/>
                    <a:pt x="88" y="3386"/>
                  </a:cubicBezTo>
                  <a:cubicBezTo>
                    <a:pt x="174" y="3386"/>
                    <a:pt x="1800" y="3321"/>
                    <a:pt x="1887" y="3126"/>
                  </a:cubicBezTo>
                  <a:cubicBezTo>
                    <a:pt x="1974" y="2930"/>
                    <a:pt x="1779" y="69"/>
                    <a:pt x="1670" y="4"/>
                  </a:cubicBezTo>
                  <a:cubicBezTo>
                    <a:pt x="1665" y="1"/>
                    <a:pt x="1656" y="0"/>
                    <a:pt x="16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3"/>
            <p:cNvSpPr/>
            <p:nvPr/>
          </p:nvSpPr>
          <p:spPr>
            <a:xfrm>
              <a:off x="1055473" y="2573921"/>
              <a:ext cx="132566" cy="184808"/>
            </a:xfrm>
            <a:custGeom>
              <a:avLst/>
              <a:gdLst/>
              <a:ahLst/>
              <a:cxnLst/>
              <a:rect l="l" t="t" r="r" b="b"/>
              <a:pathLst>
                <a:path w="2299" h="3205" extrusionOk="0">
                  <a:moveTo>
                    <a:pt x="2037" y="0"/>
                  </a:moveTo>
                  <a:cubicBezTo>
                    <a:pt x="1608" y="0"/>
                    <a:pt x="564" y="103"/>
                    <a:pt x="564" y="103"/>
                  </a:cubicBezTo>
                  <a:cubicBezTo>
                    <a:pt x="564" y="103"/>
                    <a:pt x="1" y="3052"/>
                    <a:pt x="87" y="3073"/>
                  </a:cubicBezTo>
                  <a:cubicBezTo>
                    <a:pt x="134" y="3089"/>
                    <a:pt x="986" y="3205"/>
                    <a:pt x="1503" y="3205"/>
                  </a:cubicBezTo>
                  <a:cubicBezTo>
                    <a:pt x="1705" y="3205"/>
                    <a:pt x="1856" y="3187"/>
                    <a:pt x="1887" y="3138"/>
                  </a:cubicBezTo>
                  <a:cubicBezTo>
                    <a:pt x="2017" y="2965"/>
                    <a:pt x="2299" y="103"/>
                    <a:pt x="2212" y="16"/>
                  </a:cubicBezTo>
                  <a:cubicBezTo>
                    <a:pt x="2193" y="5"/>
                    <a:pt x="2129" y="0"/>
                    <a:pt x="203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3"/>
            <p:cNvSpPr/>
            <p:nvPr/>
          </p:nvSpPr>
          <p:spPr>
            <a:xfrm>
              <a:off x="1006749" y="2311507"/>
              <a:ext cx="311147" cy="323890"/>
            </a:xfrm>
            <a:custGeom>
              <a:avLst/>
              <a:gdLst/>
              <a:ahLst/>
              <a:cxnLst/>
              <a:rect l="l" t="t" r="r" b="b"/>
              <a:pathLst>
                <a:path w="5396" h="5617" extrusionOk="0">
                  <a:moveTo>
                    <a:pt x="3694" y="0"/>
                  </a:moveTo>
                  <a:cubicBezTo>
                    <a:pt x="3539" y="0"/>
                    <a:pt x="3370" y="46"/>
                    <a:pt x="3187" y="144"/>
                  </a:cubicBezTo>
                  <a:cubicBezTo>
                    <a:pt x="0" y="1857"/>
                    <a:pt x="3014" y="5608"/>
                    <a:pt x="3014" y="5608"/>
                  </a:cubicBezTo>
                  <a:cubicBezTo>
                    <a:pt x="3130" y="5614"/>
                    <a:pt x="3248" y="5616"/>
                    <a:pt x="3367" y="5616"/>
                  </a:cubicBezTo>
                  <a:cubicBezTo>
                    <a:pt x="3691" y="5616"/>
                    <a:pt x="4025" y="5596"/>
                    <a:pt x="4358" y="5565"/>
                  </a:cubicBezTo>
                  <a:cubicBezTo>
                    <a:pt x="5396" y="3959"/>
                    <a:pt x="5142" y="0"/>
                    <a:pt x="369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3"/>
            <p:cNvSpPr/>
            <p:nvPr/>
          </p:nvSpPr>
          <p:spPr>
            <a:xfrm>
              <a:off x="1112962" y="2304819"/>
              <a:ext cx="350127" cy="150211"/>
            </a:xfrm>
            <a:custGeom>
              <a:avLst/>
              <a:gdLst/>
              <a:ahLst/>
              <a:cxnLst/>
              <a:rect l="l" t="t" r="r" b="b"/>
              <a:pathLst>
                <a:path w="6072" h="2605" extrusionOk="0">
                  <a:moveTo>
                    <a:pt x="3860" y="0"/>
                  </a:moveTo>
                  <a:cubicBezTo>
                    <a:pt x="3860" y="0"/>
                    <a:pt x="2714" y="1018"/>
                    <a:pt x="1215" y="1018"/>
                  </a:cubicBezTo>
                  <a:cubicBezTo>
                    <a:pt x="977" y="1018"/>
                    <a:pt x="730" y="992"/>
                    <a:pt x="478" y="933"/>
                  </a:cubicBezTo>
                  <a:lnTo>
                    <a:pt x="1" y="2233"/>
                  </a:lnTo>
                  <a:cubicBezTo>
                    <a:pt x="1" y="2233"/>
                    <a:pt x="841" y="2604"/>
                    <a:pt x="1938" y="2604"/>
                  </a:cubicBezTo>
                  <a:cubicBezTo>
                    <a:pt x="2620" y="2604"/>
                    <a:pt x="3402" y="2461"/>
                    <a:pt x="4142" y="1995"/>
                  </a:cubicBezTo>
                  <a:cubicBezTo>
                    <a:pt x="6072" y="802"/>
                    <a:pt x="3860" y="0"/>
                    <a:pt x="386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3"/>
            <p:cNvSpPr/>
            <p:nvPr/>
          </p:nvSpPr>
          <p:spPr>
            <a:xfrm>
              <a:off x="1160475" y="2292710"/>
              <a:ext cx="180772" cy="74731"/>
            </a:xfrm>
            <a:custGeom>
              <a:avLst/>
              <a:gdLst/>
              <a:ahLst/>
              <a:cxnLst/>
              <a:rect l="l" t="t" r="r" b="b"/>
              <a:pathLst>
                <a:path w="3135" h="1296" extrusionOk="0">
                  <a:moveTo>
                    <a:pt x="3059" y="1"/>
                  </a:moveTo>
                  <a:cubicBezTo>
                    <a:pt x="3050" y="1"/>
                    <a:pt x="3041" y="5"/>
                    <a:pt x="3036" y="15"/>
                  </a:cubicBezTo>
                  <a:cubicBezTo>
                    <a:pt x="2412" y="772"/>
                    <a:pt x="1474" y="1215"/>
                    <a:pt x="497" y="1215"/>
                  </a:cubicBezTo>
                  <a:cubicBezTo>
                    <a:pt x="354" y="1215"/>
                    <a:pt x="210" y="1205"/>
                    <a:pt x="66" y="1186"/>
                  </a:cubicBezTo>
                  <a:cubicBezTo>
                    <a:pt x="44" y="1186"/>
                    <a:pt x="23" y="1208"/>
                    <a:pt x="1" y="1229"/>
                  </a:cubicBezTo>
                  <a:cubicBezTo>
                    <a:pt x="1" y="1251"/>
                    <a:pt x="23" y="1273"/>
                    <a:pt x="44" y="1273"/>
                  </a:cubicBezTo>
                  <a:cubicBezTo>
                    <a:pt x="174" y="1294"/>
                    <a:pt x="326" y="1294"/>
                    <a:pt x="456" y="1294"/>
                  </a:cubicBezTo>
                  <a:cubicBezTo>
                    <a:pt x="479" y="1295"/>
                    <a:pt x="503" y="1295"/>
                    <a:pt x="526" y="1295"/>
                  </a:cubicBezTo>
                  <a:cubicBezTo>
                    <a:pt x="1519" y="1295"/>
                    <a:pt x="2466" y="843"/>
                    <a:pt x="3101" y="80"/>
                  </a:cubicBezTo>
                  <a:cubicBezTo>
                    <a:pt x="3134" y="47"/>
                    <a:pt x="3091" y="1"/>
                    <a:pt x="30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3"/>
            <p:cNvSpPr/>
            <p:nvPr/>
          </p:nvSpPr>
          <p:spPr>
            <a:xfrm>
              <a:off x="1136718" y="2382718"/>
              <a:ext cx="252043" cy="72136"/>
            </a:xfrm>
            <a:custGeom>
              <a:avLst/>
              <a:gdLst/>
              <a:ahLst/>
              <a:cxnLst/>
              <a:rect l="l" t="t" r="r" b="b"/>
              <a:pathLst>
                <a:path w="4371" h="1251" extrusionOk="0">
                  <a:moveTo>
                    <a:pt x="4295" y="1"/>
                  </a:moveTo>
                  <a:cubicBezTo>
                    <a:pt x="4286" y="1"/>
                    <a:pt x="4277" y="5"/>
                    <a:pt x="4272" y="15"/>
                  </a:cubicBezTo>
                  <a:cubicBezTo>
                    <a:pt x="3549" y="767"/>
                    <a:pt x="2557" y="1171"/>
                    <a:pt x="1551" y="1171"/>
                  </a:cubicBezTo>
                  <a:cubicBezTo>
                    <a:pt x="1049" y="1171"/>
                    <a:pt x="543" y="1070"/>
                    <a:pt x="66" y="861"/>
                  </a:cubicBezTo>
                  <a:cubicBezTo>
                    <a:pt x="60" y="854"/>
                    <a:pt x="53" y="852"/>
                    <a:pt x="47" y="852"/>
                  </a:cubicBezTo>
                  <a:cubicBezTo>
                    <a:pt x="32" y="852"/>
                    <a:pt x="16" y="867"/>
                    <a:pt x="1" y="882"/>
                  </a:cubicBezTo>
                  <a:cubicBezTo>
                    <a:pt x="1" y="904"/>
                    <a:pt x="1" y="926"/>
                    <a:pt x="23" y="926"/>
                  </a:cubicBezTo>
                  <a:cubicBezTo>
                    <a:pt x="478" y="1121"/>
                    <a:pt x="933" y="1229"/>
                    <a:pt x="1432" y="1251"/>
                  </a:cubicBezTo>
                  <a:lnTo>
                    <a:pt x="1584" y="1251"/>
                  </a:lnTo>
                  <a:cubicBezTo>
                    <a:pt x="2624" y="1251"/>
                    <a:pt x="3600" y="817"/>
                    <a:pt x="4337" y="80"/>
                  </a:cubicBezTo>
                  <a:cubicBezTo>
                    <a:pt x="4370" y="47"/>
                    <a:pt x="4327" y="1"/>
                    <a:pt x="42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3"/>
            <p:cNvSpPr/>
            <p:nvPr/>
          </p:nvSpPr>
          <p:spPr>
            <a:xfrm>
              <a:off x="1055473" y="2711096"/>
              <a:ext cx="120053" cy="51435"/>
            </a:xfrm>
            <a:custGeom>
              <a:avLst/>
              <a:gdLst/>
              <a:ahLst/>
              <a:cxnLst/>
              <a:rect l="l" t="t" r="r" b="b"/>
              <a:pathLst>
                <a:path w="2082" h="892" extrusionOk="0">
                  <a:moveTo>
                    <a:pt x="174" y="0"/>
                  </a:moveTo>
                  <a:lnTo>
                    <a:pt x="1" y="846"/>
                  </a:lnTo>
                  <a:cubicBezTo>
                    <a:pt x="1" y="846"/>
                    <a:pt x="998" y="892"/>
                    <a:pt x="1576" y="892"/>
                  </a:cubicBezTo>
                  <a:cubicBezTo>
                    <a:pt x="1792" y="892"/>
                    <a:pt x="1950" y="885"/>
                    <a:pt x="1974" y="868"/>
                  </a:cubicBezTo>
                  <a:cubicBezTo>
                    <a:pt x="2082" y="824"/>
                    <a:pt x="1974" y="0"/>
                    <a:pt x="197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3"/>
            <p:cNvSpPr/>
            <p:nvPr/>
          </p:nvSpPr>
          <p:spPr>
            <a:xfrm>
              <a:off x="1254233" y="2716805"/>
              <a:ext cx="115094" cy="49186"/>
            </a:xfrm>
            <a:custGeom>
              <a:avLst/>
              <a:gdLst/>
              <a:ahLst/>
              <a:cxnLst/>
              <a:rect l="l" t="t" r="r" b="b"/>
              <a:pathLst>
                <a:path w="1996" h="853" extrusionOk="0">
                  <a:moveTo>
                    <a:pt x="1518" y="1"/>
                  </a:moveTo>
                  <a:cubicBezTo>
                    <a:pt x="980" y="1"/>
                    <a:pt x="109" y="75"/>
                    <a:pt x="109" y="75"/>
                  </a:cubicBezTo>
                  <a:cubicBezTo>
                    <a:pt x="109" y="75"/>
                    <a:pt x="1" y="769"/>
                    <a:pt x="153" y="834"/>
                  </a:cubicBezTo>
                  <a:cubicBezTo>
                    <a:pt x="210" y="848"/>
                    <a:pt x="432" y="853"/>
                    <a:pt x="702" y="853"/>
                  </a:cubicBezTo>
                  <a:cubicBezTo>
                    <a:pt x="1241" y="853"/>
                    <a:pt x="1974" y="834"/>
                    <a:pt x="1974" y="834"/>
                  </a:cubicBezTo>
                  <a:cubicBezTo>
                    <a:pt x="1995" y="574"/>
                    <a:pt x="1974" y="292"/>
                    <a:pt x="1930" y="53"/>
                  </a:cubicBezTo>
                  <a:cubicBezTo>
                    <a:pt x="1917" y="14"/>
                    <a:pt x="1748" y="1"/>
                    <a:pt x="15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3"/>
            <p:cNvSpPr/>
            <p:nvPr/>
          </p:nvSpPr>
          <p:spPr>
            <a:xfrm>
              <a:off x="900479" y="2096721"/>
              <a:ext cx="240049" cy="125704"/>
            </a:xfrm>
            <a:custGeom>
              <a:avLst/>
              <a:gdLst/>
              <a:ahLst/>
              <a:cxnLst/>
              <a:rect l="l" t="t" r="r" b="b"/>
              <a:pathLst>
                <a:path w="4163" h="2180" extrusionOk="0">
                  <a:moveTo>
                    <a:pt x="3196" y="0"/>
                  </a:moveTo>
                  <a:cubicBezTo>
                    <a:pt x="2277" y="0"/>
                    <a:pt x="521" y="487"/>
                    <a:pt x="521" y="487"/>
                  </a:cubicBezTo>
                  <a:cubicBezTo>
                    <a:pt x="521" y="487"/>
                    <a:pt x="152" y="682"/>
                    <a:pt x="87" y="834"/>
                  </a:cubicBezTo>
                  <a:cubicBezTo>
                    <a:pt x="0" y="986"/>
                    <a:pt x="369" y="2135"/>
                    <a:pt x="781" y="2178"/>
                  </a:cubicBezTo>
                  <a:cubicBezTo>
                    <a:pt x="789" y="2179"/>
                    <a:pt x="799" y="2180"/>
                    <a:pt x="809" y="2180"/>
                  </a:cubicBezTo>
                  <a:cubicBezTo>
                    <a:pt x="1326" y="2180"/>
                    <a:pt x="4076" y="1138"/>
                    <a:pt x="4076" y="1138"/>
                  </a:cubicBezTo>
                  <a:cubicBezTo>
                    <a:pt x="4076" y="1138"/>
                    <a:pt x="4163" y="401"/>
                    <a:pt x="3643" y="75"/>
                  </a:cubicBezTo>
                  <a:cubicBezTo>
                    <a:pt x="3548" y="22"/>
                    <a:pt x="3390" y="0"/>
                    <a:pt x="319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3"/>
            <p:cNvSpPr/>
            <p:nvPr/>
          </p:nvSpPr>
          <p:spPr>
            <a:xfrm>
              <a:off x="951740" y="2141754"/>
              <a:ext cx="51320" cy="58124"/>
            </a:xfrm>
            <a:custGeom>
              <a:avLst/>
              <a:gdLst/>
              <a:ahLst/>
              <a:cxnLst/>
              <a:rect l="l" t="t" r="r" b="b"/>
              <a:pathLst>
                <a:path w="890" h="1008" extrusionOk="0">
                  <a:moveTo>
                    <a:pt x="827" y="1"/>
                  </a:moveTo>
                  <a:cubicBezTo>
                    <a:pt x="813" y="1"/>
                    <a:pt x="802" y="16"/>
                    <a:pt x="802" y="31"/>
                  </a:cubicBezTo>
                  <a:cubicBezTo>
                    <a:pt x="716" y="812"/>
                    <a:pt x="586" y="920"/>
                    <a:pt x="521" y="920"/>
                  </a:cubicBezTo>
                  <a:cubicBezTo>
                    <a:pt x="390" y="920"/>
                    <a:pt x="195" y="530"/>
                    <a:pt x="87" y="270"/>
                  </a:cubicBezTo>
                  <a:cubicBezTo>
                    <a:pt x="87" y="255"/>
                    <a:pt x="76" y="239"/>
                    <a:pt x="62" y="239"/>
                  </a:cubicBezTo>
                  <a:cubicBezTo>
                    <a:pt x="56" y="239"/>
                    <a:pt x="50" y="242"/>
                    <a:pt x="44" y="248"/>
                  </a:cubicBezTo>
                  <a:cubicBezTo>
                    <a:pt x="22" y="248"/>
                    <a:pt x="0" y="270"/>
                    <a:pt x="22" y="292"/>
                  </a:cubicBezTo>
                  <a:cubicBezTo>
                    <a:pt x="65" y="422"/>
                    <a:pt x="282" y="1007"/>
                    <a:pt x="521" y="1007"/>
                  </a:cubicBezTo>
                  <a:lnTo>
                    <a:pt x="542" y="1007"/>
                  </a:lnTo>
                  <a:cubicBezTo>
                    <a:pt x="716" y="985"/>
                    <a:pt x="824" y="682"/>
                    <a:pt x="889" y="53"/>
                  </a:cubicBezTo>
                  <a:cubicBezTo>
                    <a:pt x="889" y="31"/>
                    <a:pt x="867" y="10"/>
                    <a:pt x="846" y="10"/>
                  </a:cubicBezTo>
                  <a:cubicBezTo>
                    <a:pt x="839" y="3"/>
                    <a:pt x="833" y="1"/>
                    <a:pt x="82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3"/>
            <p:cNvSpPr/>
            <p:nvPr/>
          </p:nvSpPr>
          <p:spPr>
            <a:xfrm>
              <a:off x="902959" y="2138525"/>
              <a:ext cx="266343" cy="90069"/>
            </a:xfrm>
            <a:custGeom>
              <a:avLst/>
              <a:gdLst/>
              <a:ahLst/>
              <a:cxnLst/>
              <a:rect l="l" t="t" r="r" b="b"/>
              <a:pathLst>
                <a:path w="4619" h="1562" extrusionOk="0">
                  <a:moveTo>
                    <a:pt x="44" y="1"/>
                  </a:moveTo>
                  <a:cubicBezTo>
                    <a:pt x="22" y="22"/>
                    <a:pt x="1" y="22"/>
                    <a:pt x="1" y="66"/>
                  </a:cubicBezTo>
                  <a:cubicBezTo>
                    <a:pt x="1" y="109"/>
                    <a:pt x="66" y="1280"/>
                    <a:pt x="781" y="1540"/>
                  </a:cubicBezTo>
                  <a:cubicBezTo>
                    <a:pt x="868" y="1562"/>
                    <a:pt x="955" y="1562"/>
                    <a:pt x="1041" y="1562"/>
                  </a:cubicBezTo>
                  <a:cubicBezTo>
                    <a:pt x="1605" y="1562"/>
                    <a:pt x="2602" y="1193"/>
                    <a:pt x="2928" y="1063"/>
                  </a:cubicBezTo>
                  <a:cubicBezTo>
                    <a:pt x="3708" y="760"/>
                    <a:pt x="4532" y="326"/>
                    <a:pt x="4619" y="131"/>
                  </a:cubicBezTo>
                  <a:cubicBezTo>
                    <a:pt x="4619" y="109"/>
                    <a:pt x="4619" y="87"/>
                    <a:pt x="4597" y="66"/>
                  </a:cubicBezTo>
                  <a:cubicBezTo>
                    <a:pt x="4575" y="66"/>
                    <a:pt x="4554" y="66"/>
                    <a:pt x="4532" y="87"/>
                  </a:cubicBezTo>
                  <a:cubicBezTo>
                    <a:pt x="4432" y="387"/>
                    <a:pt x="1939" y="1478"/>
                    <a:pt x="1005" y="1478"/>
                  </a:cubicBezTo>
                  <a:cubicBezTo>
                    <a:pt x="926" y="1478"/>
                    <a:pt x="857" y="1470"/>
                    <a:pt x="803" y="1453"/>
                  </a:cubicBezTo>
                  <a:cubicBezTo>
                    <a:pt x="131" y="1215"/>
                    <a:pt x="87" y="44"/>
                    <a:pt x="87" y="44"/>
                  </a:cubicBezTo>
                  <a:cubicBezTo>
                    <a:pt x="87" y="22"/>
                    <a:pt x="66" y="1"/>
                    <a:pt x="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3"/>
            <p:cNvSpPr/>
            <p:nvPr/>
          </p:nvSpPr>
          <p:spPr>
            <a:xfrm>
              <a:off x="877991" y="2038542"/>
              <a:ext cx="125012" cy="127549"/>
            </a:xfrm>
            <a:custGeom>
              <a:avLst/>
              <a:gdLst/>
              <a:ahLst/>
              <a:cxnLst/>
              <a:rect l="l" t="t" r="r" b="b"/>
              <a:pathLst>
                <a:path w="2168" h="2212" extrusionOk="0">
                  <a:moveTo>
                    <a:pt x="954" y="0"/>
                  </a:moveTo>
                  <a:cubicBezTo>
                    <a:pt x="954" y="0"/>
                    <a:pt x="65" y="347"/>
                    <a:pt x="43" y="716"/>
                  </a:cubicBezTo>
                  <a:cubicBezTo>
                    <a:pt x="0" y="1084"/>
                    <a:pt x="520" y="2212"/>
                    <a:pt x="520" y="2212"/>
                  </a:cubicBezTo>
                  <a:cubicBezTo>
                    <a:pt x="2168" y="1952"/>
                    <a:pt x="954" y="0"/>
                    <a:pt x="9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3"/>
            <p:cNvSpPr/>
            <p:nvPr/>
          </p:nvSpPr>
          <p:spPr>
            <a:xfrm>
              <a:off x="1275510" y="2147520"/>
              <a:ext cx="12570" cy="22315"/>
            </a:xfrm>
            <a:custGeom>
              <a:avLst/>
              <a:gdLst/>
              <a:ahLst/>
              <a:cxnLst/>
              <a:rect l="l" t="t" r="r" b="b"/>
              <a:pathLst>
                <a:path w="218" h="387" extrusionOk="0">
                  <a:moveTo>
                    <a:pt x="50" y="0"/>
                  </a:moveTo>
                  <a:cubicBezTo>
                    <a:pt x="22" y="0"/>
                    <a:pt x="0" y="31"/>
                    <a:pt x="0" y="62"/>
                  </a:cubicBezTo>
                  <a:cubicBezTo>
                    <a:pt x="44" y="127"/>
                    <a:pt x="109" y="278"/>
                    <a:pt x="65" y="343"/>
                  </a:cubicBezTo>
                  <a:cubicBezTo>
                    <a:pt x="65" y="343"/>
                    <a:pt x="65" y="387"/>
                    <a:pt x="65" y="387"/>
                  </a:cubicBezTo>
                  <a:lnTo>
                    <a:pt x="152" y="387"/>
                  </a:lnTo>
                  <a:cubicBezTo>
                    <a:pt x="217" y="257"/>
                    <a:pt x="87" y="40"/>
                    <a:pt x="87" y="18"/>
                  </a:cubicBezTo>
                  <a:cubicBezTo>
                    <a:pt x="74" y="5"/>
                    <a:pt x="62" y="0"/>
                    <a:pt x="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3"/>
            <p:cNvSpPr/>
            <p:nvPr/>
          </p:nvSpPr>
          <p:spPr>
            <a:xfrm>
              <a:off x="1280526" y="2122265"/>
              <a:ext cx="13781" cy="22604"/>
            </a:xfrm>
            <a:custGeom>
              <a:avLst/>
              <a:gdLst/>
              <a:ahLst/>
              <a:cxnLst/>
              <a:rect l="l" t="t" r="r" b="b"/>
              <a:pathLst>
                <a:path w="239" h="392" extrusionOk="0">
                  <a:moveTo>
                    <a:pt x="44" y="1"/>
                  </a:moveTo>
                  <a:cubicBezTo>
                    <a:pt x="22" y="23"/>
                    <a:pt x="0" y="44"/>
                    <a:pt x="22" y="66"/>
                  </a:cubicBezTo>
                  <a:cubicBezTo>
                    <a:pt x="65" y="131"/>
                    <a:pt x="130" y="283"/>
                    <a:pt x="87" y="348"/>
                  </a:cubicBezTo>
                  <a:cubicBezTo>
                    <a:pt x="65" y="348"/>
                    <a:pt x="65" y="369"/>
                    <a:pt x="87" y="391"/>
                  </a:cubicBezTo>
                  <a:lnTo>
                    <a:pt x="152" y="391"/>
                  </a:lnTo>
                  <a:cubicBezTo>
                    <a:pt x="239" y="261"/>
                    <a:pt x="87" y="44"/>
                    <a:pt x="87" y="23"/>
                  </a:cubicBezTo>
                  <a:cubicBezTo>
                    <a:pt x="87" y="1"/>
                    <a:pt x="65" y="1"/>
                    <a:pt x="4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3"/>
            <p:cNvSpPr/>
            <p:nvPr/>
          </p:nvSpPr>
          <p:spPr>
            <a:xfrm>
              <a:off x="1291770" y="2177273"/>
              <a:ext cx="12570" cy="22604"/>
            </a:xfrm>
            <a:custGeom>
              <a:avLst/>
              <a:gdLst/>
              <a:ahLst/>
              <a:cxnLst/>
              <a:rect l="l" t="t" r="r" b="b"/>
              <a:pathLst>
                <a:path w="218" h="392" extrusionOk="0">
                  <a:moveTo>
                    <a:pt x="0" y="1"/>
                  </a:moveTo>
                  <a:cubicBezTo>
                    <a:pt x="0" y="23"/>
                    <a:pt x="0" y="44"/>
                    <a:pt x="0" y="66"/>
                  </a:cubicBezTo>
                  <a:cubicBezTo>
                    <a:pt x="44" y="131"/>
                    <a:pt x="109" y="283"/>
                    <a:pt x="65" y="326"/>
                  </a:cubicBezTo>
                  <a:cubicBezTo>
                    <a:pt x="65" y="348"/>
                    <a:pt x="65" y="369"/>
                    <a:pt x="65" y="391"/>
                  </a:cubicBezTo>
                  <a:lnTo>
                    <a:pt x="130" y="391"/>
                  </a:lnTo>
                  <a:cubicBezTo>
                    <a:pt x="217" y="261"/>
                    <a:pt x="65" y="44"/>
                    <a:pt x="65" y="23"/>
                  </a:cubicBezTo>
                  <a:cubicBezTo>
                    <a:pt x="65" y="1"/>
                    <a:pt x="22"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3"/>
            <p:cNvSpPr/>
            <p:nvPr/>
          </p:nvSpPr>
          <p:spPr>
            <a:xfrm>
              <a:off x="1269282" y="2192611"/>
              <a:ext cx="12513" cy="22777"/>
            </a:xfrm>
            <a:custGeom>
              <a:avLst/>
              <a:gdLst/>
              <a:ahLst/>
              <a:cxnLst/>
              <a:rect l="l" t="t" r="r" b="b"/>
              <a:pathLst>
                <a:path w="217" h="395" extrusionOk="0">
                  <a:moveTo>
                    <a:pt x="54" y="0"/>
                  </a:moveTo>
                  <a:cubicBezTo>
                    <a:pt x="43" y="0"/>
                    <a:pt x="33" y="6"/>
                    <a:pt x="22" y="17"/>
                  </a:cubicBezTo>
                  <a:cubicBezTo>
                    <a:pt x="0" y="17"/>
                    <a:pt x="0" y="38"/>
                    <a:pt x="0" y="60"/>
                  </a:cubicBezTo>
                  <a:cubicBezTo>
                    <a:pt x="43" y="125"/>
                    <a:pt x="108" y="277"/>
                    <a:pt x="65" y="342"/>
                  </a:cubicBezTo>
                  <a:cubicBezTo>
                    <a:pt x="65" y="342"/>
                    <a:pt x="65" y="385"/>
                    <a:pt x="65" y="385"/>
                  </a:cubicBezTo>
                  <a:lnTo>
                    <a:pt x="87" y="385"/>
                  </a:lnTo>
                  <a:cubicBezTo>
                    <a:pt x="94" y="392"/>
                    <a:pt x="101" y="395"/>
                    <a:pt x="108" y="395"/>
                  </a:cubicBezTo>
                  <a:cubicBezTo>
                    <a:pt x="120" y="395"/>
                    <a:pt x="130" y="385"/>
                    <a:pt x="130" y="385"/>
                  </a:cubicBezTo>
                  <a:cubicBezTo>
                    <a:pt x="217" y="255"/>
                    <a:pt x="87" y="38"/>
                    <a:pt x="87" y="17"/>
                  </a:cubicBezTo>
                  <a:cubicBezTo>
                    <a:pt x="76" y="6"/>
                    <a:pt x="65" y="0"/>
                    <a:pt x="5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3"/>
            <p:cNvSpPr/>
            <p:nvPr/>
          </p:nvSpPr>
          <p:spPr>
            <a:xfrm>
              <a:off x="1290502" y="2209275"/>
              <a:ext cx="12570" cy="23065"/>
            </a:xfrm>
            <a:custGeom>
              <a:avLst/>
              <a:gdLst/>
              <a:ahLst/>
              <a:cxnLst/>
              <a:rect l="l" t="t" r="r" b="b"/>
              <a:pathLst>
                <a:path w="218" h="400" extrusionOk="0">
                  <a:moveTo>
                    <a:pt x="41" y="1"/>
                  </a:moveTo>
                  <a:cubicBezTo>
                    <a:pt x="35" y="1"/>
                    <a:pt x="29" y="3"/>
                    <a:pt x="22" y="10"/>
                  </a:cubicBezTo>
                  <a:cubicBezTo>
                    <a:pt x="1" y="31"/>
                    <a:pt x="1" y="53"/>
                    <a:pt x="22" y="75"/>
                  </a:cubicBezTo>
                  <a:cubicBezTo>
                    <a:pt x="44" y="140"/>
                    <a:pt x="109" y="291"/>
                    <a:pt x="87" y="335"/>
                  </a:cubicBezTo>
                  <a:cubicBezTo>
                    <a:pt x="66" y="356"/>
                    <a:pt x="66" y="378"/>
                    <a:pt x="87" y="400"/>
                  </a:cubicBezTo>
                  <a:lnTo>
                    <a:pt x="109" y="400"/>
                  </a:lnTo>
                  <a:cubicBezTo>
                    <a:pt x="109" y="400"/>
                    <a:pt x="131" y="400"/>
                    <a:pt x="152" y="378"/>
                  </a:cubicBezTo>
                  <a:cubicBezTo>
                    <a:pt x="217" y="270"/>
                    <a:pt x="109" y="53"/>
                    <a:pt x="87" y="31"/>
                  </a:cubicBezTo>
                  <a:cubicBezTo>
                    <a:pt x="72" y="16"/>
                    <a:pt x="57" y="1"/>
                    <a:pt x="4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3"/>
            <p:cNvSpPr/>
            <p:nvPr/>
          </p:nvSpPr>
          <p:spPr>
            <a:xfrm>
              <a:off x="1260518" y="2158015"/>
              <a:ext cx="13781" cy="23065"/>
            </a:xfrm>
            <a:custGeom>
              <a:avLst/>
              <a:gdLst/>
              <a:ahLst/>
              <a:cxnLst/>
              <a:rect l="l" t="t" r="r" b="b"/>
              <a:pathLst>
                <a:path w="239" h="400" extrusionOk="0">
                  <a:moveTo>
                    <a:pt x="62" y="1"/>
                  </a:moveTo>
                  <a:cubicBezTo>
                    <a:pt x="56" y="1"/>
                    <a:pt x="50" y="3"/>
                    <a:pt x="44" y="10"/>
                  </a:cubicBezTo>
                  <a:cubicBezTo>
                    <a:pt x="22" y="10"/>
                    <a:pt x="0" y="53"/>
                    <a:pt x="22" y="75"/>
                  </a:cubicBezTo>
                  <a:cubicBezTo>
                    <a:pt x="65" y="140"/>
                    <a:pt x="130" y="270"/>
                    <a:pt x="87" y="335"/>
                  </a:cubicBezTo>
                  <a:cubicBezTo>
                    <a:pt x="65" y="357"/>
                    <a:pt x="65" y="378"/>
                    <a:pt x="87" y="400"/>
                  </a:cubicBezTo>
                  <a:lnTo>
                    <a:pt x="109" y="400"/>
                  </a:lnTo>
                  <a:cubicBezTo>
                    <a:pt x="130" y="400"/>
                    <a:pt x="130" y="400"/>
                    <a:pt x="152" y="378"/>
                  </a:cubicBezTo>
                  <a:cubicBezTo>
                    <a:pt x="239" y="270"/>
                    <a:pt x="109" y="53"/>
                    <a:pt x="87" y="31"/>
                  </a:cubicBezTo>
                  <a:cubicBezTo>
                    <a:pt x="87" y="16"/>
                    <a:pt x="76" y="1"/>
                    <a:pt x="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3"/>
            <p:cNvSpPr/>
            <p:nvPr/>
          </p:nvSpPr>
          <p:spPr>
            <a:xfrm>
              <a:off x="1260518" y="2118863"/>
              <a:ext cx="13781" cy="23469"/>
            </a:xfrm>
            <a:custGeom>
              <a:avLst/>
              <a:gdLst/>
              <a:ahLst/>
              <a:cxnLst/>
              <a:rect l="l" t="t" r="r" b="b"/>
              <a:pathLst>
                <a:path w="239" h="407" extrusionOk="0">
                  <a:moveTo>
                    <a:pt x="65" y="0"/>
                  </a:moveTo>
                  <a:cubicBezTo>
                    <a:pt x="54" y="0"/>
                    <a:pt x="44" y="6"/>
                    <a:pt x="44" y="17"/>
                  </a:cubicBezTo>
                  <a:cubicBezTo>
                    <a:pt x="22" y="38"/>
                    <a:pt x="0" y="60"/>
                    <a:pt x="22" y="82"/>
                  </a:cubicBezTo>
                  <a:cubicBezTo>
                    <a:pt x="65" y="147"/>
                    <a:pt x="130" y="298"/>
                    <a:pt x="87" y="342"/>
                  </a:cubicBezTo>
                  <a:cubicBezTo>
                    <a:pt x="65" y="363"/>
                    <a:pt x="65" y="385"/>
                    <a:pt x="87" y="407"/>
                  </a:cubicBezTo>
                  <a:lnTo>
                    <a:pt x="109" y="407"/>
                  </a:lnTo>
                  <a:cubicBezTo>
                    <a:pt x="130" y="407"/>
                    <a:pt x="152" y="385"/>
                    <a:pt x="152" y="385"/>
                  </a:cubicBezTo>
                  <a:cubicBezTo>
                    <a:pt x="239" y="255"/>
                    <a:pt x="109" y="38"/>
                    <a:pt x="87" y="17"/>
                  </a:cubicBezTo>
                  <a:cubicBezTo>
                    <a:pt x="87" y="6"/>
                    <a:pt x="76" y="0"/>
                    <a:pt x="6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3"/>
            <p:cNvSpPr/>
            <p:nvPr/>
          </p:nvSpPr>
          <p:spPr>
            <a:xfrm>
              <a:off x="1319275" y="2388254"/>
              <a:ext cx="22315" cy="12859"/>
            </a:xfrm>
            <a:custGeom>
              <a:avLst/>
              <a:gdLst/>
              <a:ahLst/>
              <a:cxnLst/>
              <a:rect l="l" t="t" r="r" b="b"/>
              <a:pathLst>
                <a:path w="387" h="223" extrusionOk="0">
                  <a:moveTo>
                    <a:pt x="327" y="0"/>
                  </a:moveTo>
                  <a:cubicBezTo>
                    <a:pt x="320" y="0"/>
                    <a:pt x="312" y="2"/>
                    <a:pt x="304" y="6"/>
                  </a:cubicBezTo>
                  <a:cubicBezTo>
                    <a:pt x="265" y="64"/>
                    <a:pt x="157" y="139"/>
                    <a:pt x="88" y="139"/>
                  </a:cubicBezTo>
                  <a:cubicBezTo>
                    <a:pt x="80" y="139"/>
                    <a:pt x="72" y="138"/>
                    <a:pt x="65" y="136"/>
                  </a:cubicBezTo>
                  <a:cubicBezTo>
                    <a:pt x="44" y="136"/>
                    <a:pt x="22" y="136"/>
                    <a:pt x="22" y="158"/>
                  </a:cubicBezTo>
                  <a:cubicBezTo>
                    <a:pt x="0" y="179"/>
                    <a:pt x="22" y="201"/>
                    <a:pt x="44" y="223"/>
                  </a:cubicBezTo>
                  <a:lnTo>
                    <a:pt x="87" y="223"/>
                  </a:lnTo>
                  <a:cubicBezTo>
                    <a:pt x="195" y="201"/>
                    <a:pt x="282" y="136"/>
                    <a:pt x="369" y="71"/>
                  </a:cubicBezTo>
                  <a:cubicBezTo>
                    <a:pt x="387" y="35"/>
                    <a:pt x="361" y="0"/>
                    <a:pt x="32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3"/>
            <p:cNvSpPr/>
            <p:nvPr/>
          </p:nvSpPr>
          <p:spPr>
            <a:xfrm>
              <a:off x="1344242" y="2386466"/>
              <a:ext cx="23238" cy="13378"/>
            </a:xfrm>
            <a:custGeom>
              <a:avLst/>
              <a:gdLst/>
              <a:ahLst/>
              <a:cxnLst/>
              <a:rect l="l" t="t" r="r" b="b"/>
              <a:pathLst>
                <a:path w="403" h="232" extrusionOk="0">
                  <a:moveTo>
                    <a:pt x="337" y="1"/>
                  </a:moveTo>
                  <a:cubicBezTo>
                    <a:pt x="326" y="1"/>
                    <a:pt x="314" y="5"/>
                    <a:pt x="304" y="15"/>
                  </a:cubicBezTo>
                  <a:cubicBezTo>
                    <a:pt x="265" y="55"/>
                    <a:pt x="154" y="148"/>
                    <a:pt x="85" y="148"/>
                  </a:cubicBezTo>
                  <a:cubicBezTo>
                    <a:pt x="78" y="148"/>
                    <a:pt x="72" y="147"/>
                    <a:pt x="66" y="145"/>
                  </a:cubicBezTo>
                  <a:cubicBezTo>
                    <a:pt x="44" y="145"/>
                    <a:pt x="23" y="145"/>
                    <a:pt x="23" y="167"/>
                  </a:cubicBezTo>
                  <a:cubicBezTo>
                    <a:pt x="1" y="189"/>
                    <a:pt x="23" y="210"/>
                    <a:pt x="44" y="232"/>
                  </a:cubicBezTo>
                  <a:lnTo>
                    <a:pt x="88" y="232"/>
                  </a:lnTo>
                  <a:cubicBezTo>
                    <a:pt x="218" y="232"/>
                    <a:pt x="348" y="80"/>
                    <a:pt x="369" y="80"/>
                  </a:cubicBezTo>
                  <a:cubicBezTo>
                    <a:pt x="403" y="47"/>
                    <a:pt x="372" y="1"/>
                    <a:pt x="3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4" name="Google Shape;604;p3"/>
            <p:cNvSpPr/>
            <p:nvPr/>
          </p:nvSpPr>
          <p:spPr>
            <a:xfrm>
              <a:off x="1295518" y="2411376"/>
              <a:ext cx="21277" cy="13493"/>
            </a:xfrm>
            <a:custGeom>
              <a:avLst/>
              <a:gdLst/>
              <a:ahLst/>
              <a:cxnLst/>
              <a:rect l="l" t="t" r="r" b="b"/>
              <a:pathLst>
                <a:path w="369" h="234" extrusionOk="0">
                  <a:moveTo>
                    <a:pt x="328" y="1"/>
                  </a:moveTo>
                  <a:cubicBezTo>
                    <a:pt x="315" y="1"/>
                    <a:pt x="304" y="6"/>
                    <a:pt x="304" y="17"/>
                  </a:cubicBezTo>
                  <a:cubicBezTo>
                    <a:pt x="264" y="56"/>
                    <a:pt x="153" y="150"/>
                    <a:pt x="84" y="150"/>
                  </a:cubicBezTo>
                  <a:cubicBezTo>
                    <a:pt x="78" y="150"/>
                    <a:pt x="71" y="149"/>
                    <a:pt x="65" y="147"/>
                  </a:cubicBezTo>
                  <a:cubicBezTo>
                    <a:pt x="59" y="141"/>
                    <a:pt x="53" y="138"/>
                    <a:pt x="46" y="138"/>
                  </a:cubicBezTo>
                  <a:cubicBezTo>
                    <a:pt x="31" y="138"/>
                    <a:pt x="16" y="153"/>
                    <a:pt x="0" y="169"/>
                  </a:cubicBezTo>
                  <a:cubicBezTo>
                    <a:pt x="0" y="190"/>
                    <a:pt x="0" y="212"/>
                    <a:pt x="22" y="234"/>
                  </a:cubicBezTo>
                  <a:lnTo>
                    <a:pt x="87" y="234"/>
                  </a:lnTo>
                  <a:cubicBezTo>
                    <a:pt x="174" y="212"/>
                    <a:pt x="282" y="147"/>
                    <a:pt x="369" y="82"/>
                  </a:cubicBezTo>
                  <a:cubicBezTo>
                    <a:pt x="369" y="60"/>
                    <a:pt x="369" y="38"/>
                    <a:pt x="369" y="17"/>
                  </a:cubicBezTo>
                  <a:cubicBezTo>
                    <a:pt x="358" y="6"/>
                    <a:pt x="342" y="1"/>
                    <a:pt x="3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5" name="Google Shape;605;p3"/>
            <p:cNvSpPr/>
            <p:nvPr/>
          </p:nvSpPr>
          <p:spPr>
            <a:xfrm>
              <a:off x="1274241" y="2392751"/>
              <a:ext cx="22258" cy="13378"/>
            </a:xfrm>
            <a:custGeom>
              <a:avLst/>
              <a:gdLst/>
              <a:ahLst/>
              <a:cxnLst/>
              <a:rect l="l" t="t" r="r" b="b"/>
              <a:pathLst>
                <a:path w="386" h="232" extrusionOk="0">
                  <a:moveTo>
                    <a:pt x="334" y="0"/>
                  </a:moveTo>
                  <a:cubicBezTo>
                    <a:pt x="324" y="0"/>
                    <a:pt x="314" y="4"/>
                    <a:pt x="304" y="15"/>
                  </a:cubicBezTo>
                  <a:cubicBezTo>
                    <a:pt x="266" y="73"/>
                    <a:pt x="158" y="148"/>
                    <a:pt x="89" y="148"/>
                  </a:cubicBezTo>
                  <a:cubicBezTo>
                    <a:pt x="80" y="148"/>
                    <a:pt x="73" y="147"/>
                    <a:pt x="66" y="145"/>
                  </a:cubicBezTo>
                  <a:cubicBezTo>
                    <a:pt x="44" y="145"/>
                    <a:pt x="22" y="166"/>
                    <a:pt x="1" y="188"/>
                  </a:cubicBezTo>
                  <a:cubicBezTo>
                    <a:pt x="1" y="210"/>
                    <a:pt x="22" y="231"/>
                    <a:pt x="44" y="231"/>
                  </a:cubicBezTo>
                  <a:lnTo>
                    <a:pt x="87" y="231"/>
                  </a:lnTo>
                  <a:cubicBezTo>
                    <a:pt x="196" y="210"/>
                    <a:pt x="283" y="166"/>
                    <a:pt x="369" y="80"/>
                  </a:cubicBezTo>
                  <a:cubicBezTo>
                    <a:pt x="386" y="46"/>
                    <a:pt x="364" y="0"/>
                    <a:pt x="3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3"/>
            <p:cNvSpPr/>
            <p:nvPr/>
          </p:nvSpPr>
          <p:spPr>
            <a:xfrm>
              <a:off x="1264266" y="2418872"/>
              <a:ext cx="21277" cy="13493"/>
            </a:xfrm>
            <a:custGeom>
              <a:avLst/>
              <a:gdLst/>
              <a:ahLst/>
              <a:cxnLst/>
              <a:rect l="l" t="t" r="r" b="b"/>
              <a:pathLst>
                <a:path w="369" h="234" extrusionOk="0">
                  <a:moveTo>
                    <a:pt x="336" y="1"/>
                  </a:moveTo>
                  <a:cubicBezTo>
                    <a:pt x="326" y="1"/>
                    <a:pt x="315" y="6"/>
                    <a:pt x="304" y="17"/>
                  </a:cubicBezTo>
                  <a:cubicBezTo>
                    <a:pt x="265" y="75"/>
                    <a:pt x="157" y="150"/>
                    <a:pt x="88" y="150"/>
                  </a:cubicBezTo>
                  <a:cubicBezTo>
                    <a:pt x="80" y="150"/>
                    <a:pt x="72" y="149"/>
                    <a:pt x="65" y="147"/>
                  </a:cubicBezTo>
                  <a:cubicBezTo>
                    <a:pt x="44" y="147"/>
                    <a:pt x="22" y="147"/>
                    <a:pt x="0" y="169"/>
                  </a:cubicBezTo>
                  <a:cubicBezTo>
                    <a:pt x="0" y="190"/>
                    <a:pt x="0" y="234"/>
                    <a:pt x="44" y="234"/>
                  </a:cubicBezTo>
                  <a:lnTo>
                    <a:pt x="87" y="234"/>
                  </a:lnTo>
                  <a:cubicBezTo>
                    <a:pt x="195" y="212"/>
                    <a:pt x="282" y="147"/>
                    <a:pt x="369" y="82"/>
                  </a:cubicBezTo>
                  <a:cubicBezTo>
                    <a:pt x="369" y="60"/>
                    <a:pt x="369" y="39"/>
                    <a:pt x="369" y="17"/>
                  </a:cubicBezTo>
                  <a:cubicBezTo>
                    <a:pt x="358" y="6"/>
                    <a:pt x="347" y="1"/>
                    <a:pt x="3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3"/>
            <p:cNvSpPr/>
            <p:nvPr/>
          </p:nvSpPr>
          <p:spPr>
            <a:xfrm>
              <a:off x="1305494" y="2378221"/>
              <a:ext cx="22373" cy="12916"/>
            </a:xfrm>
            <a:custGeom>
              <a:avLst/>
              <a:gdLst/>
              <a:ahLst/>
              <a:cxnLst/>
              <a:rect l="l" t="t" r="r" b="b"/>
              <a:pathLst>
                <a:path w="388" h="224" extrusionOk="0">
                  <a:moveTo>
                    <a:pt x="328" y="1"/>
                  </a:moveTo>
                  <a:cubicBezTo>
                    <a:pt x="320" y="1"/>
                    <a:pt x="312" y="2"/>
                    <a:pt x="304" y="6"/>
                  </a:cubicBezTo>
                  <a:cubicBezTo>
                    <a:pt x="265" y="46"/>
                    <a:pt x="153" y="139"/>
                    <a:pt x="85" y="139"/>
                  </a:cubicBezTo>
                  <a:cubicBezTo>
                    <a:pt x="78" y="139"/>
                    <a:pt x="72" y="138"/>
                    <a:pt x="66" y="136"/>
                  </a:cubicBezTo>
                  <a:cubicBezTo>
                    <a:pt x="59" y="130"/>
                    <a:pt x="53" y="128"/>
                    <a:pt x="47" y="128"/>
                  </a:cubicBezTo>
                  <a:cubicBezTo>
                    <a:pt x="31" y="128"/>
                    <a:pt x="16" y="143"/>
                    <a:pt x="1" y="158"/>
                  </a:cubicBezTo>
                  <a:cubicBezTo>
                    <a:pt x="1" y="180"/>
                    <a:pt x="1" y="202"/>
                    <a:pt x="44" y="223"/>
                  </a:cubicBezTo>
                  <a:lnTo>
                    <a:pt x="88" y="223"/>
                  </a:lnTo>
                  <a:cubicBezTo>
                    <a:pt x="196" y="202"/>
                    <a:pt x="283" y="136"/>
                    <a:pt x="369" y="71"/>
                  </a:cubicBezTo>
                  <a:cubicBezTo>
                    <a:pt x="387" y="36"/>
                    <a:pt x="361" y="1"/>
                    <a:pt x="32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3"/>
            <p:cNvSpPr/>
            <p:nvPr/>
          </p:nvSpPr>
          <p:spPr>
            <a:xfrm>
              <a:off x="1341763" y="2366458"/>
              <a:ext cx="23180" cy="13435"/>
            </a:xfrm>
            <a:custGeom>
              <a:avLst/>
              <a:gdLst/>
              <a:ahLst/>
              <a:cxnLst/>
              <a:rect l="l" t="t" r="r" b="b"/>
              <a:pathLst>
                <a:path w="402" h="233" extrusionOk="0">
                  <a:moveTo>
                    <a:pt x="337" y="1"/>
                  </a:moveTo>
                  <a:cubicBezTo>
                    <a:pt x="326" y="1"/>
                    <a:pt x="314" y="5"/>
                    <a:pt x="304" y="15"/>
                  </a:cubicBezTo>
                  <a:cubicBezTo>
                    <a:pt x="265" y="55"/>
                    <a:pt x="153" y="148"/>
                    <a:pt x="84" y="148"/>
                  </a:cubicBezTo>
                  <a:cubicBezTo>
                    <a:pt x="78" y="148"/>
                    <a:pt x="71" y="147"/>
                    <a:pt x="66" y="145"/>
                  </a:cubicBezTo>
                  <a:cubicBezTo>
                    <a:pt x="44" y="145"/>
                    <a:pt x="22" y="145"/>
                    <a:pt x="22" y="167"/>
                  </a:cubicBezTo>
                  <a:cubicBezTo>
                    <a:pt x="1" y="189"/>
                    <a:pt x="22" y="210"/>
                    <a:pt x="44" y="232"/>
                  </a:cubicBezTo>
                  <a:lnTo>
                    <a:pt x="87" y="232"/>
                  </a:lnTo>
                  <a:cubicBezTo>
                    <a:pt x="196" y="210"/>
                    <a:pt x="304" y="145"/>
                    <a:pt x="369" y="59"/>
                  </a:cubicBezTo>
                  <a:cubicBezTo>
                    <a:pt x="402" y="42"/>
                    <a:pt x="372" y="1"/>
                    <a:pt x="3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3"/>
            <p:cNvSpPr/>
            <p:nvPr/>
          </p:nvSpPr>
          <p:spPr>
            <a:xfrm>
              <a:off x="1161744" y="2568444"/>
              <a:ext cx="16318" cy="21450"/>
            </a:xfrm>
            <a:custGeom>
              <a:avLst/>
              <a:gdLst/>
              <a:ahLst/>
              <a:cxnLst/>
              <a:rect l="l" t="t" r="r" b="b"/>
              <a:pathLst>
                <a:path w="283" h="372" extrusionOk="0">
                  <a:moveTo>
                    <a:pt x="96" y="1"/>
                  </a:moveTo>
                  <a:cubicBezTo>
                    <a:pt x="85" y="1"/>
                    <a:pt x="74" y="8"/>
                    <a:pt x="66" y="25"/>
                  </a:cubicBezTo>
                  <a:cubicBezTo>
                    <a:pt x="1" y="155"/>
                    <a:pt x="174" y="350"/>
                    <a:pt x="196" y="350"/>
                  </a:cubicBezTo>
                  <a:cubicBezTo>
                    <a:pt x="206" y="361"/>
                    <a:pt x="212" y="366"/>
                    <a:pt x="217" y="366"/>
                  </a:cubicBezTo>
                  <a:cubicBezTo>
                    <a:pt x="223" y="366"/>
                    <a:pt x="228" y="361"/>
                    <a:pt x="239" y="350"/>
                  </a:cubicBezTo>
                  <a:cubicBezTo>
                    <a:pt x="239" y="371"/>
                    <a:pt x="239" y="371"/>
                    <a:pt x="261" y="371"/>
                  </a:cubicBezTo>
                  <a:cubicBezTo>
                    <a:pt x="282" y="350"/>
                    <a:pt x="282" y="328"/>
                    <a:pt x="261" y="306"/>
                  </a:cubicBezTo>
                  <a:cubicBezTo>
                    <a:pt x="217" y="241"/>
                    <a:pt x="109" y="111"/>
                    <a:pt x="131" y="46"/>
                  </a:cubicBezTo>
                  <a:cubicBezTo>
                    <a:pt x="131" y="19"/>
                    <a:pt x="114" y="1"/>
                    <a:pt x="9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3"/>
            <p:cNvSpPr/>
            <p:nvPr/>
          </p:nvSpPr>
          <p:spPr>
            <a:xfrm>
              <a:off x="1163012" y="2594333"/>
              <a:ext cx="15050" cy="20586"/>
            </a:xfrm>
            <a:custGeom>
              <a:avLst/>
              <a:gdLst/>
              <a:ahLst/>
              <a:cxnLst/>
              <a:rect l="l" t="t" r="r" b="b"/>
              <a:pathLst>
                <a:path w="261" h="357" extrusionOk="0">
                  <a:moveTo>
                    <a:pt x="68" y="1"/>
                  </a:moveTo>
                  <a:cubicBezTo>
                    <a:pt x="58" y="1"/>
                    <a:pt x="49" y="3"/>
                    <a:pt x="44" y="9"/>
                  </a:cubicBezTo>
                  <a:cubicBezTo>
                    <a:pt x="0" y="139"/>
                    <a:pt x="174" y="334"/>
                    <a:pt x="195" y="356"/>
                  </a:cubicBezTo>
                  <a:lnTo>
                    <a:pt x="260" y="356"/>
                  </a:lnTo>
                  <a:cubicBezTo>
                    <a:pt x="260" y="334"/>
                    <a:pt x="260" y="313"/>
                    <a:pt x="260" y="291"/>
                  </a:cubicBezTo>
                  <a:cubicBezTo>
                    <a:pt x="195" y="248"/>
                    <a:pt x="109" y="118"/>
                    <a:pt x="130" y="52"/>
                  </a:cubicBezTo>
                  <a:cubicBezTo>
                    <a:pt x="130" y="21"/>
                    <a:pt x="95" y="1"/>
                    <a:pt x="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3"/>
            <p:cNvSpPr/>
            <p:nvPr/>
          </p:nvSpPr>
          <p:spPr>
            <a:xfrm>
              <a:off x="1139256" y="2542266"/>
              <a:ext cx="16318" cy="21393"/>
            </a:xfrm>
            <a:custGeom>
              <a:avLst/>
              <a:gdLst/>
              <a:ahLst/>
              <a:cxnLst/>
              <a:rect l="l" t="t" r="r" b="b"/>
              <a:pathLst>
                <a:path w="283" h="371" extrusionOk="0">
                  <a:moveTo>
                    <a:pt x="99" y="1"/>
                  </a:moveTo>
                  <a:cubicBezTo>
                    <a:pt x="86" y="1"/>
                    <a:pt x="73" y="8"/>
                    <a:pt x="65" y="23"/>
                  </a:cubicBezTo>
                  <a:cubicBezTo>
                    <a:pt x="0" y="153"/>
                    <a:pt x="174" y="348"/>
                    <a:pt x="195" y="370"/>
                  </a:cubicBezTo>
                  <a:lnTo>
                    <a:pt x="260" y="370"/>
                  </a:lnTo>
                  <a:cubicBezTo>
                    <a:pt x="282" y="348"/>
                    <a:pt x="282" y="327"/>
                    <a:pt x="260" y="305"/>
                  </a:cubicBezTo>
                  <a:cubicBezTo>
                    <a:pt x="217" y="262"/>
                    <a:pt x="109" y="132"/>
                    <a:pt x="130" y="67"/>
                  </a:cubicBezTo>
                  <a:cubicBezTo>
                    <a:pt x="144" y="25"/>
                    <a:pt x="122" y="1"/>
                    <a:pt x="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3"/>
            <p:cNvSpPr/>
            <p:nvPr/>
          </p:nvSpPr>
          <p:spPr>
            <a:xfrm>
              <a:off x="1157996" y="2522892"/>
              <a:ext cx="15050" cy="20758"/>
            </a:xfrm>
            <a:custGeom>
              <a:avLst/>
              <a:gdLst/>
              <a:ahLst/>
              <a:cxnLst/>
              <a:rect l="l" t="t" r="r" b="b"/>
              <a:pathLst>
                <a:path w="261" h="360" extrusionOk="0">
                  <a:moveTo>
                    <a:pt x="76" y="1"/>
                  </a:moveTo>
                  <a:cubicBezTo>
                    <a:pt x="58" y="1"/>
                    <a:pt x="44" y="10"/>
                    <a:pt x="44" y="34"/>
                  </a:cubicBezTo>
                  <a:cubicBezTo>
                    <a:pt x="0" y="164"/>
                    <a:pt x="174" y="338"/>
                    <a:pt x="196" y="359"/>
                  </a:cubicBezTo>
                  <a:lnTo>
                    <a:pt x="261" y="359"/>
                  </a:lnTo>
                  <a:cubicBezTo>
                    <a:pt x="261" y="338"/>
                    <a:pt x="261" y="316"/>
                    <a:pt x="261" y="294"/>
                  </a:cubicBezTo>
                  <a:cubicBezTo>
                    <a:pt x="196" y="251"/>
                    <a:pt x="109" y="121"/>
                    <a:pt x="131" y="56"/>
                  </a:cubicBezTo>
                  <a:cubicBezTo>
                    <a:pt x="144" y="28"/>
                    <a:pt x="106" y="1"/>
                    <a:pt x="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3"/>
            <p:cNvSpPr/>
            <p:nvPr/>
          </p:nvSpPr>
          <p:spPr>
            <a:xfrm>
              <a:off x="1132970" y="2511821"/>
              <a:ext cx="15050" cy="20586"/>
            </a:xfrm>
            <a:custGeom>
              <a:avLst/>
              <a:gdLst/>
              <a:ahLst/>
              <a:cxnLst/>
              <a:rect l="l" t="t" r="r" b="b"/>
              <a:pathLst>
                <a:path w="261" h="357" extrusionOk="0">
                  <a:moveTo>
                    <a:pt x="69" y="1"/>
                  </a:moveTo>
                  <a:cubicBezTo>
                    <a:pt x="59" y="1"/>
                    <a:pt x="50" y="3"/>
                    <a:pt x="44" y="9"/>
                  </a:cubicBezTo>
                  <a:cubicBezTo>
                    <a:pt x="1" y="139"/>
                    <a:pt x="174" y="334"/>
                    <a:pt x="196" y="356"/>
                  </a:cubicBezTo>
                  <a:lnTo>
                    <a:pt x="239" y="356"/>
                  </a:lnTo>
                  <a:cubicBezTo>
                    <a:pt x="261" y="334"/>
                    <a:pt x="261" y="313"/>
                    <a:pt x="239" y="291"/>
                  </a:cubicBezTo>
                  <a:cubicBezTo>
                    <a:pt x="196" y="248"/>
                    <a:pt x="109" y="118"/>
                    <a:pt x="131" y="53"/>
                  </a:cubicBezTo>
                  <a:cubicBezTo>
                    <a:pt x="131" y="21"/>
                    <a:pt x="96" y="1"/>
                    <a:pt x="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3"/>
            <p:cNvSpPr/>
            <p:nvPr/>
          </p:nvSpPr>
          <p:spPr>
            <a:xfrm>
              <a:off x="1174256" y="2554778"/>
              <a:ext cx="15050" cy="21335"/>
            </a:xfrm>
            <a:custGeom>
              <a:avLst/>
              <a:gdLst/>
              <a:ahLst/>
              <a:cxnLst/>
              <a:rect l="l" t="t" r="r" b="b"/>
              <a:pathLst>
                <a:path w="261" h="370" extrusionOk="0">
                  <a:moveTo>
                    <a:pt x="78" y="0"/>
                  </a:moveTo>
                  <a:cubicBezTo>
                    <a:pt x="64" y="0"/>
                    <a:pt x="51" y="8"/>
                    <a:pt x="44" y="23"/>
                  </a:cubicBezTo>
                  <a:cubicBezTo>
                    <a:pt x="0" y="153"/>
                    <a:pt x="174" y="348"/>
                    <a:pt x="195" y="370"/>
                  </a:cubicBezTo>
                  <a:lnTo>
                    <a:pt x="239" y="370"/>
                  </a:lnTo>
                  <a:cubicBezTo>
                    <a:pt x="260" y="348"/>
                    <a:pt x="260" y="327"/>
                    <a:pt x="239" y="305"/>
                  </a:cubicBezTo>
                  <a:cubicBezTo>
                    <a:pt x="195" y="240"/>
                    <a:pt x="109" y="110"/>
                    <a:pt x="130" y="66"/>
                  </a:cubicBezTo>
                  <a:cubicBezTo>
                    <a:pt x="130" y="24"/>
                    <a:pt x="103" y="0"/>
                    <a:pt x="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5" name="Google Shape;615;p3"/>
            <p:cNvSpPr/>
            <p:nvPr/>
          </p:nvSpPr>
          <p:spPr>
            <a:xfrm>
              <a:off x="1183021" y="2592200"/>
              <a:ext cx="15050" cy="21450"/>
            </a:xfrm>
            <a:custGeom>
              <a:avLst/>
              <a:gdLst/>
              <a:ahLst/>
              <a:cxnLst/>
              <a:rect l="l" t="t" r="r" b="b"/>
              <a:pathLst>
                <a:path w="261" h="372" extrusionOk="0">
                  <a:moveTo>
                    <a:pt x="91" y="1"/>
                  </a:moveTo>
                  <a:cubicBezTo>
                    <a:pt x="77" y="1"/>
                    <a:pt x="60" y="8"/>
                    <a:pt x="43" y="24"/>
                  </a:cubicBezTo>
                  <a:cubicBezTo>
                    <a:pt x="0" y="155"/>
                    <a:pt x="174" y="328"/>
                    <a:pt x="195" y="350"/>
                  </a:cubicBezTo>
                  <a:cubicBezTo>
                    <a:pt x="195" y="350"/>
                    <a:pt x="217" y="350"/>
                    <a:pt x="217" y="371"/>
                  </a:cubicBezTo>
                  <a:cubicBezTo>
                    <a:pt x="239" y="350"/>
                    <a:pt x="239" y="350"/>
                    <a:pt x="260" y="350"/>
                  </a:cubicBezTo>
                  <a:cubicBezTo>
                    <a:pt x="260" y="328"/>
                    <a:pt x="260" y="306"/>
                    <a:pt x="260" y="285"/>
                  </a:cubicBezTo>
                  <a:cubicBezTo>
                    <a:pt x="195" y="241"/>
                    <a:pt x="108" y="111"/>
                    <a:pt x="130" y="46"/>
                  </a:cubicBezTo>
                  <a:cubicBezTo>
                    <a:pt x="130" y="19"/>
                    <a:pt x="114" y="1"/>
                    <a:pt x="9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3"/>
            <p:cNvSpPr/>
            <p:nvPr/>
          </p:nvSpPr>
          <p:spPr>
            <a:xfrm>
              <a:off x="939228" y="2438592"/>
              <a:ext cx="87532" cy="70060"/>
            </a:xfrm>
            <a:custGeom>
              <a:avLst/>
              <a:gdLst/>
              <a:ahLst/>
              <a:cxnLst/>
              <a:rect l="l" t="t" r="r" b="b"/>
              <a:pathLst>
                <a:path w="1518" h="1215" extrusionOk="0">
                  <a:moveTo>
                    <a:pt x="109" y="0"/>
                  </a:moveTo>
                  <a:lnTo>
                    <a:pt x="0" y="802"/>
                  </a:lnTo>
                  <a:lnTo>
                    <a:pt x="1171" y="1214"/>
                  </a:lnTo>
                  <a:lnTo>
                    <a:pt x="1518" y="217"/>
                  </a:lnTo>
                  <a:lnTo>
                    <a:pt x="10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3"/>
            <p:cNvSpPr/>
            <p:nvPr/>
          </p:nvSpPr>
          <p:spPr>
            <a:xfrm>
              <a:off x="1081709" y="2348526"/>
              <a:ext cx="93817" cy="98891"/>
            </a:xfrm>
            <a:custGeom>
              <a:avLst/>
              <a:gdLst/>
              <a:ahLst/>
              <a:cxnLst/>
              <a:rect l="l" t="t" r="r" b="b"/>
              <a:pathLst>
                <a:path w="1627" h="1715" extrusionOk="0">
                  <a:moveTo>
                    <a:pt x="688" y="0"/>
                  </a:moveTo>
                  <a:cubicBezTo>
                    <a:pt x="527" y="0"/>
                    <a:pt x="1" y="1367"/>
                    <a:pt x="1" y="1367"/>
                  </a:cubicBezTo>
                  <a:cubicBezTo>
                    <a:pt x="1" y="1367"/>
                    <a:pt x="803" y="1692"/>
                    <a:pt x="977" y="1714"/>
                  </a:cubicBezTo>
                  <a:cubicBezTo>
                    <a:pt x="978" y="1714"/>
                    <a:pt x="979" y="1714"/>
                    <a:pt x="980" y="1714"/>
                  </a:cubicBezTo>
                  <a:cubicBezTo>
                    <a:pt x="1157" y="1714"/>
                    <a:pt x="1627" y="283"/>
                    <a:pt x="1627" y="283"/>
                  </a:cubicBezTo>
                  <a:cubicBezTo>
                    <a:pt x="1627" y="283"/>
                    <a:pt x="846" y="44"/>
                    <a:pt x="695" y="1"/>
                  </a:cubicBezTo>
                  <a:cubicBezTo>
                    <a:pt x="692" y="0"/>
                    <a:pt x="690" y="0"/>
                    <a:pt x="6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3"/>
            <p:cNvSpPr/>
            <p:nvPr/>
          </p:nvSpPr>
          <p:spPr>
            <a:xfrm>
              <a:off x="1148020" y="2621376"/>
              <a:ext cx="141273" cy="19778"/>
            </a:xfrm>
            <a:custGeom>
              <a:avLst/>
              <a:gdLst/>
              <a:ahLst/>
              <a:cxnLst/>
              <a:rect l="l" t="t" r="r" b="b"/>
              <a:pathLst>
                <a:path w="2450" h="343" extrusionOk="0">
                  <a:moveTo>
                    <a:pt x="2415" y="1"/>
                  </a:moveTo>
                  <a:cubicBezTo>
                    <a:pt x="2407" y="1"/>
                    <a:pt x="2396" y="6"/>
                    <a:pt x="2385" y="17"/>
                  </a:cubicBezTo>
                  <a:cubicBezTo>
                    <a:pt x="2028" y="196"/>
                    <a:pt x="1643" y="254"/>
                    <a:pt x="1292" y="254"/>
                  </a:cubicBezTo>
                  <a:cubicBezTo>
                    <a:pt x="617" y="254"/>
                    <a:pt x="65" y="39"/>
                    <a:pt x="65" y="39"/>
                  </a:cubicBezTo>
                  <a:cubicBezTo>
                    <a:pt x="59" y="32"/>
                    <a:pt x="52" y="30"/>
                    <a:pt x="46" y="30"/>
                  </a:cubicBezTo>
                  <a:cubicBezTo>
                    <a:pt x="31" y="30"/>
                    <a:pt x="15" y="45"/>
                    <a:pt x="0" y="60"/>
                  </a:cubicBezTo>
                  <a:cubicBezTo>
                    <a:pt x="0" y="82"/>
                    <a:pt x="0" y="104"/>
                    <a:pt x="22" y="104"/>
                  </a:cubicBezTo>
                  <a:cubicBezTo>
                    <a:pt x="434" y="256"/>
                    <a:pt x="846" y="321"/>
                    <a:pt x="1279" y="342"/>
                  </a:cubicBezTo>
                  <a:cubicBezTo>
                    <a:pt x="1669" y="342"/>
                    <a:pt x="2060" y="256"/>
                    <a:pt x="2428" y="82"/>
                  </a:cubicBezTo>
                  <a:cubicBezTo>
                    <a:pt x="2450" y="60"/>
                    <a:pt x="2450" y="39"/>
                    <a:pt x="2428" y="17"/>
                  </a:cubicBezTo>
                  <a:cubicBezTo>
                    <a:pt x="2428" y="6"/>
                    <a:pt x="2423" y="1"/>
                    <a:pt x="24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3"/>
            <p:cNvSpPr/>
            <p:nvPr/>
          </p:nvSpPr>
          <p:spPr>
            <a:xfrm>
              <a:off x="1413032" y="2538575"/>
              <a:ext cx="58816" cy="43824"/>
            </a:xfrm>
            <a:custGeom>
              <a:avLst/>
              <a:gdLst/>
              <a:ahLst/>
              <a:cxnLst/>
              <a:rect l="l" t="t" r="r" b="b"/>
              <a:pathLst>
                <a:path w="1020" h="760" extrusionOk="0">
                  <a:moveTo>
                    <a:pt x="998" y="1"/>
                  </a:moveTo>
                  <a:cubicBezTo>
                    <a:pt x="976" y="1"/>
                    <a:pt x="954" y="22"/>
                    <a:pt x="933" y="44"/>
                  </a:cubicBezTo>
                  <a:cubicBezTo>
                    <a:pt x="824" y="564"/>
                    <a:pt x="130" y="673"/>
                    <a:pt x="65" y="673"/>
                  </a:cubicBezTo>
                  <a:lnTo>
                    <a:pt x="44" y="673"/>
                  </a:lnTo>
                  <a:cubicBezTo>
                    <a:pt x="0" y="694"/>
                    <a:pt x="0" y="759"/>
                    <a:pt x="65" y="759"/>
                  </a:cubicBezTo>
                  <a:cubicBezTo>
                    <a:pt x="152" y="759"/>
                    <a:pt x="889" y="629"/>
                    <a:pt x="1019" y="66"/>
                  </a:cubicBezTo>
                  <a:cubicBezTo>
                    <a:pt x="1019" y="44"/>
                    <a:pt x="1019" y="22"/>
                    <a:pt x="99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3"/>
            <p:cNvSpPr/>
            <p:nvPr/>
          </p:nvSpPr>
          <p:spPr>
            <a:xfrm>
              <a:off x="1106734" y="1949744"/>
              <a:ext cx="137583" cy="72597"/>
            </a:xfrm>
            <a:custGeom>
              <a:avLst/>
              <a:gdLst/>
              <a:ahLst/>
              <a:cxnLst/>
              <a:rect l="l" t="t" r="r" b="b"/>
              <a:pathLst>
                <a:path w="2386" h="1259" extrusionOk="0">
                  <a:moveTo>
                    <a:pt x="586" y="586"/>
                  </a:moveTo>
                  <a:lnTo>
                    <a:pt x="586" y="608"/>
                  </a:lnTo>
                  <a:cubicBezTo>
                    <a:pt x="586" y="630"/>
                    <a:pt x="564" y="673"/>
                    <a:pt x="521" y="673"/>
                  </a:cubicBezTo>
                  <a:cubicBezTo>
                    <a:pt x="543" y="630"/>
                    <a:pt x="564" y="608"/>
                    <a:pt x="586" y="586"/>
                  </a:cubicBezTo>
                  <a:close/>
                  <a:moveTo>
                    <a:pt x="1280" y="760"/>
                  </a:moveTo>
                  <a:cubicBezTo>
                    <a:pt x="1301" y="760"/>
                    <a:pt x="1345" y="781"/>
                    <a:pt x="1345" y="803"/>
                  </a:cubicBezTo>
                  <a:cubicBezTo>
                    <a:pt x="1410" y="890"/>
                    <a:pt x="1388" y="977"/>
                    <a:pt x="1301" y="1042"/>
                  </a:cubicBezTo>
                  <a:cubicBezTo>
                    <a:pt x="1193" y="977"/>
                    <a:pt x="1193" y="912"/>
                    <a:pt x="1193" y="890"/>
                  </a:cubicBezTo>
                  <a:cubicBezTo>
                    <a:pt x="1171" y="825"/>
                    <a:pt x="1215" y="781"/>
                    <a:pt x="1258" y="760"/>
                  </a:cubicBezTo>
                  <a:close/>
                  <a:moveTo>
                    <a:pt x="434" y="1"/>
                  </a:moveTo>
                  <a:cubicBezTo>
                    <a:pt x="196" y="23"/>
                    <a:pt x="1" y="218"/>
                    <a:pt x="1" y="456"/>
                  </a:cubicBezTo>
                  <a:cubicBezTo>
                    <a:pt x="1" y="565"/>
                    <a:pt x="44" y="673"/>
                    <a:pt x="152" y="738"/>
                  </a:cubicBezTo>
                  <a:cubicBezTo>
                    <a:pt x="239" y="781"/>
                    <a:pt x="326" y="803"/>
                    <a:pt x="412" y="803"/>
                  </a:cubicBezTo>
                  <a:cubicBezTo>
                    <a:pt x="434" y="933"/>
                    <a:pt x="521" y="1063"/>
                    <a:pt x="651" y="1150"/>
                  </a:cubicBezTo>
                  <a:cubicBezTo>
                    <a:pt x="738" y="1215"/>
                    <a:pt x="868" y="1258"/>
                    <a:pt x="998" y="1258"/>
                  </a:cubicBezTo>
                  <a:cubicBezTo>
                    <a:pt x="1128" y="1258"/>
                    <a:pt x="1236" y="1237"/>
                    <a:pt x="1323" y="1172"/>
                  </a:cubicBezTo>
                  <a:cubicBezTo>
                    <a:pt x="1366" y="1172"/>
                    <a:pt x="1410" y="1193"/>
                    <a:pt x="1475" y="1215"/>
                  </a:cubicBezTo>
                  <a:cubicBezTo>
                    <a:pt x="1582" y="1240"/>
                    <a:pt x="1688" y="1253"/>
                    <a:pt x="1787" y="1253"/>
                  </a:cubicBezTo>
                  <a:cubicBezTo>
                    <a:pt x="2027" y="1253"/>
                    <a:pt x="2228" y="1180"/>
                    <a:pt x="2320" y="1042"/>
                  </a:cubicBezTo>
                  <a:cubicBezTo>
                    <a:pt x="2364" y="912"/>
                    <a:pt x="2385" y="716"/>
                    <a:pt x="2082" y="435"/>
                  </a:cubicBezTo>
                  <a:cubicBezTo>
                    <a:pt x="2077" y="424"/>
                    <a:pt x="2069" y="420"/>
                    <a:pt x="2061" y="420"/>
                  </a:cubicBezTo>
                  <a:cubicBezTo>
                    <a:pt x="2035" y="420"/>
                    <a:pt x="2006" y="461"/>
                    <a:pt x="2039" y="478"/>
                  </a:cubicBezTo>
                  <a:cubicBezTo>
                    <a:pt x="2234" y="695"/>
                    <a:pt x="2320" y="825"/>
                    <a:pt x="2234" y="998"/>
                  </a:cubicBezTo>
                  <a:cubicBezTo>
                    <a:pt x="2173" y="1104"/>
                    <a:pt x="1998" y="1167"/>
                    <a:pt x="1788" y="1167"/>
                  </a:cubicBezTo>
                  <a:cubicBezTo>
                    <a:pt x="1695" y="1167"/>
                    <a:pt x="1596" y="1155"/>
                    <a:pt x="1497" y="1128"/>
                  </a:cubicBezTo>
                  <a:cubicBezTo>
                    <a:pt x="1453" y="1128"/>
                    <a:pt x="1431" y="1107"/>
                    <a:pt x="1388" y="1107"/>
                  </a:cubicBezTo>
                  <a:cubicBezTo>
                    <a:pt x="1475" y="1020"/>
                    <a:pt x="1497" y="868"/>
                    <a:pt x="1431" y="760"/>
                  </a:cubicBezTo>
                  <a:cubicBezTo>
                    <a:pt x="1399" y="711"/>
                    <a:pt x="1342" y="687"/>
                    <a:pt x="1288" y="687"/>
                  </a:cubicBezTo>
                  <a:cubicBezTo>
                    <a:pt x="1270" y="687"/>
                    <a:pt x="1253" y="689"/>
                    <a:pt x="1236" y="695"/>
                  </a:cubicBezTo>
                  <a:cubicBezTo>
                    <a:pt x="1150" y="738"/>
                    <a:pt x="1106" y="803"/>
                    <a:pt x="1106" y="912"/>
                  </a:cubicBezTo>
                  <a:cubicBezTo>
                    <a:pt x="1106" y="998"/>
                    <a:pt x="1171" y="1063"/>
                    <a:pt x="1236" y="1128"/>
                  </a:cubicBezTo>
                  <a:cubicBezTo>
                    <a:pt x="1167" y="1163"/>
                    <a:pt x="1091" y="1180"/>
                    <a:pt x="1014" y="1180"/>
                  </a:cubicBezTo>
                  <a:cubicBezTo>
                    <a:pt x="900" y="1180"/>
                    <a:pt x="785" y="1141"/>
                    <a:pt x="694" y="1063"/>
                  </a:cubicBezTo>
                  <a:cubicBezTo>
                    <a:pt x="586" y="1020"/>
                    <a:pt x="521" y="912"/>
                    <a:pt x="521" y="781"/>
                  </a:cubicBezTo>
                  <a:lnTo>
                    <a:pt x="564" y="760"/>
                  </a:lnTo>
                  <a:cubicBezTo>
                    <a:pt x="629" y="738"/>
                    <a:pt x="673" y="673"/>
                    <a:pt x="673" y="608"/>
                  </a:cubicBezTo>
                  <a:cubicBezTo>
                    <a:pt x="673" y="521"/>
                    <a:pt x="673" y="521"/>
                    <a:pt x="608" y="500"/>
                  </a:cubicBezTo>
                  <a:cubicBezTo>
                    <a:pt x="564" y="500"/>
                    <a:pt x="499" y="543"/>
                    <a:pt x="456" y="630"/>
                  </a:cubicBezTo>
                  <a:cubicBezTo>
                    <a:pt x="434" y="651"/>
                    <a:pt x="434" y="695"/>
                    <a:pt x="434" y="716"/>
                  </a:cubicBezTo>
                  <a:cubicBezTo>
                    <a:pt x="347" y="716"/>
                    <a:pt x="261" y="716"/>
                    <a:pt x="196" y="673"/>
                  </a:cubicBezTo>
                  <a:cubicBezTo>
                    <a:pt x="109" y="630"/>
                    <a:pt x="87" y="543"/>
                    <a:pt x="87" y="456"/>
                  </a:cubicBezTo>
                  <a:cubicBezTo>
                    <a:pt x="87" y="261"/>
                    <a:pt x="239" y="109"/>
                    <a:pt x="434" y="88"/>
                  </a:cubicBezTo>
                  <a:cubicBezTo>
                    <a:pt x="456" y="88"/>
                    <a:pt x="478" y="66"/>
                    <a:pt x="456" y="44"/>
                  </a:cubicBezTo>
                  <a:cubicBezTo>
                    <a:pt x="456" y="23"/>
                    <a:pt x="456" y="1"/>
                    <a:pt x="43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21" name="Google Shape;621;p3"/>
          <p:cNvGrpSpPr/>
          <p:nvPr/>
        </p:nvGrpSpPr>
        <p:grpSpPr>
          <a:xfrm rot="1253449">
            <a:off x="2278802" y="353538"/>
            <a:ext cx="1024639" cy="1333069"/>
            <a:chOff x="4318023" y="4113296"/>
            <a:chExt cx="716421" cy="932073"/>
          </a:xfrm>
        </p:grpSpPr>
        <p:sp>
          <p:nvSpPr>
            <p:cNvPr id="622" name="Google Shape;622;p3"/>
            <p:cNvSpPr/>
            <p:nvPr/>
          </p:nvSpPr>
          <p:spPr>
            <a:xfrm>
              <a:off x="4842115" y="4245779"/>
              <a:ext cx="192329" cy="205812"/>
            </a:xfrm>
            <a:custGeom>
              <a:avLst/>
              <a:gdLst/>
              <a:ahLst/>
              <a:cxnLst/>
              <a:rect l="l" t="t" r="r" b="b"/>
              <a:pathLst>
                <a:path w="2211" h="2366" extrusionOk="0">
                  <a:moveTo>
                    <a:pt x="1579" y="179"/>
                  </a:moveTo>
                  <a:cubicBezTo>
                    <a:pt x="1798" y="179"/>
                    <a:pt x="1943" y="252"/>
                    <a:pt x="1992" y="422"/>
                  </a:cubicBezTo>
                  <a:cubicBezTo>
                    <a:pt x="2041" y="519"/>
                    <a:pt x="2016" y="616"/>
                    <a:pt x="1968" y="689"/>
                  </a:cubicBezTo>
                  <a:cubicBezTo>
                    <a:pt x="1798" y="908"/>
                    <a:pt x="1239" y="1005"/>
                    <a:pt x="802" y="1005"/>
                  </a:cubicBezTo>
                  <a:lnTo>
                    <a:pt x="777" y="1005"/>
                  </a:lnTo>
                  <a:cubicBezTo>
                    <a:pt x="705" y="1005"/>
                    <a:pt x="680" y="1054"/>
                    <a:pt x="705" y="1127"/>
                  </a:cubicBezTo>
                  <a:cubicBezTo>
                    <a:pt x="802" y="1321"/>
                    <a:pt x="1045" y="1904"/>
                    <a:pt x="826" y="2171"/>
                  </a:cubicBezTo>
                  <a:cubicBezTo>
                    <a:pt x="802" y="2195"/>
                    <a:pt x="777" y="2195"/>
                    <a:pt x="777" y="2195"/>
                  </a:cubicBezTo>
                  <a:cubicBezTo>
                    <a:pt x="632" y="2195"/>
                    <a:pt x="364" y="1782"/>
                    <a:pt x="170" y="1369"/>
                  </a:cubicBezTo>
                  <a:lnTo>
                    <a:pt x="486" y="495"/>
                  </a:lnTo>
                  <a:cubicBezTo>
                    <a:pt x="826" y="325"/>
                    <a:pt x="1190" y="203"/>
                    <a:pt x="1579" y="179"/>
                  </a:cubicBezTo>
                  <a:close/>
                  <a:moveTo>
                    <a:pt x="1663" y="1"/>
                  </a:moveTo>
                  <a:cubicBezTo>
                    <a:pt x="1635" y="1"/>
                    <a:pt x="1607" y="4"/>
                    <a:pt x="1579" y="9"/>
                  </a:cubicBezTo>
                  <a:cubicBezTo>
                    <a:pt x="1142" y="33"/>
                    <a:pt x="753" y="155"/>
                    <a:pt x="389" y="349"/>
                  </a:cubicBezTo>
                  <a:cubicBezTo>
                    <a:pt x="364" y="374"/>
                    <a:pt x="340" y="374"/>
                    <a:pt x="340" y="398"/>
                  </a:cubicBezTo>
                  <a:lnTo>
                    <a:pt x="0" y="1345"/>
                  </a:lnTo>
                  <a:cubicBezTo>
                    <a:pt x="0" y="1345"/>
                    <a:pt x="0" y="1369"/>
                    <a:pt x="0" y="1394"/>
                  </a:cubicBezTo>
                  <a:cubicBezTo>
                    <a:pt x="73" y="1564"/>
                    <a:pt x="437" y="2365"/>
                    <a:pt x="777" y="2365"/>
                  </a:cubicBezTo>
                  <a:cubicBezTo>
                    <a:pt x="850" y="2365"/>
                    <a:pt x="923" y="2341"/>
                    <a:pt x="972" y="2268"/>
                  </a:cubicBezTo>
                  <a:cubicBezTo>
                    <a:pt x="1215" y="1953"/>
                    <a:pt x="1020" y="1394"/>
                    <a:pt x="899" y="1151"/>
                  </a:cubicBezTo>
                  <a:cubicBezTo>
                    <a:pt x="1215" y="1151"/>
                    <a:pt x="1871" y="1102"/>
                    <a:pt x="2089" y="786"/>
                  </a:cubicBezTo>
                  <a:cubicBezTo>
                    <a:pt x="2186" y="665"/>
                    <a:pt x="2211" y="519"/>
                    <a:pt x="2162" y="374"/>
                  </a:cubicBezTo>
                  <a:cubicBezTo>
                    <a:pt x="2076" y="159"/>
                    <a:pt x="1876" y="1"/>
                    <a:pt x="16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3"/>
            <p:cNvSpPr/>
            <p:nvPr/>
          </p:nvSpPr>
          <p:spPr>
            <a:xfrm>
              <a:off x="4730077" y="4175144"/>
              <a:ext cx="156491" cy="223645"/>
            </a:xfrm>
            <a:custGeom>
              <a:avLst/>
              <a:gdLst/>
              <a:ahLst/>
              <a:cxnLst/>
              <a:rect l="l" t="t" r="r" b="b"/>
              <a:pathLst>
                <a:path w="1799" h="2571" extrusionOk="0">
                  <a:moveTo>
                    <a:pt x="649" y="0"/>
                  </a:moveTo>
                  <a:cubicBezTo>
                    <a:pt x="597" y="0"/>
                    <a:pt x="542" y="6"/>
                    <a:pt x="486" y="19"/>
                  </a:cubicBezTo>
                  <a:cubicBezTo>
                    <a:pt x="365" y="44"/>
                    <a:pt x="244" y="141"/>
                    <a:pt x="195" y="262"/>
                  </a:cubicBezTo>
                  <a:cubicBezTo>
                    <a:pt x="98" y="602"/>
                    <a:pt x="511" y="1113"/>
                    <a:pt x="827" y="1501"/>
                  </a:cubicBezTo>
                  <a:cubicBezTo>
                    <a:pt x="632" y="1574"/>
                    <a:pt x="462" y="1671"/>
                    <a:pt x="292" y="1793"/>
                  </a:cubicBezTo>
                  <a:cubicBezTo>
                    <a:pt x="122" y="1890"/>
                    <a:pt x="1" y="2109"/>
                    <a:pt x="49" y="2327"/>
                  </a:cubicBezTo>
                  <a:cubicBezTo>
                    <a:pt x="49" y="2400"/>
                    <a:pt x="122" y="2497"/>
                    <a:pt x="195" y="2522"/>
                  </a:cubicBezTo>
                  <a:cubicBezTo>
                    <a:pt x="268" y="2546"/>
                    <a:pt x="341" y="2570"/>
                    <a:pt x="414" y="2570"/>
                  </a:cubicBezTo>
                  <a:cubicBezTo>
                    <a:pt x="754" y="2522"/>
                    <a:pt x="1094" y="2424"/>
                    <a:pt x="1410" y="2254"/>
                  </a:cubicBezTo>
                  <a:cubicBezTo>
                    <a:pt x="1458" y="2230"/>
                    <a:pt x="1458" y="2181"/>
                    <a:pt x="1434" y="2133"/>
                  </a:cubicBezTo>
                  <a:cubicBezTo>
                    <a:pt x="1434" y="2116"/>
                    <a:pt x="1397" y="2099"/>
                    <a:pt x="1367" y="2099"/>
                  </a:cubicBezTo>
                  <a:cubicBezTo>
                    <a:pt x="1355" y="2099"/>
                    <a:pt x="1344" y="2101"/>
                    <a:pt x="1337" y="2109"/>
                  </a:cubicBezTo>
                  <a:cubicBezTo>
                    <a:pt x="1075" y="2229"/>
                    <a:pt x="664" y="2400"/>
                    <a:pt x="406" y="2400"/>
                  </a:cubicBezTo>
                  <a:cubicBezTo>
                    <a:pt x="352" y="2400"/>
                    <a:pt x="305" y="2393"/>
                    <a:pt x="268" y="2376"/>
                  </a:cubicBezTo>
                  <a:cubicBezTo>
                    <a:pt x="244" y="2352"/>
                    <a:pt x="219" y="2327"/>
                    <a:pt x="195" y="2279"/>
                  </a:cubicBezTo>
                  <a:cubicBezTo>
                    <a:pt x="195" y="2206"/>
                    <a:pt x="219" y="2109"/>
                    <a:pt x="268" y="2036"/>
                  </a:cubicBezTo>
                  <a:cubicBezTo>
                    <a:pt x="462" y="1841"/>
                    <a:pt x="705" y="1696"/>
                    <a:pt x="972" y="1647"/>
                  </a:cubicBezTo>
                  <a:cubicBezTo>
                    <a:pt x="997" y="1647"/>
                    <a:pt x="1021" y="1623"/>
                    <a:pt x="1045" y="1598"/>
                  </a:cubicBezTo>
                  <a:cubicBezTo>
                    <a:pt x="1094" y="1550"/>
                    <a:pt x="1069" y="1526"/>
                    <a:pt x="997" y="1428"/>
                  </a:cubicBezTo>
                  <a:cubicBezTo>
                    <a:pt x="389" y="724"/>
                    <a:pt x="316" y="432"/>
                    <a:pt x="365" y="311"/>
                  </a:cubicBezTo>
                  <a:cubicBezTo>
                    <a:pt x="365" y="287"/>
                    <a:pt x="389" y="214"/>
                    <a:pt x="511" y="190"/>
                  </a:cubicBezTo>
                  <a:cubicBezTo>
                    <a:pt x="554" y="179"/>
                    <a:pt x="596" y="174"/>
                    <a:pt x="636" y="174"/>
                  </a:cubicBezTo>
                  <a:cubicBezTo>
                    <a:pt x="1244" y="174"/>
                    <a:pt x="1628" y="1283"/>
                    <a:pt x="1628" y="1283"/>
                  </a:cubicBezTo>
                  <a:cubicBezTo>
                    <a:pt x="1652" y="1307"/>
                    <a:pt x="1701" y="1331"/>
                    <a:pt x="1725" y="1331"/>
                  </a:cubicBezTo>
                  <a:cubicBezTo>
                    <a:pt x="1774" y="1307"/>
                    <a:pt x="1798" y="1258"/>
                    <a:pt x="1798" y="1210"/>
                  </a:cubicBezTo>
                  <a:cubicBezTo>
                    <a:pt x="1776" y="1165"/>
                    <a:pt x="1373" y="0"/>
                    <a:pt x="6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3"/>
            <p:cNvSpPr/>
            <p:nvPr/>
          </p:nvSpPr>
          <p:spPr>
            <a:xfrm>
              <a:off x="4828807" y="4113296"/>
              <a:ext cx="167625" cy="150227"/>
            </a:xfrm>
            <a:custGeom>
              <a:avLst/>
              <a:gdLst/>
              <a:ahLst/>
              <a:cxnLst/>
              <a:rect l="l" t="t" r="r" b="b"/>
              <a:pathLst>
                <a:path w="1927" h="1727" extrusionOk="0">
                  <a:moveTo>
                    <a:pt x="119" y="1"/>
                  </a:moveTo>
                  <a:cubicBezTo>
                    <a:pt x="57" y="1"/>
                    <a:pt x="1" y="74"/>
                    <a:pt x="56" y="147"/>
                  </a:cubicBezTo>
                  <a:cubicBezTo>
                    <a:pt x="347" y="463"/>
                    <a:pt x="566" y="828"/>
                    <a:pt x="712" y="1241"/>
                  </a:cubicBezTo>
                  <a:cubicBezTo>
                    <a:pt x="663" y="1386"/>
                    <a:pt x="639" y="1532"/>
                    <a:pt x="663" y="1654"/>
                  </a:cubicBezTo>
                  <a:cubicBezTo>
                    <a:pt x="663" y="1702"/>
                    <a:pt x="712" y="1726"/>
                    <a:pt x="736" y="1726"/>
                  </a:cubicBezTo>
                  <a:cubicBezTo>
                    <a:pt x="785" y="1726"/>
                    <a:pt x="809" y="1702"/>
                    <a:pt x="833" y="1678"/>
                  </a:cubicBezTo>
                  <a:cubicBezTo>
                    <a:pt x="882" y="1532"/>
                    <a:pt x="882" y="1411"/>
                    <a:pt x="858" y="1265"/>
                  </a:cubicBezTo>
                  <a:cubicBezTo>
                    <a:pt x="882" y="1241"/>
                    <a:pt x="906" y="1216"/>
                    <a:pt x="906" y="1192"/>
                  </a:cubicBezTo>
                  <a:cubicBezTo>
                    <a:pt x="1149" y="876"/>
                    <a:pt x="1489" y="706"/>
                    <a:pt x="1854" y="658"/>
                  </a:cubicBezTo>
                  <a:cubicBezTo>
                    <a:pt x="1902" y="633"/>
                    <a:pt x="1926" y="609"/>
                    <a:pt x="1926" y="560"/>
                  </a:cubicBezTo>
                  <a:cubicBezTo>
                    <a:pt x="1902" y="512"/>
                    <a:pt x="1854" y="488"/>
                    <a:pt x="1829" y="488"/>
                  </a:cubicBezTo>
                  <a:cubicBezTo>
                    <a:pt x="1441" y="536"/>
                    <a:pt x="1076" y="730"/>
                    <a:pt x="809" y="1046"/>
                  </a:cubicBezTo>
                  <a:cubicBezTo>
                    <a:pt x="663" y="658"/>
                    <a:pt x="445" y="318"/>
                    <a:pt x="177" y="26"/>
                  </a:cubicBezTo>
                  <a:cubicBezTo>
                    <a:pt x="160" y="8"/>
                    <a:pt x="139" y="1"/>
                    <a:pt x="1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3"/>
            <p:cNvSpPr/>
            <p:nvPr/>
          </p:nvSpPr>
          <p:spPr>
            <a:xfrm>
              <a:off x="4318023" y="4482647"/>
              <a:ext cx="515662" cy="562722"/>
            </a:xfrm>
            <a:custGeom>
              <a:avLst/>
              <a:gdLst/>
              <a:ahLst/>
              <a:cxnLst/>
              <a:rect l="l" t="t" r="r" b="b"/>
              <a:pathLst>
                <a:path w="5928" h="6469" extrusionOk="0">
                  <a:moveTo>
                    <a:pt x="5857" y="0"/>
                  </a:moveTo>
                  <a:cubicBezTo>
                    <a:pt x="5849" y="0"/>
                    <a:pt x="5840" y="2"/>
                    <a:pt x="5831" y="7"/>
                  </a:cubicBezTo>
                  <a:cubicBezTo>
                    <a:pt x="5782" y="7"/>
                    <a:pt x="5758" y="31"/>
                    <a:pt x="5758" y="80"/>
                  </a:cubicBezTo>
                  <a:cubicBezTo>
                    <a:pt x="5758" y="250"/>
                    <a:pt x="5734" y="396"/>
                    <a:pt x="5734" y="566"/>
                  </a:cubicBezTo>
                  <a:cubicBezTo>
                    <a:pt x="5709" y="590"/>
                    <a:pt x="5734" y="638"/>
                    <a:pt x="5782" y="638"/>
                  </a:cubicBezTo>
                  <a:lnTo>
                    <a:pt x="5782" y="614"/>
                  </a:lnTo>
                  <a:cubicBezTo>
                    <a:pt x="5791" y="619"/>
                    <a:pt x="5801" y="621"/>
                    <a:pt x="5810" y="621"/>
                  </a:cubicBezTo>
                  <a:cubicBezTo>
                    <a:pt x="5848" y="621"/>
                    <a:pt x="5879" y="585"/>
                    <a:pt x="5879" y="566"/>
                  </a:cubicBezTo>
                  <a:cubicBezTo>
                    <a:pt x="5904" y="396"/>
                    <a:pt x="5928" y="225"/>
                    <a:pt x="5928" y="80"/>
                  </a:cubicBezTo>
                  <a:cubicBezTo>
                    <a:pt x="5928" y="40"/>
                    <a:pt x="5896" y="0"/>
                    <a:pt x="5857" y="0"/>
                  </a:cubicBezTo>
                  <a:close/>
                  <a:moveTo>
                    <a:pt x="5682" y="972"/>
                  </a:moveTo>
                  <a:cubicBezTo>
                    <a:pt x="5644" y="972"/>
                    <a:pt x="5612" y="1007"/>
                    <a:pt x="5612" y="1027"/>
                  </a:cubicBezTo>
                  <a:cubicBezTo>
                    <a:pt x="5564" y="1197"/>
                    <a:pt x="5515" y="1343"/>
                    <a:pt x="5442" y="1489"/>
                  </a:cubicBezTo>
                  <a:cubicBezTo>
                    <a:pt x="5418" y="1513"/>
                    <a:pt x="5442" y="1562"/>
                    <a:pt x="5491" y="1586"/>
                  </a:cubicBezTo>
                  <a:lnTo>
                    <a:pt x="5515" y="1586"/>
                  </a:lnTo>
                  <a:lnTo>
                    <a:pt x="5515" y="1562"/>
                  </a:lnTo>
                  <a:cubicBezTo>
                    <a:pt x="5523" y="1570"/>
                    <a:pt x="5531" y="1572"/>
                    <a:pt x="5539" y="1572"/>
                  </a:cubicBezTo>
                  <a:cubicBezTo>
                    <a:pt x="5555" y="1572"/>
                    <a:pt x="5572" y="1562"/>
                    <a:pt x="5588" y="1562"/>
                  </a:cubicBezTo>
                  <a:cubicBezTo>
                    <a:pt x="5661" y="1392"/>
                    <a:pt x="5734" y="1246"/>
                    <a:pt x="5782" y="1076"/>
                  </a:cubicBezTo>
                  <a:cubicBezTo>
                    <a:pt x="5782" y="1027"/>
                    <a:pt x="5758" y="1003"/>
                    <a:pt x="5709" y="979"/>
                  </a:cubicBezTo>
                  <a:cubicBezTo>
                    <a:pt x="5700" y="974"/>
                    <a:pt x="5691" y="972"/>
                    <a:pt x="5682" y="972"/>
                  </a:cubicBezTo>
                  <a:close/>
                  <a:moveTo>
                    <a:pt x="4303" y="1753"/>
                  </a:moveTo>
                  <a:cubicBezTo>
                    <a:pt x="4217" y="1753"/>
                    <a:pt x="4164" y="1879"/>
                    <a:pt x="4276" y="1902"/>
                  </a:cubicBezTo>
                  <a:cubicBezTo>
                    <a:pt x="4398" y="1975"/>
                    <a:pt x="4543" y="2047"/>
                    <a:pt x="4640" y="2169"/>
                  </a:cubicBezTo>
                  <a:cubicBezTo>
                    <a:pt x="4640" y="2193"/>
                    <a:pt x="4665" y="2193"/>
                    <a:pt x="4689" y="2193"/>
                  </a:cubicBezTo>
                  <a:cubicBezTo>
                    <a:pt x="4713" y="2193"/>
                    <a:pt x="4738" y="2193"/>
                    <a:pt x="4762" y="2169"/>
                  </a:cubicBezTo>
                  <a:cubicBezTo>
                    <a:pt x="4786" y="2145"/>
                    <a:pt x="4786" y="2096"/>
                    <a:pt x="4762" y="2072"/>
                  </a:cubicBezTo>
                  <a:cubicBezTo>
                    <a:pt x="4640" y="1926"/>
                    <a:pt x="4495" y="1829"/>
                    <a:pt x="4325" y="1756"/>
                  </a:cubicBezTo>
                  <a:cubicBezTo>
                    <a:pt x="4317" y="1754"/>
                    <a:pt x="4310" y="1753"/>
                    <a:pt x="4303" y="1753"/>
                  </a:cubicBezTo>
                  <a:close/>
                  <a:moveTo>
                    <a:pt x="3790" y="1732"/>
                  </a:moveTo>
                  <a:cubicBezTo>
                    <a:pt x="3596" y="1780"/>
                    <a:pt x="3474" y="1926"/>
                    <a:pt x="3474" y="2120"/>
                  </a:cubicBezTo>
                  <a:cubicBezTo>
                    <a:pt x="3450" y="2145"/>
                    <a:pt x="3450" y="2169"/>
                    <a:pt x="3474" y="2193"/>
                  </a:cubicBezTo>
                  <a:cubicBezTo>
                    <a:pt x="3474" y="2242"/>
                    <a:pt x="3499" y="2266"/>
                    <a:pt x="3547" y="2266"/>
                  </a:cubicBezTo>
                  <a:lnTo>
                    <a:pt x="3572" y="2266"/>
                  </a:lnTo>
                  <a:cubicBezTo>
                    <a:pt x="3620" y="2242"/>
                    <a:pt x="3644" y="2193"/>
                    <a:pt x="3620" y="2169"/>
                  </a:cubicBezTo>
                  <a:lnTo>
                    <a:pt x="3620" y="2120"/>
                  </a:lnTo>
                  <a:cubicBezTo>
                    <a:pt x="3644" y="1999"/>
                    <a:pt x="3717" y="1926"/>
                    <a:pt x="3839" y="1902"/>
                  </a:cubicBezTo>
                  <a:cubicBezTo>
                    <a:pt x="3887" y="1877"/>
                    <a:pt x="3912" y="1829"/>
                    <a:pt x="3887" y="1780"/>
                  </a:cubicBezTo>
                  <a:cubicBezTo>
                    <a:pt x="3887" y="1756"/>
                    <a:pt x="3839" y="1732"/>
                    <a:pt x="3790" y="1732"/>
                  </a:cubicBezTo>
                  <a:close/>
                  <a:moveTo>
                    <a:pt x="5248" y="1835"/>
                  </a:moveTo>
                  <a:cubicBezTo>
                    <a:pt x="5230" y="1835"/>
                    <a:pt x="5211" y="1841"/>
                    <a:pt x="5199" y="1853"/>
                  </a:cubicBezTo>
                  <a:cubicBezTo>
                    <a:pt x="5078" y="1975"/>
                    <a:pt x="4981" y="2072"/>
                    <a:pt x="4835" y="2169"/>
                  </a:cubicBezTo>
                  <a:cubicBezTo>
                    <a:pt x="4786" y="2169"/>
                    <a:pt x="4786" y="2217"/>
                    <a:pt x="4811" y="2266"/>
                  </a:cubicBezTo>
                  <a:cubicBezTo>
                    <a:pt x="4811" y="2290"/>
                    <a:pt x="4859" y="2315"/>
                    <a:pt x="4883" y="2315"/>
                  </a:cubicBezTo>
                  <a:lnTo>
                    <a:pt x="4883" y="2290"/>
                  </a:lnTo>
                  <a:cubicBezTo>
                    <a:pt x="4883" y="2290"/>
                    <a:pt x="4908" y="2290"/>
                    <a:pt x="4908" y="2315"/>
                  </a:cubicBezTo>
                  <a:cubicBezTo>
                    <a:pt x="5053" y="2217"/>
                    <a:pt x="5199" y="2096"/>
                    <a:pt x="5296" y="1975"/>
                  </a:cubicBezTo>
                  <a:cubicBezTo>
                    <a:pt x="5345" y="1926"/>
                    <a:pt x="5345" y="1877"/>
                    <a:pt x="5296" y="1853"/>
                  </a:cubicBezTo>
                  <a:cubicBezTo>
                    <a:pt x="5284" y="1841"/>
                    <a:pt x="5266" y="1835"/>
                    <a:pt x="5248" y="1835"/>
                  </a:cubicBezTo>
                  <a:close/>
                  <a:moveTo>
                    <a:pt x="4416" y="2312"/>
                  </a:moveTo>
                  <a:cubicBezTo>
                    <a:pt x="4410" y="2312"/>
                    <a:pt x="4404" y="2313"/>
                    <a:pt x="4398" y="2315"/>
                  </a:cubicBezTo>
                  <a:cubicBezTo>
                    <a:pt x="4276" y="2339"/>
                    <a:pt x="4179" y="2363"/>
                    <a:pt x="4057" y="2363"/>
                  </a:cubicBezTo>
                  <a:lnTo>
                    <a:pt x="3936" y="2363"/>
                  </a:lnTo>
                  <a:cubicBezTo>
                    <a:pt x="3930" y="2362"/>
                    <a:pt x="3925" y="2361"/>
                    <a:pt x="3920" y="2361"/>
                  </a:cubicBezTo>
                  <a:cubicBezTo>
                    <a:pt x="3836" y="2361"/>
                    <a:pt x="3820" y="2533"/>
                    <a:pt x="3912" y="2533"/>
                  </a:cubicBezTo>
                  <a:lnTo>
                    <a:pt x="4057" y="2533"/>
                  </a:lnTo>
                  <a:lnTo>
                    <a:pt x="4057" y="2509"/>
                  </a:lnTo>
                  <a:cubicBezTo>
                    <a:pt x="4179" y="2509"/>
                    <a:pt x="4300" y="2509"/>
                    <a:pt x="4422" y="2485"/>
                  </a:cubicBezTo>
                  <a:cubicBezTo>
                    <a:pt x="4535" y="2462"/>
                    <a:pt x="4500" y="2312"/>
                    <a:pt x="4416" y="2312"/>
                  </a:cubicBezTo>
                  <a:close/>
                  <a:moveTo>
                    <a:pt x="4946" y="2451"/>
                  </a:moveTo>
                  <a:cubicBezTo>
                    <a:pt x="4934" y="2451"/>
                    <a:pt x="4921" y="2454"/>
                    <a:pt x="4908" y="2460"/>
                  </a:cubicBezTo>
                  <a:cubicBezTo>
                    <a:pt x="4859" y="2485"/>
                    <a:pt x="4859" y="2533"/>
                    <a:pt x="4859" y="2582"/>
                  </a:cubicBezTo>
                  <a:cubicBezTo>
                    <a:pt x="4932" y="2728"/>
                    <a:pt x="4956" y="2873"/>
                    <a:pt x="4981" y="3019"/>
                  </a:cubicBezTo>
                  <a:cubicBezTo>
                    <a:pt x="4981" y="3068"/>
                    <a:pt x="5029" y="3092"/>
                    <a:pt x="5078" y="3092"/>
                  </a:cubicBezTo>
                  <a:cubicBezTo>
                    <a:pt x="5126" y="3092"/>
                    <a:pt x="5151" y="3043"/>
                    <a:pt x="5151" y="3019"/>
                  </a:cubicBezTo>
                  <a:cubicBezTo>
                    <a:pt x="5126" y="2825"/>
                    <a:pt x="5078" y="2679"/>
                    <a:pt x="5029" y="2509"/>
                  </a:cubicBezTo>
                  <a:cubicBezTo>
                    <a:pt x="5011" y="2473"/>
                    <a:pt x="4981" y="2451"/>
                    <a:pt x="4946" y="2451"/>
                  </a:cubicBezTo>
                  <a:close/>
                  <a:moveTo>
                    <a:pt x="5078" y="3432"/>
                  </a:moveTo>
                  <a:cubicBezTo>
                    <a:pt x="5029" y="3432"/>
                    <a:pt x="5005" y="3456"/>
                    <a:pt x="4981" y="3505"/>
                  </a:cubicBezTo>
                  <a:cubicBezTo>
                    <a:pt x="4956" y="3651"/>
                    <a:pt x="4932" y="3821"/>
                    <a:pt x="4883" y="3966"/>
                  </a:cubicBezTo>
                  <a:cubicBezTo>
                    <a:pt x="4859" y="3991"/>
                    <a:pt x="4883" y="4039"/>
                    <a:pt x="4908" y="4064"/>
                  </a:cubicBezTo>
                  <a:lnTo>
                    <a:pt x="4956" y="4064"/>
                  </a:lnTo>
                  <a:cubicBezTo>
                    <a:pt x="4981" y="4064"/>
                    <a:pt x="5005" y="4039"/>
                    <a:pt x="5029" y="4015"/>
                  </a:cubicBezTo>
                  <a:cubicBezTo>
                    <a:pt x="5078" y="3869"/>
                    <a:pt x="5126" y="3699"/>
                    <a:pt x="5151" y="3529"/>
                  </a:cubicBezTo>
                  <a:cubicBezTo>
                    <a:pt x="5151" y="3481"/>
                    <a:pt x="5126" y="3432"/>
                    <a:pt x="5078" y="3432"/>
                  </a:cubicBezTo>
                  <a:close/>
                  <a:moveTo>
                    <a:pt x="4703" y="4339"/>
                  </a:moveTo>
                  <a:cubicBezTo>
                    <a:pt x="4677" y="4339"/>
                    <a:pt x="4655" y="4351"/>
                    <a:pt x="4640" y="4379"/>
                  </a:cubicBezTo>
                  <a:cubicBezTo>
                    <a:pt x="4543" y="4501"/>
                    <a:pt x="4422" y="4622"/>
                    <a:pt x="4325" y="4720"/>
                  </a:cubicBezTo>
                  <a:cubicBezTo>
                    <a:pt x="4276" y="4744"/>
                    <a:pt x="4276" y="4792"/>
                    <a:pt x="4325" y="4841"/>
                  </a:cubicBezTo>
                  <a:cubicBezTo>
                    <a:pt x="4325" y="4841"/>
                    <a:pt x="4349" y="4865"/>
                    <a:pt x="4373" y="4865"/>
                  </a:cubicBezTo>
                  <a:lnTo>
                    <a:pt x="4373" y="4841"/>
                  </a:lnTo>
                  <a:lnTo>
                    <a:pt x="4422" y="4841"/>
                  </a:lnTo>
                  <a:cubicBezTo>
                    <a:pt x="4543" y="4720"/>
                    <a:pt x="4665" y="4598"/>
                    <a:pt x="4762" y="4477"/>
                  </a:cubicBezTo>
                  <a:cubicBezTo>
                    <a:pt x="4786" y="4428"/>
                    <a:pt x="4786" y="4379"/>
                    <a:pt x="4762" y="4355"/>
                  </a:cubicBezTo>
                  <a:cubicBezTo>
                    <a:pt x="4742" y="4345"/>
                    <a:pt x="4722" y="4339"/>
                    <a:pt x="4703" y="4339"/>
                  </a:cubicBezTo>
                  <a:close/>
                  <a:moveTo>
                    <a:pt x="3975" y="4971"/>
                  </a:moveTo>
                  <a:cubicBezTo>
                    <a:pt x="3960" y="4971"/>
                    <a:pt x="3946" y="4977"/>
                    <a:pt x="3936" y="4987"/>
                  </a:cubicBezTo>
                  <a:cubicBezTo>
                    <a:pt x="3790" y="5060"/>
                    <a:pt x="3644" y="5108"/>
                    <a:pt x="3474" y="5133"/>
                  </a:cubicBezTo>
                  <a:cubicBezTo>
                    <a:pt x="3450" y="5157"/>
                    <a:pt x="3402" y="5205"/>
                    <a:pt x="3426" y="5254"/>
                  </a:cubicBezTo>
                  <a:cubicBezTo>
                    <a:pt x="3426" y="5278"/>
                    <a:pt x="3474" y="5303"/>
                    <a:pt x="3499" y="5303"/>
                  </a:cubicBezTo>
                  <a:lnTo>
                    <a:pt x="3523" y="5303"/>
                  </a:lnTo>
                  <a:cubicBezTo>
                    <a:pt x="3693" y="5254"/>
                    <a:pt x="3839" y="5205"/>
                    <a:pt x="4009" y="5133"/>
                  </a:cubicBezTo>
                  <a:cubicBezTo>
                    <a:pt x="4033" y="5108"/>
                    <a:pt x="4057" y="5060"/>
                    <a:pt x="4033" y="5011"/>
                  </a:cubicBezTo>
                  <a:cubicBezTo>
                    <a:pt x="4019" y="4983"/>
                    <a:pt x="3996" y="4971"/>
                    <a:pt x="3975" y="4971"/>
                  </a:cubicBezTo>
                  <a:close/>
                  <a:moveTo>
                    <a:pt x="1531" y="5205"/>
                  </a:moveTo>
                  <a:cubicBezTo>
                    <a:pt x="1434" y="5205"/>
                    <a:pt x="1434" y="5375"/>
                    <a:pt x="1531" y="5375"/>
                  </a:cubicBezTo>
                  <a:lnTo>
                    <a:pt x="2041" y="5375"/>
                  </a:lnTo>
                  <a:cubicBezTo>
                    <a:pt x="2065" y="5375"/>
                    <a:pt x="2114" y="5327"/>
                    <a:pt x="2114" y="5303"/>
                  </a:cubicBezTo>
                  <a:cubicBezTo>
                    <a:pt x="2114" y="5254"/>
                    <a:pt x="2090" y="5205"/>
                    <a:pt x="2041" y="5205"/>
                  </a:cubicBezTo>
                  <a:close/>
                  <a:moveTo>
                    <a:pt x="2527" y="5205"/>
                  </a:moveTo>
                  <a:cubicBezTo>
                    <a:pt x="2478" y="5205"/>
                    <a:pt x="2454" y="5254"/>
                    <a:pt x="2454" y="5278"/>
                  </a:cubicBezTo>
                  <a:cubicBezTo>
                    <a:pt x="2430" y="5327"/>
                    <a:pt x="2478" y="5375"/>
                    <a:pt x="2527" y="5375"/>
                  </a:cubicBezTo>
                  <a:lnTo>
                    <a:pt x="3013" y="5375"/>
                  </a:lnTo>
                  <a:cubicBezTo>
                    <a:pt x="3061" y="5375"/>
                    <a:pt x="3110" y="5327"/>
                    <a:pt x="3110" y="5278"/>
                  </a:cubicBezTo>
                  <a:cubicBezTo>
                    <a:pt x="3086" y="5230"/>
                    <a:pt x="3061" y="5205"/>
                    <a:pt x="3013" y="5205"/>
                  </a:cubicBezTo>
                  <a:close/>
                  <a:moveTo>
                    <a:pt x="1044" y="5270"/>
                  </a:moveTo>
                  <a:cubicBezTo>
                    <a:pt x="1037" y="5270"/>
                    <a:pt x="1029" y="5273"/>
                    <a:pt x="1021" y="5278"/>
                  </a:cubicBezTo>
                  <a:cubicBezTo>
                    <a:pt x="851" y="5327"/>
                    <a:pt x="681" y="5400"/>
                    <a:pt x="559" y="5497"/>
                  </a:cubicBezTo>
                  <a:cubicBezTo>
                    <a:pt x="511" y="5545"/>
                    <a:pt x="511" y="5594"/>
                    <a:pt x="559" y="5618"/>
                  </a:cubicBezTo>
                  <a:cubicBezTo>
                    <a:pt x="559" y="5643"/>
                    <a:pt x="584" y="5643"/>
                    <a:pt x="608" y="5667"/>
                  </a:cubicBezTo>
                  <a:cubicBezTo>
                    <a:pt x="632" y="5643"/>
                    <a:pt x="632" y="5643"/>
                    <a:pt x="657" y="5643"/>
                  </a:cubicBezTo>
                  <a:cubicBezTo>
                    <a:pt x="778" y="5545"/>
                    <a:pt x="899" y="5473"/>
                    <a:pt x="1069" y="5424"/>
                  </a:cubicBezTo>
                  <a:cubicBezTo>
                    <a:pt x="1134" y="5424"/>
                    <a:pt x="1103" y="5270"/>
                    <a:pt x="1044" y="5270"/>
                  </a:cubicBezTo>
                  <a:close/>
                  <a:moveTo>
                    <a:pt x="295" y="5864"/>
                  </a:moveTo>
                  <a:cubicBezTo>
                    <a:pt x="265" y="5864"/>
                    <a:pt x="235" y="5877"/>
                    <a:pt x="219" y="5910"/>
                  </a:cubicBezTo>
                  <a:cubicBezTo>
                    <a:pt x="122" y="6056"/>
                    <a:pt x="74" y="6201"/>
                    <a:pt x="25" y="6371"/>
                  </a:cubicBezTo>
                  <a:cubicBezTo>
                    <a:pt x="1" y="6420"/>
                    <a:pt x="25" y="6469"/>
                    <a:pt x="74" y="6469"/>
                  </a:cubicBezTo>
                  <a:lnTo>
                    <a:pt x="98" y="6469"/>
                  </a:lnTo>
                  <a:cubicBezTo>
                    <a:pt x="122" y="6469"/>
                    <a:pt x="146" y="6444"/>
                    <a:pt x="171" y="6420"/>
                  </a:cubicBezTo>
                  <a:cubicBezTo>
                    <a:pt x="219" y="6274"/>
                    <a:pt x="292" y="6129"/>
                    <a:pt x="365" y="5983"/>
                  </a:cubicBezTo>
                  <a:cubicBezTo>
                    <a:pt x="414" y="5918"/>
                    <a:pt x="354" y="5864"/>
                    <a:pt x="295" y="586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4"/>
          <p:cNvSpPr txBox="1">
            <a:spLocks noGrp="1"/>
          </p:cNvSpPr>
          <p:nvPr>
            <p:ph type="title"/>
          </p:nvPr>
        </p:nvSpPr>
        <p:spPr>
          <a:xfrm>
            <a:off x="536466" y="449717"/>
            <a:ext cx="8457631"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Bài toán 1: Gợi  ý đánh giá phim </a:t>
            </a:r>
            <a:r>
              <a:rPr lang="en-US" sz="1800"/>
              <a:t>(Rating recommendation)</a:t>
            </a:r>
            <a:endParaRPr sz="1800"/>
          </a:p>
        </p:txBody>
      </p:sp>
      <p:sp>
        <p:nvSpPr>
          <p:cNvPr id="631" name="Google Shape;631;p4"/>
          <p:cNvSpPr txBox="1"/>
          <p:nvPr/>
        </p:nvSpPr>
        <p:spPr>
          <a:xfrm>
            <a:off x="1546161" y="2005606"/>
            <a:ext cx="1371000" cy="43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Input</a:t>
            </a:r>
            <a:endParaRPr sz="2400" b="0" i="0" u="none" strike="noStrike" cap="none">
              <a:solidFill>
                <a:schemeClr val="dk1"/>
              </a:solidFill>
              <a:latin typeface="Arial"/>
              <a:ea typeface="Arial"/>
              <a:cs typeface="Arial"/>
              <a:sym typeface="Arial"/>
            </a:endParaRPr>
          </a:p>
        </p:txBody>
      </p:sp>
      <p:sp>
        <p:nvSpPr>
          <p:cNvPr id="632" name="Google Shape;632;p4"/>
          <p:cNvSpPr txBox="1"/>
          <p:nvPr/>
        </p:nvSpPr>
        <p:spPr>
          <a:xfrm>
            <a:off x="1145976" y="2444506"/>
            <a:ext cx="170580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userID, movieID </a:t>
            </a:r>
            <a:endParaRPr sz="1800" b="0" i="0" u="none" strike="noStrike" cap="none">
              <a:solidFill>
                <a:schemeClr val="dk1"/>
              </a:solidFill>
              <a:latin typeface="Arial"/>
              <a:ea typeface="Arial"/>
              <a:cs typeface="Arial"/>
              <a:sym typeface="Arial"/>
            </a:endParaRPr>
          </a:p>
        </p:txBody>
      </p:sp>
      <p:sp>
        <p:nvSpPr>
          <p:cNvPr id="633" name="Google Shape;633;p4"/>
          <p:cNvSpPr txBox="1"/>
          <p:nvPr/>
        </p:nvSpPr>
        <p:spPr>
          <a:xfrm>
            <a:off x="6811571" y="2444506"/>
            <a:ext cx="925701" cy="5727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Rating</a:t>
            </a:r>
            <a:endParaRPr sz="1800" b="0" i="0" u="none" strike="noStrike" cap="none">
              <a:solidFill>
                <a:schemeClr val="dk1"/>
              </a:solidFill>
              <a:latin typeface="Arial"/>
              <a:ea typeface="Arial"/>
              <a:cs typeface="Arial"/>
              <a:sym typeface="Arial"/>
            </a:endParaRPr>
          </a:p>
        </p:txBody>
      </p:sp>
      <p:sp>
        <p:nvSpPr>
          <p:cNvPr id="634" name="Google Shape;634;p4"/>
          <p:cNvSpPr txBox="1"/>
          <p:nvPr/>
        </p:nvSpPr>
        <p:spPr>
          <a:xfrm>
            <a:off x="6472362" y="2005606"/>
            <a:ext cx="1371300" cy="4389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2400" b="0" i="0" u="none" strike="noStrike" cap="none">
                <a:solidFill>
                  <a:schemeClr val="dk1"/>
                </a:solidFill>
                <a:latin typeface="Arial"/>
                <a:ea typeface="Arial"/>
                <a:cs typeface="Arial"/>
                <a:sym typeface="Arial"/>
              </a:rPr>
              <a:t>Output</a:t>
            </a:r>
            <a:endParaRPr sz="2400" b="0" i="0" u="none" strike="noStrike" cap="none">
              <a:solidFill>
                <a:schemeClr val="dk1"/>
              </a:solidFill>
              <a:latin typeface="Arial"/>
              <a:ea typeface="Arial"/>
              <a:cs typeface="Arial"/>
              <a:sym typeface="Arial"/>
            </a:endParaRPr>
          </a:p>
        </p:txBody>
      </p:sp>
      <p:grpSp>
        <p:nvGrpSpPr>
          <p:cNvPr id="635" name="Google Shape;635;p4"/>
          <p:cNvGrpSpPr/>
          <p:nvPr/>
        </p:nvGrpSpPr>
        <p:grpSpPr>
          <a:xfrm>
            <a:off x="3420661" y="1545038"/>
            <a:ext cx="2359916" cy="1522508"/>
            <a:chOff x="415506" y="1709871"/>
            <a:chExt cx="2099182" cy="1388450"/>
          </a:xfrm>
        </p:grpSpPr>
        <p:sp>
          <p:nvSpPr>
            <p:cNvPr id="636" name="Google Shape;636;p4"/>
            <p:cNvSpPr/>
            <p:nvPr/>
          </p:nvSpPr>
          <p:spPr>
            <a:xfrm>
              <a:off x="415506" y="1897614"/>
              <a:ext cx="2099182" cy="1086727"/>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1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Recommendation system</a:t>
              </a:r>
              <a:endParaRPr/>
            </a:p>
          </p:txBody>
        </p:sp>
        <p:sp>
          <p:nvSpPr>
            <p:cNvPr id="637" name="Google Shape;637;p4"/>
            <p:cNvSpPr/>
            <p:nvPr/>
          </p:nvSpPr>
          <p:spPr>
            <a:xfrm>
              <a:off x="451814" y="1709871"/>
              <a:ext cx="1946553" cy="1388450"/>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cxnSp>
        <p:nvCxnSpPr>
          <p:cNvPr id="638" name="Google Shape;638;p4"/>
          <p:cNvCxnSpPr/>
          <p:nvPr/>
        </p:nvCxnSpPr>
        <p:spPr>
          <a:xfrm>
            <a:off x="2946350" y="2633825"/>
            <a:ext cx="551700" cy="0"/>
          </a:xfrm>
          <a:prstGeom prst="straightConnector1">
            <a:avLst/>
          </a:prstGeom>
          <a:noFill/>
          <a:ln w="19050" cap="flat" cmpd="sng">
            <a:solidFill>
              <a:schemeClr val="dk1"/>
            </a:solidFill>
            <a:prstDash val="solid"/>
            <a:round/>
            <a:headEnd type="oval" w="med" len="med"/>
            <a:tailEnd type="none" w="sm" len="sm"/>
          </a:ln>
        </p:spPr>
      </p:cxnSp>
      <p:cxnSp>
        <p:nvCxnSpPr>
          <p:cNvPr id="639" name="Google Shape;639;p4"/>
          <p:cNvCxnSpPr/>
          <p:nvPr/>
        </p:nvCxnSpPr>
        <p:spPr>
          <a:xfrm>
            <a:off x="5563925" y="2648550"/>
            <a:ext cx="495900" cy="0"/>
          </a:xfrm>
          <a:prstGeom prst="straightConnector1">
            <a:avLst/>
          </a:prstGeom>
          <a:noFill/>
          <a:ln w="19050" cap="flat" cmpd="sng">
            <a:solidFill>
              <a:schemeClr val="dk1"/>
            </a:solidFill>
            <a:prstDash val="solid"/>
            <a:round/>
            <a:headEnd type="none" w="sm" len="sm"/>
            <a:tailEnd type="oval"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Bài toán 2: Gợi ý phim </a:t>
            </a:r>
            <a:r>
              <a:rPr lang="en-US" sz="1800"/>
              <a:t>(Movie recommendation)</a:t>
            </a:r>
            <a:endParaRPr sz="1800"/>
          </a:p>
        </p:txBody>
      </p:sp>
      <p:sp>
        <p:nvSpPr>
          <p:cNvPr id="645" name="Google Shape;645;p5"/>
          <p:cNvSpPr txBox="1"/>
          <p:nvPr/>
        </p:nvSpPr>
        <p:spPr>
          <a:xfrm>
            <a:off x="1300338" y="2043081"/>
            <a:ext cx="1371000" cy="438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Input</a:t>
            </a:r>
            <a:endParaRPr sz="2400" b="0" i="0" u="none" strike="noStrike" cap="none">
              <a:solidFill>
                <a:schemeClr val="dk1"/>
              </a:solidFill>
              <a:latin typeface="Arial"/>
              <a:ea typeface="Arial"/>
              <a:cs typeface="Arial"/>
              <a:sym typeface="Arial"/>
            </a:endParaRPr>
          </a:p>
        </p:txBody>
      </p:sp>
      <p:sp>
        <p:nvSpPr>
          <p:cNvPr id="646" name="Google Shape;646;p5"/>
          <p:cNvSpPr txBox="1"/>
          <p:nvPr/>
        </p:nvSpPr>
        <p:spPr>
          <a:xfrm>
            <a:off x="1587301" y="2437275"/>
            <a:ext cx="790791"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userID </a:t>
            </a:r>
            <a:endParaRPr sz="1800" b="0" i="0" u="none" strike="noStrike" cap="none">
              <a:solidFill>
                <a:schemeClr val="dk1"/>
              </a:solidFill>
              <a:latin typeface="Arial"/>
              <a:ea typeface="Arial"/>
              <a:cs typeface="Arial"/>
              <a:sym typeface="Arial"/>
            </a:endParaRPr>
          </a:p>
        </p:txBody>
      </p:sp>
      <p:sp>
        <p:nvSpPr>
          <p:cNvPr id="647" name="Google Shape;647;p5"/>
          <p:cNvSpPr txBox="1"/>
          <p:nvPr/>
        </p:nvSpPr>
        <p:spPr>
          <a:xfrm>
            <a:off x="6317744" y="2422425"/>
            <a:ext cx="2256630"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movieID, title, genres</a:t>
            </a:r>
            <a:endParaRPr sz="1800" b="0" i="0" u="none" strike="noStrike" cap="none">
              <a:solidFill>
                <a:schemeClr val="dk1"/>
              </a:solidFill>
              <a:latin typeface="Arial"/>
              <a:ea typeface="Arial"/>
              <a:cs typeface="Arial"/>
              <a:sym typeface="Arial"/>
            </a:endParaRPr>
          </a:p>
        </p:txBody>
      </p:sp>
      <p:sp>
        <p:nvSpPr>
          <p:cNvPr id="648" name="Google Shape;648;p5"/>
          <p:cNvSpPr txBox="1"/>
          <p:nvPr/>
        </p:nvSpPr>
        <p:spPr>
          <a:xfrm>
            <a:off x="6472362" y="2043081"/>
            <a:ext cx="1371300" cy="438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US" sz="2400" b="0" i="0" u="none" strike="noStrike" cap="none">
                <a:solidFill>
                  <a:schemeClr val="dk1"/>
                </a:solidFill>
                <a:latin typeface="Arial"/>
                <a:ea typeface="Arial"/>
                <a:cs typeface="Arial"/>
                <a:sym typeface="Arial"/>
              </a:rPr>
              <a:t>Output</a:t>
            </a:r>
            <a:endParaRPr sz="2400" b="0" i="0" u="none" strike="noStrike" cap="none">
              <a:solidFill>
                <a:schemeClr val="dk1"/>
              </a:solidFill>
              <a:latin typeface="Arial"/>
              <a:ea typeface="Arial"/>
              <a:cs typeface="Arial"/>
              <a:sym typeface="Arial"/>
            </a:endParaRPr>
          </a:p>
        </p:txBody>
      </p:sp>
      <p:grpSp>
        <p:nvGrpSpPr>
          <p:cNvPr id="649" name="Google Shape;649;p5"/>
          <p:cNvGrpSpPr/>
          <p:nvPr/>
        </p:nvGrpSpPr>
        <p:grpSpPr>
          <a:xfrm>
            <a:off x="3420661" y="1582513"/>
            <a:ext cx="2359916" cy="1522508"/>
            <a:chOff x="415506" y="1709871"/>
            <a:chExt cx="2099182" cy="1388450"/>
          </a:xfrm>
        </p:grpSpPr>
        <p:sp>
          <p:nvSpPr>
            <p:cNvPr id="650" name="Google Shape;650;p5"/>
            <p:cNvSpPr/>
            <p:nvPr/>
          </p:nvSpPr>
          <p:spPr>
            <a:xfrm>
              <a:off x="415506" y="1897614"/>
              <a:ext cx="2099182" cy="1086727"/>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1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Recommendation system</a:t>
              </a:r>
              <a:endParaRPr/>
            </a:p>
          </p:txBody>
        </p:sp>
        <p:sp>
          <p:nvSpPr>
            <p:cNvPr id="651" name="Google Shape;651;p5"/>
            <p:cNvSpPr/>
            <p:nvPr/>
          </p:nvSpPr>
          <p:spPr>
            <a:xfrm>
              <a:off x="451814" y="1709871"/>
              <a:ext cx="1946553" cy="1388450"/>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cxnSp>
        <p:nvCxnSpPr>
          <p:cNvPr id="652" name="Google Shape;652;p5"/>
          <p:cNvCxnSpPr/>
          <p:nvPr/>
        </p:nvCxnSpPr>
        <p:spPr>
          <a:xfrm>
            <a:off x="2946350" y="2671300"/>
            <a:ext cx="551700" cy="0"/>
          </a:xfrm>
          <a:prstGeom prst="straightConnector1">
            <a:avLst/>
          </a:prstGeom>
          <a:noFill/>
          <a:ln w="19050" cap="flat" cmpd="sng">
            <a:solidFill>
              <a:schemeClr val="dk1"/>
            </a:solidFill>
            <a:prstDash val="solid"/>
            <a:round/>
            <a:headEnd type="oval" w="med" len="med"/>
            <a:tailEnd type="none" w="sm" len="sm"/>
          </a:ln>
        </p:spPr>
      </p:cxnSp>
      <p:cxnSp>
        <p:nvCxnSpPr>
          <p:cNvPr id="653" name="Google Shape;653;p5"/>
          <p:cNvCxnSpPr/>
          <p:nvPr/>
        </p:nvCxnSpPr>
        <p:spPr>
          <a:xfrm>
            <a:off x="5563925" y="2686025"/>
            <a:ext cx="495900" cy="0"/>
          </a:xfrm>
          <a:prstGeom prst="straightConnector1">
            <a:avLst/>
          </a:prstGeom>
          <a:noFill/>
          <a:ln w="19050" cap="flat" cmpd="sng">
            <a:solidFill>
              <a:schemeClr val="dk1"/>
            </a:solidFill>
            <a:prstDash val="solid"/>
            <a:round/>
            <a:headEnd type="none" w="sm" len="sm"/>
            <a:tailEnd type="oval"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6"/>
          <p:cNvSpPr txBox="1">
            <a:spLocks noGrp="1"/>
          </p:cNvSpPr>
          <p:nvPr>
            <p:ph type="title"/>
          </p:nvPr>
        </p:nvSpPr>
        <p:spPr>
          <a:xfrm>
            <a:off x="5345250" y="2532650"/>
            <a:ext cx="2587500" cy="627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4200"/>
              <a:buNone/>
            </a:pPr>
            <a:r>
              <a:rPr lang="en-US"/>
              <a:t>Dữ liệu</a:t>
            </a:r>
            <a:endParaRPr/>
          </a:p>
        </p:txBody>
      </p:sp>
      <p:sp>
        <p:nvSpPr>
          <p:cNvPr id="659" name="Google Shape;659;p6"/>
          <p:cNvSpPr txBox="1">
            <a:spLocks noGrp="1"/>
          </p:cNvSpPr>
          <p:nvPr>
            <p:ph type="title" idx="2"/>
          </p:nvPr>
        </p:nvSpPr>
        <p:spPr>
          <a:xfrm>
            <a:off x="5803650" y="1220213"/>
            <a:ext cx="2129100" cy="13797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2000"/>
              <a:buNone/>
            </a:pPr>
            <a:r>
              <a:rPr lang="en-US"/>
              <a:t>02</a:t>
            </a:r>
            <a:endParaRPr/>
          </a:p>
        </p:txBody>
      </p:sp>
      <p:grpSp>
        <p:nvGrpSpPr>
          <p:cNvPr id="660" name="Google Shape;660;p6"/>
          <p:cNvGrpSpPr/>
          <p:nvPr/>
        </p:nvGrpSpPr>
        <p:grpSpPr>
          <a:xfrm>
            <a:off x="1996080" y="3259010"/>
            <a:ext cx="2885526" cy="1790735"/>
            <a:chOff x="1252468" y="2302425"/>
            <a:chExt cx="1114964" cy="691938"/>
          </a:xfrm>
        </p:grpSpPr>
        <p:sp>
          <p:nvSpPr>
            <p:cNvPr id="661" name="Google Shape;661;p6"/>
            <p:cNvSpPr/>
            <p:nvPr/>
          </p:nvSpPr>
          <p:spPr>
            <a:xfrm>
              <a:off x="1397688" y="2670586"/>
              <a:ext cx="10971" cy="89110"/>
            </a:xfrm>
            <a:custGeom>
              <a:avLst/>
              <a:gdLst/>
              <a:ahLst/>
              <a:cxnLst/>
              <a:rect l="l" t="t" r="r" b="b"/>
              <a:pathLst>
                <a:path w="131" h="1064" extrusionOk="0">
                  <a:moveTo>
                    <a:pt x="22" y="1"/>
                  </a:moveTo>
                  <a:lnTo>
                    <a:pt x="22" y="1"/>
                  </a:lnTo>
                  <a:cubicBezTo>
                    <a:pt x="44" y="326"/>
                    <a:pt x="44" y="673"/>
                    <a:pt x="1" y="998"/>
                  </a:cubicBezTo>
                  <a:lnTo>
                    <a:pt x="1" y="1063"/>
                  </a:lnTo>
                  <a:lnTo>
                    <a:pt x="66" y="1063"/>
                  </a:lnTo>
                  <a:cubicBezTo>
                    <a:pt x="109" y="781"/>
                    <a:pt x="131" y="500"/>
                    <a:pt x="109" y="239"/>
                  </a:cubicBezTo>
                  <a:lnTo>
                    <a:pt x="109" y="153"/>
                  </a:lnTo>
                  <a:lnTo>
                    <a:pt x="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6"/>
            <p:cNvSpPr/>
            <p:nvPr/>
          </p:nvSpPr>
          <p:spPr>
            <a:xfrm>
              <a:off x="2111313" y="2668828"/>
              <a:ext cx="121689" cy="80149"/>
            </a:xfrm>
            <a:custGeom>
              <a:avLst/>
              <a:gdLst/>
              <a:ahLst/>
              <a:cxnLst/>
              <a:rect l="l" t="t" r="r" b="b"/>
              <a:pathLst>
                <a:path w="1453" h="957" extrusionOk="0">
                  <a:moveTo>
                    <a:pt x="672" y="0"/>
                  </a:moveTo>
                  <a:cubicBezTo>
                    <a:pt x="586" y="0"/>
                    <a:pt x="521" y="44"/>
                    <a:pt x="456" y="109"/>
                  </a:cubicBezTo>
                  <a:cubicBezTo>
                    <a:pt x="347" y="239"/>
                    <a:pt x="0" y="802"/>
                    <a:pt x="174" y="933"/>
                  </a:cubicBezTo>
                  <a:cubicBezTo>
                    <a:pt x="197" y="950"/>
                    <a:pt x="236" y="956"/>
                    <a:pt x="284" y="956"/>
                  </a:cubicBezTo>
                  <a:cubicBezTo>
                    <a:pt x="417" y="956"/>
                    <a:pt x="614" y="905"/>
                    <a:pt x="694" y="889"/>
                  </a:cubicBezTo>
                  <a:lnTo>
                    <a:pt x="1236" y="846"/>
                  </a:lnTo>
                  <a:cubicBezTo>
                    <a:pt x="1301" y="846"/>
                    <a:pt x="1388" y="802"/>
                    <a:pt x="1431" y="759"/>
                  </a:cubicBezTo>
                  <a:cubicBezTo>
                    <a:pt x="1453" y="716"/>
                    <a:pt x="1453" y="629"/>
                    <a:pt x="1431" y="586"/>
                  </a:cubicBezTo>
                  <a:cubicBezTo>
                    <a:pt x="1388" y="542"/>
                    <a:pt x="1366" y="499"/>
                    <a:pt x="1301" y="456"/>
                  </a:cubicBezTo>
                  <a:cubicBezTo>
                    <a:pt x="1193" y="347"/>
                    <a:pt x="1063" y="239"/>
                    <a:pt x="932" y="130"/>
                  </a:cubicBezTo>
                  <a:cubicBezTo>
                    <a:pt x="867" y="44"/>
                    <a:pt x="781" y="0"/>
                    <a:pt x="67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6"/>
            <p:cNvSpPr/>
            <p:nvPr/>
          </p:nvSpPr>
          <p:spPr>
            <a:xfrm>
              <a:off x="1252468" y="2488599"/>
              <a:ext cx="806261" cy="296475"/>
            </a:xfrm>
            <a:custGeom>
              <a:avLst/>
              <a:gdLst/>
              <a:ahLst/>
              <a:cxnLst/>
              <a:rect l="l" t="t" r="r" b="b"/>
              <a:pathLst>
                <a:path w="9627" h="3540" extrusionOk="0">
                  <a:moveTo>
                    <a:pt x="6040" y="0"/>
                  </a:moveTo>
                  <a:cubicBezTo>
                    <a:pt x="5761" y="0"/>
                    <a:pt x="5493" y="39"/>
                    <a:pt x="5225" y="93"/>
                  </a:cubicBezTo>
                  <a:cubicBezTo>
                    <a:pt x="4965" y="158"/>
                    <a:pt x="4705" y="244"/>
                    <a:pt x="4467" y="353"/>
                  </a:cubicBezTo>
                  <a:lnTo>
                    <a:pt x="4336" y="418"/>
                  </a:lnTo>
                  <a:cubicBezTo>
                    <a:pt x="4011" y="570"/>
                    <a:pt x="3708" y="743"/>
                    <a:pt x="3426" y="917"/>
                  </a:cubicBezTo>
                  <a:lnTo>
                    <a:pt x="3079" y="1133"/>
                  </a:lnTo>
                  <a:lnTo>
                    <a:pt x="2884" y="1263"/>
                  </a:lnTo>
                  <a:lnTo>
                    <a:pt x="1106" y="2412"/>
                  </a:lnTo>
                  <a:lnTo>
                    <a:pt x="933" y="2521"/>
                  </a:lnTo>
                  <a:lnTo>
                    <a:pt x="0" y="3128"/>
                  </a:lnTo>
                  <a:cubicBezTo>
                    <a:pt x="477" y="3258"/>
                    <a:pt x="976" y="3345"/>
                    <a:pt x="1453" y="3410"/>
                  </a:cubicBezTo>
                  <a:lnTo>
                    <a:pt x="1496" y="3410"/>
                  </a:lnTo>
                  <a:cubicBezTo>
                    <a:pt x="2038" y="3496"/>
                    <a:pt x="2580" y="3540"/>
                    <a:pt x="3122" y="3540"/>
                  </a:cubicBezTo>
                  <a:lnTo>
                    <a:pt x="3231" y="3540"/>
                  </a:lnTo>
                  <a:cubicBezTo>
                    <a:pt x="3708" y="3518"/>
                    <a:pt x="4163" y="3496"/>
                    <a:pt x="4640" y="3431"/>
                  </a:cubicBezTo>
                  <a:cubicBezTo>
                    <a:pt x="4662" y="3410"/>
                    <a:pt x="4705" y="3410"/>
                    <a:pt x="4748" y="3410"/>
                  </a:cubicBezTo>
                  <a:cubicBezTo>
                    <a:pt x="5269" y="3323"/>
                    <a:pt x="5789" y="3193"/>
                    <a:pt x="6309" y="3041"/>
                  </a:cubicBezTo>
                  <a:lnTo>
                    <a:pt x="6418" y="3020"/>
                  </a:lnTo>
                  <a:cubicBezTo>
                    <a:pt x="6895" y="2846"/>
                    <a:pt x="7372" y="2673"/>
                    <a:pt x="7827" y="2456"/>
                  </a:cubicBezTo>
                  <a:lnTo>
                    <a:pt x="7979" y="2391"/>
                  </a:lnTo>
                  <a:cubicBezTo>
                    <a:pt x="8391" y="2174"/>
                    <a:pt x="8781" y="1957"/>
                    <a:pt x="9193" y="1719"/>
                  </a:cubicBezTo>
                  <a:cubicBezTo>
                    <a:pt x="9215" y="1697"/>
                    <a:pt x="9236" y="1697"/>
                    <a:pt x="9258" y="1675"/>
                  </a:cubicBezTo>
                  <a:cubicBezTo>
                    <a:pt x="9388" y="1589"/>
                    <a:pt x="9496" y="1524"/>
                    <a:pt x="9626" y="1437"/>
                  </a:cubicBezTo>
                  <a:cubicBezTo>
                    <a:pt x="9019" y="917"/>
                    <a:pt x="8326" y="505"/>
                    <a:pt x="7589" y="244"/>
                  </a:cubicBezTo>
                  <a:cubicBezTo>
                    <a:pt x="7177" y="114"/>
                    <a:pt x="6743" y="28"/>
                    <a:pt x="6309" y="6"/>
                  </a:cubicBezTo>
                  <a:lnTo>
                    <a:pt x="6223" y="6"/>
                  </a:lnTo>
                  <a:cubicBezTo>
                    <a:pt x="6161" y="2"/>
                    <a:pt x="6100" y="0"/>
                    <a:pt x="604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6"/>
            <p:cNvSpPr/>
            <p:nvPr/>
          </p:nvSpPr>
          <p:spPr>
            <a:xfrm>
              <a:off x="1332364" y="2601996"/>
              <a:ext cx="695460" cy="183078"/>
            </a:xfrm>
            <a:custGeom>
              <a:avLst/>
              <a:gdLst/>
              <a:ahLst/>
              <a:cxnLst/>
              <a:rect l="l" t="t" r="r" b="b"/>
              <a:pathLst>
                <a:path w="8304" h="2186" extrusionOk="0">
                  <a:moveTo>
                    <a:pt x="7954" y="1"/>
                  </a:moveTo>
                  <a:cubicBezTo>
                    <a:pt x="7847" y="1"/>
                    <a:pt x="7733" y="41"/>
                    <a:pt x="7654" y="105"/>
                  </a:cubicBezTo>
                  <a:cubicBezTo>
                    <a:pt x="7328" y="343"/>
                    <a:pt x="7068" y="668"/>
                    <a:pt x="6938" y="1037"/>
                  </a:cubicBezTo>
                  <a:cubicBezTo>
                    <a:pt x="6895" y="928"/>
                    <a:pt x="6830" y="798"/>
                    <a:pt x="6743" y="690"/>
                  </a:cubicBezTo>
                  <a:cubicBezTo>
                    <a:pt x="6635" y="560"/>
                    <a:pt x="6461" y="473"/>
                    <a:pt x="6288" y="473"/>
                  </a:cubicBezTo>
                  <a:cubicBezTo>
                    <a:pt x="6093" y="516"/>
                    <a:pt x="5941" y="603"/>
                    <a:pt x="5832" y="755"/>
                  </a:cubicBezTo>
                  <a:cubicBezTo>
                    <a:pt x="5637" y="993"/>
                    <a:pt x="5485" y="1275"/>
                    <a:pt x="5399" y="1579"/>
                  </a:cubicBezTo>
                  <a:cubicBezTo>
                    <a:pt x="5377" y="1449"/>
                    <a:pt x="5312" y="1340"/>
                    <a:pt x="5269" y="1232"/>
                  </a:cubicBezTo>
                  <a:cubicBezTo>
                    <a:pt x="5160" y="1058"/>
                    <a:pt x="5008" y="950"/>
                    <a:pt x="4835" y="928"/>
                  </a:cubicBezTo>
                  <a:cubicBezTo>
                    <a:pt x="4662" y="928"/>
                    <a:pt x="4510" y="993"/>
                    <a:pt x="4401" y="1102"/>
                  </a:cubicBezTo>
                  <a:cubicBezTo>
                    <a:pt x="4141" y="1297"/>
                    <a:pt x="3924" y="1557"/>
                    <a:pt x="3794" y="1861"/>
                  </a:cubicBezTo>
                  <a:cubicBezTo>
                    <a:pt x="3794" y="1796"/>
                    <a:pt x="3773" y="1731"/>
                    <a:pt x="3751" y="1666"/>
                  </a:cubicBezTo>
                  <a:cubicBezTo>
                    <a:pt x="3729" y="1492"/>
                    <a:pt x="3578" y="1340"/>
                    <a:pt x="3404" y="1297"/>
                  </a:cubicBezTo>
                  <a:cubicBezTo>
                    <a:pt x="3381" y="1293"/>
                    <a:pt x="3358" y="1291"/>
                    <a:pt x="3335" y="1291"/>
                  </a:cubicBezTo>
                  <a:cubicBezTo>
                    <a:pt x="3229" y="1291"/>
                    <a:pt x="3125" y="1330"/>
                    <a:pt x="3036" y="1384"/>
                  </a:cubicBezTo>
                  <a:cubicBezTo>
                    <a:pt x="2754" y="1557"/>
                    <a:pt x="2537" y="1752"/>
                    <a:pt x="2342" y="1991"/>
                  </a:cubicBezTo>
                  <a:cubicBezTo>
                    <a:pt x="2363" y="1926"/>
                    <a:pt x="2363" y="1861"/>
                    <a:pt x="2385" y="1774"/>
                  </a:cubicBezTo>
                  <a:cubicBezTo>
                    <a:pt x="2407" y="1622"/>
                    <a:pt x="2342" y="1449"/>
                    <a:pt x="2212" y="1340"/>
                  </a:cubicBezTo>
                  <a:cubicBezTo>
                    <a:pt x="2114" y="1279"/>
                    <a:pt x="2002" y="1253"/>
                    <a:pt x="1893" y="1253"/>
                  </a:cubicBezTo>
                  <a:cubicBezTo>
                    <a:pt x="1808" y="1253"/>
                    <a:pt x="1724" y="1269"/>
                    <a:pt x="1648" y="1297"/>
                  </a:cubicBezTo>
                  <a:cubicBezTo>
                    <a:pt x="1279" y="1405"/>
                    <a:pt x="954" y="1579"/>
                    <a:pt x="672" y="1839"/>
                  </a:cubicBezTo>
                  <a:cubicBezTo>
                    <a:pt x="694" y="1774"/>
                    <a:pt x="716" y="1709"/>
                    <a:pt x="737" y="1644"/>
                  </a:cubicBezTo>
                  <a:cubicBezTo>
                    <a:pt x="759" y="1492"/>
                    <a:pt x="716" y="1340"/>
                    <a:pt x="629" y="1210"/>
                  </a:cubicBezTo>
                  <a:cubicBezTo>
                    <a:pt x="516" y="1116"/>
                    <a:pt x="370" y="1054"/>
                    <a:pt x="219" y="1054"/>
                  </a:cubicBezTo>
                  <a:cubicBezTo>
                    <a:pt x="197" y="1054"/>
                    <a:pt x="174" y="1056"/>
                    <a:pt x="152" y="1058"/>
                  </a:cubicBezTo>
                  <a:lnTo>
                    <a:pt x="0" y="1167"/>
                  </a:lnTo>
                  <a:cubicBezTo>
                    <a:pt x="61" y="1147"/>
                    <a:pt x="123" y="1137"/>
                    <a:pt x="185" y="1137"/>
                  </a:cubicBezTo>
                  <a:cubicBezTo>
                    <a:pt x="323" y="1137"/>
                    <a:pt x="459" y="1185"/>
                    <a:pt x="564" y="1275"/>
                  </a:cubicBezTo>
                  <a:cubicBezTo>
                    <a:pt x="651" y="1362"/>
                    <a:pt x="672" y="1514"/>
                    <a:pt x="651" y="1644"/>
                  </a:cubicBezTo>
                  <a:cubicBezTo>
                    <a:pt x="629" y="1752"/>
                    <a:pt x="586" y="1882"/>
                    <a:pt x="542" y="2012"/>
                  </a:cubicBezTo>
                  <a:cubicBezTo>
                    <a:pt x="521" y="2012"/>
                    <a:pt x="521" y="2034"/>
                    <a:pt x="542" y="2056"/>
                  </a:cubicBezTo>
                  <a:lnTo>
                    <a:pt x="564" y="2056"/>
                  </a:lnTo>
                  <a:cubicBezTo>
                    <a:pt x="867" y="1731"/>
                    <a:pt x="1236" y="1492"/>
                    <a:pt x="1648" y="1384"/>
                  </a:cubicBezTo>
                  <a:cubicBezTo>
                    <a:pt x="1728" y="1353"/>
                    <a:pt x="1809" y="1337"/>
                    <a:pt x="1887" y="1337"/>
                  </a:cubicBezTo>
                  <a:cubicBezTo>
                    <a:pt x="1978" y="1337"/>
                    <a:pt x="2065" y="1359"/>
                    <a:pt x="2147" y="1405"/>
                  </a:cubicBezTo>
                  <a:cubicBezTo>
                    <a:pt x="2255" y="1514"/>
                    <a:pt x="2298" y="1644"/>
                    <a:pt x="2298" y="1774"/>
                  </a:cubicBezTo>
                  <a:cubicBezTo>
                    <a:pt x="2277" y="1926"/>
                    <a:pt x="2233" y="2056"/>
                    <a:pt x="2168" y="2186"/>
                  </a:cubicBezTo>
                  <a:lnTo>
                    <a:pt x="2277" y="2186"/>
                  </a:lnTo>
                  <a:cubicBezTo>
                    <a:pt x="2494" y="1904"/>
                    <a:pt x="2754" y="1666"/>
                    <a:pt x="3057" y="1470"/>
                  </a:cubicBezTo>
                  <a:cubicBezTo>
                    <a:pt x="3146" y="1417"/>
                    <a:pt x="3236" y="1378"/>
                    <a:pt x="3337" y="1378"/>
                  </a:cubicBezTo>
                  <a:cubicBezTo>
                    <a:pt x="3359" y="1378"/>
                    <a:pt x="3381" y="1380"/>
                    <a:pt x="3404" y="1384"/>
                  </a:cubicBezTo>
                  <a:cubicBezTo>
                    <a:pt x="3534" y="1427"/>
                    <a:pt x="3643" y="1535"/>
                    <a:pt x="3686" y="1687"/>
                  </a:cubicBezTo>
                  <a:cubicBezTo>
                    <a:pt x="3708" y="1817"/>
                    <a:pt x="3708" y="1947"/>
                    <a:pt x="3686" y="2077"/>
                  </a:cubicBezTo>
                  <a:cubicBezTo>
                    <a:pt x="3708" y="2077"/>
                    <a:pt x="3751" y="2056"/>
                    <a:pt x="3794" y="2056"/>
                  </a:cubicBezTo>
                  <a:cubicBezTo>
                    <a:pt x="3903" y="1709"/>
                    <a:pt x="4141" y="1384"/>
                    <a:pt x="4445" y="1167"/>
                  </a:cubicBezTo>
                  <a:cubicBezTo>
                    <a:pt x="4532" y="1080"/>
                    <a:pt x="4683" y="1015"/>
                    <a:pt x="4813" y="1015"/>
                  </a:cubicBezTo>
                  <a:cubicBezTo>
                    <a:pt x="4965" y="1037"/>
                    <a:pt x="5117" y="1124"/>
                    <a:pt x="5204" y="1275"/>
                  </a:cubicBezTo>
                  <a:cubicBezTo>
                    <a:pt x="5269" y="1405"/>
                    <a:pt x="5312" y="1535"/>
                    <a:pt x="5355" y="1687"/>
                  </a:cubicBezTo>
                  <a:lnTo>
                    <a:pt x="5464" y="1666"/>
                  </a:lnTo>
                  <a:cubicBezTo>
                    <a:pt x="5529" y="1340"/>
                    <a:pt x="5681" y="1058"/>
                    <a:pt x="5897" y="820"/>
                  </a:cubicBezTo>
                  <a:cubicBezTo>
                    <a:pt x="5984" y="668"/>
                    <a:pt x="6114" y="582"/>
                    <a:pt x="6288" y="560"/>
                  </a:cubicBezTo>
                  <a:cubicBezTo>
                    <a:pt x="6439" y="560"/>
                    <a:pt x="6591" y="625"/>
                    <a:pt x="6678" y="755"/>
                  </a:cubicBezTo>
                  <a:cubicBezTo>
                    <a:pt x="6765" y="842"/>
                    <a:pt x="6830" y="972"/>
                    <a:pt x="6873" y="1102"/>
                  </a:cubicBezTo>
                  <a:lnTo>
                    <a:pt x="7025" y="1037"/>
                  </a:lnTo>
                  <a:cubicBezTo>
                    <a:pt x="7155" y="690"/>
                    <a:pt x="7393" y="386"/>
                    <a:pt x="7697" y="170"/>
                  </a:cubicBezTo>
                  <a:cubicBezTo>
                    <a:pt x="7763" y="103"/>
                    <a:pt x="7855" y="75"/>
                    <a:pt x="7952" y="75"/>
                  </a:cubicBezTo>
                  <a:cubicBezTo>
                    <a:pt x="7982" y="75"/>
                    <a:pt x="8013" y="78"/>
                    <a:pt x="8044" y="83"/>
                  </a:cubicBezTo>
                  <a:cubicBezTo>
                    <a:pt x="8152" y="148"/>
                    <a:pt x="8217" y="256"/>
                    <a:pt x="8239" y="365"/>
                  </a:cubicBezTo>
                  <a:cubicBezTo>
                    <a:pt x="8261" y="343"/>
                    <a:pt x="8282" y="343"/>
                    <a:pt x="8304" y="321"/>
                  </a:cubicBezTo>
                  <a:cubicBezTo>
                    <a:pt x="8282" y="191"/>
                    <a:pt x="8196" y="83"/>
                    <a:pt x="8065" y="18"/>
                  </a:cubicBezTo>
                  <a:cubicBezTo>
                    <a:pt x="8031" y="6"/>
                    <a:pt x="7993" y="1"/>
                    <a:pt x="795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6"/>
            <p:cNvSpPr/>
            <p:nvPr/>
          </p:nvSpPr>
          <p:spPr>
            <a:xfrm>
              <a:off x="1486714" y="2563387"/>
              <a:ext cx="119930" cy="89194"/>
            </a:xfrm>
            <a:custGeom>
              <a:avLst/>
              <a:gdLst/>
              <a:ahLst/>
              <a:cxnLst/>
              <a:rect l="l" t="t" r="r" b="b"/>
              <a:pathLst>
                <a:path w="1432" h="1065" extrusionOk="0">
                  <a:moveTo>
                    <a:pt x="757" y="83"/>
                  </a:moveTo>
                  <a:cubicBezTo>
                    <a:pt x="779" y="83"/>
                    <a:pt x="802" y="85"/>
                    <a:pt x="824" y="89"/>
                  </a:cubicBezTo>
                  <a:cubicBezTo>
                    <a:pt x="932" y="89"/>
                    <a:pt x="1041" y="89"/>
                    <a:pt x="1128" y="132"/>
                  </a:cubicBezTo>
                  <a:cubicBezTo>
                    <a:pt x="1193" y="175"/>
                    <a:pt x="1258" y="197"/>
                    <a:pt x="1301" y="262"/>
                  </a:cubicBezTo>
                  <a:cubicBezTo>
                    <a:pt x="1344" y="305"/>
                    <a:pt x="1366" y="370"/>
                    <a:pt x="1344" y="435"/>
                  </a:cubicBezTo>
                  <a:cubicBezTo>
                    <a:pt x="1323" y="500"/>
                    <a:pt x="1236" y="566"/>
                    <a:pt x="1149" y="587"/>
                  </a:cubicBezTo>
                  <a:lnTo>
                    <a:pt x="477" y="912"/>
                  </a:lnTo>
                  <a:cubicBezTo>
                    <a:pt x="412" y="956"/>
                    <a:pt x="325" y="977"/>
                    <a:pt x="239" y="977"/>
                  </a:cubicBezTo>
                  <a:cubicBezTo>
                    <a:pt x="130" y="956"/>
                    <a:pt x="65" y="869"/>
                    <a:pt x="65" y="761"/>
                  </a:cubicBezTo>
                  <a:cubicBezTo>
                    <a:pt x="65" y="609"/>
                    <a:pt x="195" y="414"/>
                    <a:pt x="455" y="197"/>
                  </a:cubicBezTo>
                  <a:cubicBezTo>
                    <a:pt x="545" y="125"/>
                    <a:pt x="650" y="83"/>
                    <a:pt x="757" y="83"/>
                  </a:cubicBezTo>
                  <a:close/>
                  <a:moveTo>
                    <a:pt x="819" y="1"/>
                  </a:moveTo>
                  <a:cubicBezTo>
                    <a:pt x="754" y="1"/>
                    <a:pt x="690" y="8"/>
                    <a:pt x="629" y="24"/>
                  </a:cubicBezTo>
                  <a:cubicBezTo>
                    <a:pt x="542" y="45"/>
                    <a:pt x="477" y="89"/>
                    <a:pt x="412" y="132"/>
                  </a:cubicBezTo>
                  <a:cubicBezTo>
                    <a:pt x="369" y="175"/>
                    <a:pt x="325" y="197"/>
                    <a:pt x="282" y="240"/>
                  </a:cubicBezTo>
                  <a:cubicBezTo>
                    <a:pt x="130" y="370"/>
                    <a:pt x="22" y="544"/>
                    <a:pt x="0" y="739"/>
                  </a:cubicBezTo>
                  <a:lnTo>
                    <a:pt x="0" y="761"/>
                  </a:lnTo>
                  <a:cubicBezTo>
                    <a:pt x="0" y="912"/>
                    <a:pt x="87" y="1021"/>
                    <a:pt x="217" y="1064"/>
                  </a:cubicBezTo>
                  <a:lnTo>
                    <a:pt x="282" y="1064"/>
                  </a:lnTo>
                  <a:cubicBezTo>
                    <a:pt x="347" y="1043"/>
                    <a:pt x="434" y="1021"/>
                    <a:pt x="520" y="977"/>
                  </a:cubicBezTo>
                  <a:lnTo>
                    <a:pt x="1193" y="652"/>
                  </a:lnTo>
                  <a:cubicBezTo>
                    <a:pt x="1279" y="631"/>
                    <a:pt x="1366" y="544"/>
                    <a:pt x="1409" y="457"/>
                  </a:cubicBezTo>
                  <a:cubicBezTo>
                    <a:pt x="1431" y="370"/>
                    <a:pt x="1431" y="284"/>
                    <a:pt x="1366" y="219"/>
                  </a:cubicBezTo>
                  <a:cubicBezTo>
                    <a:pt x="1323" y="154"/>
                    <a:pt x="1236" y="89"/>
                    <a:pt x="1171" y="67"/>
                  </a:cubicBezTo>
                  <a:cubicBezTo>
                    <a:pt x="1059" y="25"/>
                    <a:pt x="938" y="1"/>
                    <a:pt x="81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6" name="Google Shape;666;p6"/>
            <p:cNvSpPr/>
            <p:nvPr/>
          </p:nvSpPr>
          <p:spPr>
            <a:xfrm>
              <a:off x="1808058" y="2512635"/>
              <a:ext cx="103599" cy="65911"/>
            </a:xfrm>
            <a:custGeom>
              <a:avLst/>
              <a:gdLst/>
              <a:ahLst/>
              <a:cxnLst/>
              <a:rect l="l" t="t" r="r" b="b"/>
              <a:pathLst>
                <a:path w="1237" h="787" extrusionOk="0">
                  <a:moveTo>
                    <a:pt x="586" y="66"/>
                  </a:moveTo>
                  <a:cubicBezTo>
                    <a:pt x="803" y="109"/>
                    <a:pt x="998" y="239"/>
                    <a:pt x="1128" y="434"/>
                  </a:cubicBezTo>
                  <a:cubicBezTo>
                    <a:pt x="1171" y="478"/>
                    <a:pt x="1171" y="543"/>
                    <a:pt x="1128" y="608"/>
                  </a:cubicBezTo>
                  <a:lnTo>
                    <a:pt x="1150" y="608"/>
                  </a:lnTo>
                  <a:cubicBezTo>
                    <a:pt x="1106" y="673"/>
                    <a:pt x="976" y="695"/>
                    <a:pt x="889" y="716"/>
                  </a:cubicBezTo>
                  <a:lnTo>
                    <a:pt x="369" y="716"/>
                  </a:lnTo>
                  <a:cubicBezTo>
                    <a:pt x="282" y="716"/>
                    <a:pt x="196" y="673"/>
                    <a:pt x="131" y="608"/>
                  </a:cubicBezTo>
                  <a:cubicBezTo>
                    <a:pt x="66" y="543"/>
                    <a:pt x="66" y="434"/>
                    <a:pt x="131" y="348"/>
                  </a:cubicBezTo>
                  <a:cubicBezTo>
                    <a:pt x="217" y="174"/>
                    <a:pt x="391" y="88"/>
                    <a:pt x="586" y="66"/>
                  </a:cubicBezTo>
                  <a:close/>
                  <a:moveTo>
                    <a:pt x="586" y="1"/>
                  </a:moveTo>
                  <a:cubicBezTo>
                    <a:pt x="369" y="22"/>
                    <a:pt x="174" y="131"/>
                    <a:pt x="66" y="326"/>
                  </a:cubicBezTo>
                  <a:cubicBezTo>
                    <a:pt x="22" y="369"/>
                    <a:pt x="1" y="434"/>
                    <a:pt x="1" y="499"/>
                  </a:cubicBezTo>
                  <a:cubicBezTo>
                    <a:pt x="1" y="564"/>
                    <a:pt x="22" y="630"/>
                    <a:pt x="66" y="673"/>
                  </a:cubicBezTo>
                  <a:cubicBezTo>
                    <a:pt x="137" y="745"/>
                    <a:pt x="224" y="787"/>
                    <a:pt x="313" y="787"/>
                  </a:cubicBezTo>
                  <a:cubicBezTo>
                    <a:pt x="332" y="787"/>
                    <a:pt x="351" y="785"/>
                    <a:pt x="369" y="781"/>
                  </a:cubicBezTo>
                  <a:lnTo>
                    <a:pt x="889" y="781"/>
                  </a:lnTo>
                  <a:cubicBezTo>
                    <a:pt x="1020" y="781"/>
                    <a:pt x="1128" y="738"/>
                    <a:pt x="1215" y="630"/>
                  </a:cubicBezTo>
                  <a:cubicBezTo>
                    <a:pt x="1236" y="564"/>
                    <a:pt x="1236" y="478"/>
                    <a:pt x="1215" y="391"/>
                  </a:cubicBezTo>
                  <a:cubicBezTo>
                    <a:pt x="1063" y="196"/>
                    <a:pt x="824" y="66"/>
                    <a:pt x="58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6"/>
            <p:cNvSpPr/>
            <p:nvPr/>
          </p:nvSpPr>
          <p:spPr>
            <a:xfrm>
              <a:off x="1606558" y="2489018"/>
              <a:ext cx="181654" cy="103599"/>
            </a:xfrm>
            <a:custGeom>
              <a:avLst/>
              <a:gdLst/>
              <a:ahLst/>
              <a:cxnLst/>
              <a:rect l="l" t="t" r="r" b="b"/>
              <a:pathLst>
                <a:path w="2169" h="1237" extrusionOk="0">
                  <a:moveTo>
                    <a:pt x="1995" y="1"/>
                  </a:moveTo>
                  <a:cubicBezTo>
                    <a:pt x="2016" y="44"/>
                    <a:pt x="2038" y="88"/>
                    <a:pt x="2060" y="131"/>
                  </a:cubicBezTo>
                  <a:cubicBezTo>
                    <a:pt x="2103" y="196"/>
                    <a:pt x="2103" y="283"/>
                    <a:pt x="2060" y="348"/>
                  </a:cubicBezTo>
                  <a:cubicBezTo>
                    <a:pt x="1973" y="478"/>
                    <a:pt x="1865" y="543"/>
                    <a:pt x="1713" y="586"/>
                  </a:cubicBezTo>
                  <a:lnTo>
                    <a:pt x="1583" y="630"/>
                  </a:lnTo>
                  <a:cubicBezTo>
                    <a:pt x="1453" y="695"/>
                    <a:pt x="1323" y="781"/>
                    <a:pt x="1214" y="868"/>
                  </a:cubicBezTo>
                  <a:cubicBezTo>
                    <a:pt x="1127" y="933"/>
                    <a:pt x="1062" y="998"/>
                    <a:pt x="976" y="1042"/>
                  </a:cubicBezTo>
                  <a:cubicBezTo>
                    <a:pt x="864" y="1126"/>
                    <a:pt x="715" y="1173"/>
                    <a:pt x="572" y="1173"/>
                  </a:cubicBezTo>
                  <a:cubicBezTo>
                    <a:pt x="493" y="1173"/>
                    <a:pt x="416" y="1159"/>
                    <a:pt x="347" y="1128"/>
                  </a:cubicBezTo>
                  <a:cubicBezTo>
                    <a:pt x="152" y="998"/>
                    <a:pt x="65" y="781"/>
                    <a:pt x="130" y="586"/>
                  </a:cubicBezTo>
                  <a:cubicBezTo>
                    <a:pt x="152" y="500"/>
                    <a:pt x="195" y="413"/>
                    <a:pt x="239" y="348"/>
                  </a:cubicBezTo>
                  <a:lnTo>
                    <a:pt x="239" y="348"/>
                  </a:lnTo>
                  <a:lnTo>
                    <a:pt x="108" y="391"/>
                  </a:lnTo>
                  <a:cubicBezTo>
                    <a:pt x="87" y="456"/>
                    <a:pt x="65" y="500"/>
                    <a:pt x="43" y="565"/>
                  </a:cubicBezTo>
                  <a:cubicBezTo>
                    <a:pt x="0" y="803"/>
                    <a:pt x="87" y="1042"/>
                    <a:pt x="304" y="1172"/>
                  </a:cubicBezTo>
                  <a:cubicBezTo>
                    <a:pt x="369" y="1215"/>
                    <a:pt x="477" y="1237"/>
                    <a:pt x="564" y="1237"/>
                  </a:cubicBezTo>
                  <a:cubicBezTo>
                    <a:pt x="715" y="1237"/>
                    <a:pt x="889" y="1193"/>
                    <a:pt x="1019" y="1085"/>
                  </a:cubicBezTo>
                  <a:cubicBezTo>
                    <a:pt x="1106" y="1042"/>
                    <a:pt x="1171" y="977"/>
                    <a:pt x="1258" y="933"/>
                  </a:cubicBezTo>
                  <a:cubicBezTo>
                    <a:pt x="1366" y="846"/>
                    <a:pt x="1496" y="760"/>
                    <a:pt x="1626" y="695"/>
                  </a:cubicBezTo>
                  <a:lnTo>
                    <a:pt x="1734" y="651"/>
                  </a:lnTo>
                  <a:cubicBezTo>
                    <a:pt x="1908" y="608"/>
                    <a:pt x="2038" y="521"/>
                    <a:pt x="2146" y="370"/>
                  </a:cubicBezTo>
                  <a:cubicBezTo>
                    <a:pt x="2168" y="283"/>
                    <a:pt x="2168" y="174"/>
                    <a:pt x="2146" y="88"/>
                  </a:cubicBezTo>
                  <a:cubicBezTo>
                    <a:pt x="2125" y="66"/>
                    <a:pt x="2103" y="23"/>
                    <a:pt x="208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6"/>
            <p:cNvSpPr/>
            <p:nvPr/>
          </p:nvSpPr>
          <p:spPr>
            <a:xfrm>
              <a:off x="1252468" y="2302425"/>
              <a:ext cx="1114964" cy="579801"/>
            </a:xfrm>
            <a:custGeom>
              <a:avLst/>
              <a:gdLst/>
              <a:ahLst/>
              <a:cxnLst/>
              <a:rect l="l" t="t" r="r" b="b"/>
              <a:pathLst>
                <a:path w="13313" h="6923" extrusionOk="0">
                  <a:moveTo>
                    <a:pt x="11954" y="1"/>
                  </a:moveTo>
                  <a:cubicBezTo>
                    <a:pt x="11742" y="1"/>
                    <a:pt x="11524" y="41"/>
                    <a:pt x="11318" y="104"/>
                  </a:cubicBezTo>
                  <a:cubicBezTo>
                    <a:pt x="10711" y="321"/>
                    <a:pt x="10234" y="755"/>
                    <a:pt x="9952" y="1340"/>
                  </a:cubicBezTo>
                  <a:cubicBezTo>
                    <a:pt x="9908" y="1427"/>
                    <a:pt x="9865" y="1535"/>
                    <a:pt x="9822" y="1622"/>
                  </a:cubicBezTo>
                  <a:cubicBezTo>
                    <a:pt x="9648" y="2034"/>
                    <a:pt x="9540" y="2446"/>
                    <a:pt x="9475" y="2879"/>
                  </a:cubicBezTo>
                  <a:cubicBezTo>
                    <a:pt x="9475" y="3551"/>
                    <a:pt x="9041" y="4159"/>
                    <a:pt x="8391" y="4375"/>
                  </a:cubicBezTo>
                  <a:cubicBezTo>
                    <a:pt x="7719" y="4657"/>
                    <a:pt x="7025" y="4917"/>
                    <a:pt x="6353" y="5177"/>
                  </a:cubicBezTo>
                  <a:cubicBezTo>
                    <a:pt x="5304" y="5574"/>
                    <a:pt x="4132" y="5697"/>
                    <a:pt x="3084" y="5697"/>
                  </a:cubicBezTo>
                  <a:cubicBezTo>
                    <a:pt x="1380" y="5697"/>
                    <a:pt x="1" y="5373"/>
                    <a:pt x="0" y="5373"/>
                  </a:cubicBezTo>
                  <a:lnTo>
                    <a:pt x="0" y="5373"/>
                  </a:lnTo>
                  <a:cubicBezTo>
                    <a:pt x="1810" y="6616"/>
                    <a:pt x="4180" y="6922"/>
                    <a:pt x="6031" y="6922"/>
                  </a:cubicBezTo>
                  <a:cubicBezTo>
                    <a:pt x="6730" y="6922"/>
                    <a:pt x="7355" y="6879"/>
                    <a:pt x="7849" y="6825"/>
                  </a:cubicBezTo>
                  <a:cubicBezTo>
                    <a:pt x="8239" y="6804"/>
                    <a:pt x="8629" y="6738"/>
                    <a:pt x="8998" y="6652"/>
                  </a:cubicBezTo>
                  <a:cubicBezTo>
                    <a:pt x="9388" y="6522"/>
                    <a:pt x="10342" y="5503"/>
                    <a:pt x="11404" y="4375"/>
                  </a:cubicBezTo>
                  <a:lnTo>
                    <a:pt x="11730" y="4028"/>
                  </a:lnTo>
                  <a:cubicBezTo>
                    <a:pt x="12488" y="3226"/>
                    <a:pt x="13312" y="1839"/>
                    <a:pt x="13225" y="906"/>
                  </a:cubicBezTo>
                  <a:cubicBezTo>
                    <a:pt x="13225" y="885"/>
                    <a:pt x="13225" y="841"/>
                    <a:pt x="13225" y="820"/>
                  </a:cubicBezTo>
                  <a:cubicBezTo>
                    <a:pt x="13160" y="386"/>
                    <a:pt x="12857" y="61"/>
                    <a:pt x="12185" y="18"/>
                  </a:cubicBezTo>
                  <a:cubicBezTo>
                    <a:pt x="12109" y="6"/>
                    <a:pt x="12032" y="1"/>
                    <a:pt x="1195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p6"/>
            <p:cNvSpPr/>
            <p:nvPr/>
          </p:nvSpPr>
          <p:spPr>
            <a:xfrm>
              <a:off x="1909730" y="2619332"/>
              <a:ext cx="308786" cy="256526"/>
            </a:xfrm>
            <a:custGeom>
              <a:avLst/>
              <a:gdLst/>
              <a:ahLst/>
              <a:cxnLst/>
              <a:rect l="l" t="t" r="r" b="b"/>
              <a:pathLst>
                <a:path w="3687" h="3063" extrusionOk="0">
                  <a:moveTo>
                    <a:pt x="3229" y="1"/>
                  </a:moveTo>
                  <a:cubicBezTo>
                    <a:pt x="3200" y="1"/>
                    <a:pt x="3171" y="3"/>
                    <a:pt x="3144" y="6"/>
                  </a:cubicBezTo>
                  <a:cubicBezTo>
                    <a:pt x="2624" y="114"/>
                    <a:pt x="2169" y="375"/>
                    <a:pt x="1844" y="765"/>
                  </a:cubicBezTo>
                  <a:cubicBezTo>
                    <a:pt x="1562" y="1047"/>
                    <a:pt x="1302" y="1350"/>
                    <a:pt x="1063" y="1675"/>
                  </a:cubicBezTo>
                  <a:cubicBezTo>
                    <a:pt x="846" y="1935"/>
                    <a:pt x="629" y="2239"/>
                    <a:pt x="391" y="2478"/>
                  </a:cubicBezTo>
                  <a:cubicBezTo>
                    <a:pt x="217" y="2629"/>
                    <a:pt x="87" y="2846"/>
                    <a:pt x="1" y="3063"/>
                  </a:cubicBezTo>
                  <a:cubicBezTo>
                    <a:pt x="391" y="3020"/>
                    <a:pt x="781" y="2976"/>
                    <a:pt x="1150" y="2889"/>
                  </a:cubicBezTo>
                  <a:cubicBezTo>
                    <a:pt x="1540" y="2759"/>
                    <a:pt x="2494" y="1740"/>
                    <a:pt x="3556" y="613"/>
                  </a:cubicBezTo>
                  <a:cubicBezTo>
                    <a:pt x="3643" y="505"/>
                    <a:pt x="3686" y="331"/>
                    <a:pt x="3621" y="201"/>
                  </a:cubicBezTo>
                  <a:cubicBezTo>
                    <a:pt x="3566" y="54"/>
                    <a:pt x="3387" y="1"/>
                    <a:pt x="322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0" name="Google Shape;670;p6"/>
            <p:cNvSpPr/>
            <p:nvPr/>
          </p:nvSpPr>
          <p:spPr>
            <a:xfrm>
              <a:off x="2020530" y="2741857"/>
              <a:ext cx="303091" cy="221184"/>
            </a:xfrm>
            <a:custGeom>
              <a:avLst/>
              <a:gdLst/>
              <a:ahLst/>
              <a:cxnLst/>
              <a:rect l="l" t="t" r="r" b="b"/>
              <a:pathLst>
                <a:path w="3619" h="2641" extrusionOk="0">
                  <a:moveTo>
                    <a:pt x="1564" y="1"/>
                  </a:moveTo>
                  <a:cubicBezTo>
                    <a:pt x="1457" y="1"/>
                    <a:pt x="1377" y="13"/>
                    <a:pt x="1344" y="39"/>
                  </a:cubicBezTo>
                  <a:cubicBezTo>
                    <a:pt x="911" y="472"/>
                    <a:pt x="455" y="863"/>
                    <a:pt x="0" y="1231"/>
                  </a:cubicBezTo>
                  <a:cubicBezTo>
                    <a:pt x="109" y="1275"/>
                    <a:pt x="260" y="1318"/>
                    <a:pt x="390" y="1361"/>
                  </a:cubicBezTo>
                  <a:cubicBezTo>
                    <a:pt x="510" y="1383"/>
                    <a:pt x="634" y="1394"/>
                    <a:pt x="759" y="1394"/>
                  </a:cubicBezTo>
                  <a:cubicBezTo>
                    <a:pt x="884" y="1394"/>
                    <a:pt x="1008" y="1383"/>
                    <a:pt x="1128" y="1361"/>
                  </a:cubicBezTo>
                  <a:lnTo>
                    <a:pt x="1149" y="1361"/>
                  </a:lnTo>
                  <a:cubicBezTo>
                    <a:pt x="1301" y="1838"/>
                    <a:pt x="1626" y="2250"/>
                    <a:pt x="2060" y="2532"/>
                  </a:cubicBezTo>
                  <a:cubicBezTo>
                    <a:pt x="2168" y="2597"/>
                    <a:pt x="2298" y="2641"/>
                    <a:pt x="2450" y="2641"/>
                  </a:cubicBezTo>
                  <a:cubicBezTo>
                    <a:pt x="2493" y="2641"/>
                    <a:pt x="2537" y="2597"/>
                    <a:pt x="2537" y="2554"/>
                  </a:cubicBezTo>
                  <a:lnTo>
                    <a:pt x="2559" y="2402"/>
                  </a:lnTo>
                  <a:cubicBezTo>
                    <a:pt x="2710" y="2467"/>
                    <a:pt x="2862" y="2510"/>
                    <a:pt x="3035" y="2510"/>
                  </a:cubicBezTo>
                  <a:cubicBezTo>
                    <a:pt x="3079" y="2510"/>
                    <a:pt x="3122" y="2489"/>
                    <a:pt x="3144" y="2445"/>
                  </a:cubicBezTo>
                  <a:cubicBezTo>
                    <a:pt x="3166" y="2359"/>
                    <a:pt x="3187" y="2272"/>
                    <a:pt x="3187" y="2185"/>
                  </a:cubicBezTo>
                  <a:cubicBezTo>
                    <a:pt x="3274" y="2207"/>
                    <a:pt x="3382" y="2207"/>
                    <a:pt x="3491" y="2229"/>
                  </a:cubicBezTo>
                  <a:cubicBezTo>
                    <a:pt x="3500" y="2231"/>
                    <a:pt x="3509" y="2232"/>
                    <a:pt x="3517" y="2232"/>
                  </a:cubicBezTo>
                  <a:cubicBezTo>
                    <a:pt x="3586" y="2232"/>
                    <a:pt x="3619" y="2157"/>
                    <a:pt x="3599" y="2099"/>
                  </a:cubicBezTo>
                  <a:cubicBezTo>
                    <a:pt x="3534" y="1752"/>
                    <a:pt x="3404" y="1405"/>
                    <a:pt x="3274" y="1080"/>
                  </a:cubicBezTo>
                  <a:cubicBezTo>
                    <a:pt x="3101" y="711"/>
                    <a:pt x="2819" y="386"/>
                    <a:pt x="2450" y="191"/>
                  </a:cubicBezTo>
                  <a:cubicBezTo>
                    <a:pt x="2207" y="69"/>
                    <a:pt x="1814" y="1"/>
                    <a:pt x="156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6"/>
            <p:cNvSpPr/>
            <p:nvPr/>
          </p:nvSpPr>
          <p:spPr>
            <a:xfrm>
              <a:off x="2169435" y="2349241"/>
              <a:ext cx="52679" cy="44890"/>
            </a:xfrm>
            <a:custGeom>
              <a:avLst/>
              <a:gdLst/>
              <a:ahLst/>
              <a:cxnLst/>
              <a:rect l="l" t="t" r="r" b="b"/>
              <a:pathLst>
                <a:path w="629" h="536" extrusionOk="0">
                  <a:moveTo>
                    <a:pt x="369" y="1"/>
                  </a:moveTo>
                  <a:cubicBezTo>
                    <a:pt x="130" y="1"/>
                    <a:pt x="0" y="282"/>
                    <a:pt x="173" y="456"/>
                  </a:cubicBezTo>
                  <a:cubicBezTo>
                    <a:pt x="229" y="511"/>
                    <a:pt x="295" y="535"/>
                    <a:pt x="359" y="535"/>
                  </a:cubicBezTo>
                  <a:cubicBezTo>
                    <a:pt x="498" y="535"/>
                    <a:pt x="629" y="423"/>
                    <a:pt x="629" y="261"/>
                  </a:cubicBezTo>
                  <a:cubicBezTo>
                    <a:pt x="629" y="109"/>
                    <a:pt x="520" y="1"/>
                    <a:pt x="3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6"/>
            <p:cNvSpPr/>
            <p:nvPr/>
          </p:nvSpPr>
          <p:spPr>
            <a:xfrm>
              <a:off x="2225715" y="2371518"/>
              <a:ext cx="134419" cy="63147"/>
            </a:xfrm>
            <a:custGeom>
              <a:avLst/>
              <a:gdLst/>
              <a:ahLst/>
              <a:cxnLst/>
              <a:rect l="l" t="t" r="r" b="b"/>
              <a:pathLst>
                <a:path w="1605" h="754" extrusionOk="0">
                  <a:moveTo>
                    <a:pt x="1450" y="0"/>
                  </a:moveTo>
                  <a:cubicBezTo>
                    <a:pt x="1316" y="0"/>
                    <a:pt x="1182" y="49"/>
                    <a:pt x="1084" y="146"/>
                  </a:cubicBezTo>
                  <a:cubicBezTo>
                    <a:pt x="1019" y="190"/>
                    <a:pt x="954" y="255"/>
                    <a:pt x="889" y="320"/>
                  </a:cubicBezTo>
                  <a:cubicBezTo>
                    <a:pt x="824" y="407"/>
                    <a:pt x="759" y="472"/>
                    <a:pt x="672" y="515"/>
                  </a:cubicBezTo>
                  <a:cubicBezTo>
                    <a:pt x="521" y="629"/>
                    <a:pt x="320" y="693"/>
                    <a:pt x="127" y="693"/>
                  </a:cubicBezTo>
                  <a:cubicBezTo>
                    <a:pt x="99" y="693"/>
                    <a:pt x="71" y="691"/>
                    <a:pt x="43" y="688"/>
                  </a:cubicBezTo>
                  <a:cubicBezTo>
                    <a:pt x="22" y="688"/>
                    <a:pt x="22" y="688"/>
                    <a:pt x="0" y="710"/>
                  </a:cubicBezTo>
                  <a:cubicBezTo>
                    <a:pt x="0" y="732"/>
                    <a:pt x="22" y="754"/>
                    <a:pt x="43" y="754"/>
                  </a:cubicBezTo>
                  <a:lnTo>
                    <a:pt x="152" y="754"/>
                  </a:lnTo>
                  <a:cubicBezTo>
                    <a:pt x="369" y="754"/>
                    <a:pt x="564" y="688"/>
                    <a:pt x="716" y="580"/>
                  </a:cubicBezTo>
                  <a:cubicBezTo>
                    <a:pt x="802" y="515"/>
                    <a:pt x="867" y="450"/>
                    <a:pt x="932" y="385"/>
                  </a:cubicBezTo>
                  <a:cubicBezTo>
                    <a:pt x="997" y="320"/>
                    <a:pt x="1062" y="255"/>
                    <a:pt x="1127" y="190"/>
                  </a:cubicBezTo>
                  <a:cubicBezTo>
                    <a:pt x="1224" y="109"/>
                    <a:pt x="1344" y="65"/>
                    <a:pt x="1471" y="65"/>
                  </a:cubicBezTo>
                  <a:cubicBezTo>
                    <a:pt x="1515" y="65"/>
                    <a:pt x="1560" y="70"/>
                    <a:pt x="1604" y="81"/>
                  </a:cubicBezTo>
                  <a:cubicBezTo>
                    <a:pt x="1604" y="60"/>
                    <a:pt x="1604" y="38"/>
                    <a:pt x="1583" y="16"/>
                  </a:cubicBezTo>
                  <a:cubicBezTo>
                    <a:pt x="1539" y="6"/>
                    <a:pt x="1495" y="0"/>
                    <a:pt x="14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6"/>
            <p:cNvSpPr/>
            <p:nvPr/>
          </p:nvSpPr>
          <p:spPr>
            <a:xfrm>
              <a:off x="1926061" y="2592532"/>
              <a:ext cx="109042" cy="101756"/>
            </a:xfrm>
            <a:custGeom>
              <a:avLst/>
              <a:gdLst/>
              <a:ahLst/>
              <a:cxnLst/>
              <a:rect l="l" t="t" r="r" b="b"/>
              <a:pathLst>
                <a:path w="1302" h="1215" fill="none" extrusionOk="0">
                  <a:moveTo>
                    <a:pt x="1" y="1215"/>
                  </a:moveTo>
                  <a:cubicBezTo>
                    <a:pt x="608" y="1020"/>
                    <a:pt x="1063" y="586"/>
                    <a:pt x="1302" y="1"/>
                  </a:cubicBezTo>
                </a:path>
              </a:pathLst>
            </a:custGeom>
            <a:solidFill>
              <a:schemeClr val="dk1"/>
            </a:solidFill>
            <a:ln w="9525" cap="rnd" cmpd="sng">
              <a:solidFill>
                <a:srgbClr val="4E404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6"/>
            <p:cNvSpPr/>
            <p:nvPr/>
          </p:nvSpPr>
          <p:spPr>
            <a:xfrm>
              <a:off x="2109471" y="2808605"/>
              <a:ext cx="121772" cy="158036"/>
            </a:xfrm>
            <a:custGeom>
              <a:avLst/>
              <a:gdLst/>
              <a:ahLst/>
              <a:cxnLst/>
              <a:rect l="l" t="t" r="r" b="b"/>
              <a:pathLst>
                <a:path w="1454" h="1887" fill="none" extrusionOk="0">
                  <a:moveTo>
                    <a:pt x="1" y="1"/>
                  </a:moveTo>
                  <a:cubicBezTo>
                    <a:pt x="22" y="629"/>
                    <a:pt x="326" y="1215"/>
                    <a:pt x="803" y="1627"/>
                  </a:cubicBezTo>
                  <a:cubicBezTo>
                    <a:pt x="976" y="1800"/>
                    <a:pt x="1215" y="1887"/>
                    <a:pt x="1453" y="1844"/>
                  </a:cubicBezTo>
                </a:path>
              </a:pathLst>
            </a:custGeom>
            <a:solidFill>
              <a:schemeClr val="dk1"/>
            </a:solidFill>
            <a:ln w="9525" cap="rnd" cmpd="sng">
              <a:solidFill>
                <a:srgbClr val="4E404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6"/>
            <p:cNvSpPr/>
            <p:nvPr/>
          </p:nvSpPr>
          <p:spPr>
            <a:xfrm>
              <a:off x="1613761" y="2770332"/>
              <a:ext cx="212557" cy="224031"/>
            </a:xfrm>
            <a:custGeom>
              <a:avLst/>
              <a:gdLst/>
              <a:ahLst/>
              <a:cxnLst/>
              <a:rect l="l" t="t" r="r" b="b"/>
              <a:pathLst>
                <a:path w="2538" h="2675" extrusionOk="0">
                  <a:moveTo>
                    <a:pt x="2087" y="0"/>
                  </a:moveTo>
                  <a:cubicBezTo>
                    <a:pt x="1684" y="0"/>
                    <a:pt x="1304" y="152"/>
                    <a:pt x="1020" y="436"/>
                  </a:cubicBezTo>
                  <a:cubicBezTo>
                    <a:pt x="608" y="783"/>
                    <a:pt x="304" y="1195"/>
                    <a:pt x="87" y="1693"/>
                  </a:cubicBezTo>
                  <a:cubicBezTo>
                    <a:pt x="22" y="1824"/>
                    <a:pt x="1" y="1954"/>
                    <a:pt x="1" y="2105"/>
                  </a:cubicBezTo>
                  <a:cubicBezTo>
                    <a:pt x="44" y="2322"/>
                    <a:pt x="218" y="2517"/>
                    <a:pt x="434" y="2604"/>
                  </a:cubicBezTo>
                  <a:cubicBezTo>
                    <a:pt x="594" y="2639"/>
                    <a:pt x="753" y="2675"/>
                    <a:pt x="912" y="2675"/>
                  </a:cubicBezTo>
                  <a:cubicBezTo>
                    <a:pt x="948" y="2675"/>
                    <a:pt x="984" y="2673"/>
                    <a:pt x="1020" y="2669"/>
                  </a:cubicBezTo>
                  <a:cubicBezTo>
                    <a:pt x="1063" y="2669"/>
                    <a:pt x="1106" y="2647"/>
                    <a:pt x="1128" y="2582"/>
                  </a:cubicBezTo>
                  <a:cubicBezTo>
                    <a:pt x="1128" y="2561"/>
                    <a:pt x="1128" y="2517"/>
                    <a:pt x="1128" y="2474"/>
                  </a:cubicBezTo>
                  <a:cubicBezTo>
                    <a:pt x="1258" y="2517"/>
                    <a:pt x="1410" y="2561"/>
                    <a:pt x="1540" y="2604"/>
                  </a:cubicBezTo>
                  <a:cubicBezTo>
                    <a:pt x="1551" y="2609"/>
                    <a:pt x="1562" y="2612"/>
                    <a:pt x="1572" y="2612"/>
                  </a:cubicBezTo>
                  <a:cubicBezTo>
                    <a:pt x="1604" y="2612"/>
                    <a:pt x="1632" y="2588"/>
                    <a:pt x="1648" y="2539"/>
                  </a:cubicBezTo>
                  <a:cubicBezTo>
                    <a:pt x="1692" y="2496"/>
                    <a:pt x="1714" y="2431"/>
                    <a:pt x="1757" y="2366"/>
                  </a:cubicBezTo>
                  <a:cubicBezTo>
                    <a:pt x="1844" y="2431"/>
                    <a:pt x="1974" y="2474"/>
                    <a:pt x="2082" y="2496"/>
                  </a:cubicBezTo>
                  <a:cubicBezTo>
                    <a:pt x="2091" y="2498"/>
                    <a:pt x="2100" y="2499"/>
                    <a:pt x="2109" y="2499"/>
                  </a:cubicBezTo>
                  <a:cubicBezTo>
                    <a:pt x="2181" y="2499"/>
                    <a:pt x="2229" y="2424"/>
                    <a:pt x="2190" y="2366"/>
                  </a:cubicBezTo>
                  <a:cubicBezTo>
                    <a:pt x="2147" y="2192"/>
                    <a:pt x="2125" y="2040"/>
                    <a:pt x="2169" y="1867"/>
                  </a:cubicBezTo>
                  <a:cubicBezTo>
                    <a:pt x="2190" y="1780"/>
                    <a:pt x="2212" y="1693"/>
                    <a:pt x="2256" y="1607"/>
                  </a:cubicBezTo>
                  <a:cubicBezTo>
                    <a:pt x="2429" y="1282"/>
                    <a:pt x="2516" y="935"/>
                    <a:pt x="2516" y="588"/>
                  </a:cubicBezTo>
                  <a:cubicBezTo>
                    <a:pt x="2537" y="479"/>
                    <a:pt x="2516" y="371"/>
                    <a:pt x="2494" y="263"/>
                  </a:cubicBezTo>
                  <a:cubicBezTo>
                    <a:pt x="2429" y="111"/>
                    <a:pt x="2321" y="24"/>
                    <a:pt x="2169" y="2"/>
                  </a:cubicBezTo>
                  <a:cubicBezTo>
                    <a:pt x="2142" y="1"/>
                    <a:pt x="2114" y="0"/>
                    <a:pt x="208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6"/>
            <p:cNvSpPr/>
            <p:nvPr/>
          </p:nvSpPr>
          <p:spPr>
            <a:xfrm>
              <a:off x="1610160" y="2790432"/>
              <a:ext cx="96313" cy="167165"/>
            </a:xfrm>
            <a:custGeom>
              <a:avLst/>
              <a:gdLst/>
              <a:ahLst/>
              <a:cxnLst/>
              <a:rect l="l" t="t" r="r" b="b"/>
              <a:pathLst>
                <a:path w="1150" h="1996" fill="none" extrusionOk="0">
                  <a:moveTo>
                    <a:pt x="1149" y="1"/>
                  </a:moveTo>
                  <a:cubicBezTo>
                    <a:pt x="694" y="369"/>
                    <a:pt x="347" y="846"/>
                    <a:pt x="109" y="1388"/>
                  </a:cubicBezTo>
                  <a:cubicBezTo>
                    <a:pt x="22" y="1584"/>
                    <a:pt x="0" y="1800"/>
                    <a:pt x="87" y="1996"/>
                  </a:cubicBezTo>
                </a:path>
              </a:pathLst>
            </a:custGeom>
            <a:solidFill>
              <a:schemeClr val="dk1"/>
            </a:solidFill>
            <a:ln w="9525" cap="rnd" cmpd="sng">
              <a:solidFill>
                <a:srgbClr val="4E404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6"/>
            <p:cNvSpPr/>
            <p:nvPr/>
          </p:nvSpPr>
          <p:spPr>
            <a:xfrm>
              <a:off x="1791727" y="2765056"/>
              <a:ext cx="47319" cy="205271"/>
            </a:xfrm>
            <a:custGeom>
              <a:avLst/>
              <a:gdLst/>
              <a:ahLst/>
              <a:cxnLst/>
              <a:rect l="l" t="t" r="r" b="b"/>
              <a:pathLst>
                <a:path w="565" h="2451" fill="none" extrusionOk="0">
                  <a:moveTo>
                    <a:pt x="65" y="0"/>
                  </a:moveTo>
                  <a:cubicBezTo>
                    <a:pt x="239" y="65"/>
                    <a:pt x="369" y="195"/>
                    <a:pt x="456" y="369"/>
                  </a:cubicBezTo>
                  <a:cubicBezTo>
                    <a:pt x="564" y="803"/>
                    <a:pt x="261" y="1258"/>
                    <a:pt x="109" y="1670"/>
                  </a:cubicBezTo>
                  <a:cubicBezTo>
                    <a:pt x="0" y="1908"/>
                    <a:pt x="0" y="2190"/>
                    <a:pt x="65" y="2450"/>
                  </a:cubicBezTo>
                </a:path>
              </a:pathLst>
            </a:custGeom>
            <a:solidFill>
              <a:schemeClr val="dk1"/>
            </a:solidFill>
            <a:ln w="9525" cap="rnd" cmpd="sng">
              <a:solidFill>
                <a:srgbClr val="4E404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6"/>
            <p:cNvSpPr/>
            <p:nvPr/>
          </p:nvSpPr>
          <p:spPr>
            <a:xfrm>
              <a:off x="1256069" y="2806846"/>
              <a:ext cx="294214" cy="154351"/>
            </a:xfrm>
            <a:custGeom>
              <a:avLst/>
              <a:gdLst/>
              <a:ahLst/>
              <a:cxnLst/>
              <a:rect l="l" t="t" r="r" b="b"/>
              <a:pathLst>
                <a:path w="3513" h="1843" extrusionOk="0">
                  <a:moveTo>
                    <a:pt x="1844" y="0"/>
                  </a:moveTo>
                  <a:cubicBezTo>
                    <a:pt x="1302" y="412"/>
                    <a:pt x="694" y="781"/>
                    <a:pt x="87" y="1084"/>
                  </a:cubicBezTo>
                  <a:cubicBezTo>
                    <a:pt x="1" y="1127"/>
                    <a:pt x="1" y="1257"/>
                    <a:pt x="109" y="1279"/>
                  </a:cubicBezTo>
                  <a:lnTo>
                    <a:pt x="326" y="1344"/>
                  </a:lnTo>
                  <a:cubicBezTo>
                    <a:pt x="326" y="1388"/>
                    <a:pt x="304" y="1431"/>
                    <a:pt x="283" y="1496"/>
                  </a:cubicBezTo>
                  <a:cubicBezTo>
                    <a:pt x="261" y="1561"/>
                    <a:pt x="304" y="1626"/>
                    <a:pt x="369" y="1626"/>
                  </a:cubicBezTo>
                  <a:cubicBezTo>
                    <a:pt x="423" y="1637"/>
                    <a:pt x="478" y="1642"/>
                    <a:pt x="535" y="1642"/>
                  </a:cubicBezTo>
                  <a:cubicBezTo>
                    <a:pt x="591" y="1642"/>
                    <a:pt x="651" y="1637"/>
                    <a:pt x="716" y="1626"/>
                  </a:cubicBezTo>
                  <a:lnTo>
                    <a:pt x="716" y="1626"/>
                  </a:lnTo>
                  <a:cubicBezTo>
                    <a:pt x="694" y="1648"/>
                    <a:pt x="694" y="1691"/>
                    <a:pt x="673" y="1713"/>
                  </a:cubicBezTo>
                  <a:cubicBezTo>
                    <a:pt x="673" y="1778"/>
                    <a:pt x="716" y="1843"/>
                    <a:pt x="803" y="1843"/>
                  </a:cubicBezTo>
                  <a:cubicBezTo>
                    <a:pt x="1800" y="1648"/>
                    <a:pt x="2732" y="1214"/>
                    <a:pt x="3513" y="564"/>
                  </a:cubicBezTo>
                  <a:cubicBezTo>
                    <a:pt x="2993" y="282"/>
                    <a:pt x="2429" y="87"/>
                    <a:pt x="184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6"/>
            <p:cNvSpPr/>
            <p:nvPr/>
          </p:nvSpPr>
          <p:spPr>
            <a:xfrm>
              <a:off x="1259754" y="2788673"/>
              <a:ext cx="176210" cy="121689"/>
            </a:xfrm>
            <a:custGeom>
              <a:avLst/>
              <a:gdLst/>
              <a:ahLst/>
              <a:cxnLst/>
              <a:rect l="l" t="t" r="r" b="b"/>
              <a:pathLst>
                <a:path w="2104" h="1453" fill="none" extrusionOk="0">
                  <a:moveTo>
                    <a:pt x="2103" y="0"/>
                  </a:moveTo>
                  <a:cubicBezTo>
                    <a:pt x="1539" y="434"/>
                    <a:pt x="954" y="824"/>
                    <a:pt x="347" y="1149"/>
                  </a:cubicBezTo>
                  <a:cubicBezTo>
                    <a:pt x="195" y="1193"/>
                    <a:pt x="65" y="1301"/>
                    <a:pt x="0" y="1453"/>
                  </a:cubicBezTo>
                </a:path>
              </a:pathLst>
            </a:custGeom>
            <a:solidFill>
              <a:schemeClr val="dk1"/>
            </a:solidFill>
            <a:ln w="9525" cap="rnd" cmpd="sng">
              <a:solidFill>
                <a:srgbClr val="4E404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6"/>
            <p:cNvSpPr/>
            <p:nvPr/>
          </p:nvSpPr>
          <p:spPr>
            <a:xfrm>
              <a:off x="1533864" y="2819492"/>
              <a:ext cx="43717" cy="49161"/>
            </a:xfrm>
            <a:custGeom>
              <a:avLst/>
              <a:gdLst/>
              <a:ahLst/>
              <a:cxnLst/>
              <a:rect l="l" t="t" r="r" b="b"/>
              <a:pathLst>
                <a:path w="522" h="587" fill="none" extrusionOk="0">
                  <a:moveTo>
                    <a:pt x="1" y="586"/>
                  </a:moveTo>
                  <a:lnTo>
                    <a:pt x="521" y="1"/>
                  </a:lnTo>
                </a:path>
              </a:pathLst>
            </a:custGeom>
            <a:solidFill>
              <a:schemeClr val="dk1"/>
            </a:solidFill>
            <a:ln w="9525" cap="rnd" cmpd="sng">
              <a:solidFill>
                <a:srgbClr val="4E404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ge633d29434_0_0"/>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dirty="0"/>
              <a:t>DỮ LIỆU</a:t>
            </a:r>
            <a:endParaRPr dirty="0"/>
          </a:p>
        </p:txBody>
      </p:sp>
      <p:sp>
        <p:nvSpPr>
          <p:cNvPr id="686" name="Google Shape;686;ge633d29434_0_0"/>
          <p:cNvSpPr txBox="1">
            <a:spLocks noGrp="1"/>
          </p:cNvSpPr>
          <p:nvPr>
            <p:ph type="body" idx="1"/>
          </p:nvPr>
        </p:nvSpPr>
        <p:spPr>
          <a:xfrm>
            <a:off x="753825" y="1084825"/>
            <a:ext cx="7590300" cy="3487200"/>
          </a:xfrm>
          <a:prstGeom prst="rect">
            <a:avLst/>
          </a:prstGeom>
          <a:noFill/>
          <a:ln>
            <a:noFill/>
          </a:ln>
        </p:spPr>
        <p:txBody>
          <a:bodyPr spcFirstLastPara="1" wrap="square" lIns="91425" tIns="91425" rIns="91425" bIns="91425" anchor="t" anchorCtr="0">
            <a:noAutofit/>
          </a:bodyPr>
          <a:lstStyle/>
          <a:p>
            <a:pPr marL="342900" lvl="0" indent="-342900" algn="l" rtl="0">
              <a:lnSpc>
                <a:spcPct val="100000"/>
              </a:lnSpc>
              <a:spcBef>
                <a:spcPts val="0"/>
              </a:spcBef>
              <a:spcAft>
                <a:spcPts val="0"/>
              </a:spcAft>
              <a:buClr>
                <a:srgbClr val="B9415F"/>
              </a:buClr>
              <a:buSzPts val="2400"/>
              <a:buFont typeface="Courier New"/>
              <a:buChar char="o"/>
            </a:pPr>
            <a:r>
              <a:rPr lang="en-US" sz="1800"/>
              <a:t>Dữ liệu MovieLens từ GroupLens</a:t>
            </a:r>
            <a:endParaRPr sz="1800"/>
          </a:p>
          <a:p>
            <a:pPr marL="285750" lvl="0" indent="-133350" algn="l" rtl="0">
              <a:lnSpc>
                <a:spcPct val="100000"/>
              </a:lnSpc>
              <a:spcBef>
                <a:spcPts val="0"/>
              </a:spcBef>
              <a:spcAft>
                <a:spcPts val="0"/>
              </a:spcAft>
              <a:buClr>
                <a:srgbClr val="B9415F"/>
              </a:buClr>
              <a:buSzPts val="2400"/>
              <a:buFont typeface="Courier New"/>
              <a:buNone/>
            </a:pPr>
            <a:endParaRPr sz="1800"/>
          </a:p>
          <a:p>
            <a:pPr marL="342900" lvl="0" indent="-342900" algn="l" rtl="0">
              <a:lnSpc>
                <a:spcPct val="100000"/>
              </a:lnSpc>
              <a:spcBef>
                <a:spcPts val="0"/>
              </a:spcBef>
              <a:spcAft>
                <a:spcPts val="0"/>
              </a:spcAft>
              <a:buClr>
                <a:srgbClr val="B9415F"/>
              </a:buClr>
              <a:buSzPts val="2400"/>
              <a:buFont typeface="Courier New"/>
              <a:buChar char="o"/>
            </a:pPr>
            <a:r>
              <a:rPr lang="en-US" sz="1800"/>
              <a:t>Phiên bản 100K ratings (từ 0.5 đến 5 sao) (09/2018)</a:t>
            </a:r>
            <a:endParaRPr/>
          </a:p>
          <a:p>
            <a:pPr marL="800100" lvl="1" indent="-342900" algn="l" rtl="0">
              <a:lnSpc>
                <a:spcPct val="100000"/>
              </a:lnSpc>
              <a:spcBef>
                <a:spcPts val="0"/>
              </a:spcBef>
              <a:spcAft>
                <a:spcPts val="0"/>
              </a:spcAft>
              <a:buClr>
                <a:srgbClr val="B9415F"/>
              </a:buClr>
              <a:buSzPts val="1400"/>
              <a:buFont typeface="Courier New"/>
              <a:buChar char="o"/>
            </a:pPr>
            <a:r>
              <a:rPr lang="en-US" sz="1800"/>
              <a:t>100836 lượt xếp hạng </a:t>
            </a:r>
            <a:endParaRPr/>
          </a:p>
          <a:p>
            <a:pPr marL="800100" lvl="1" indent="-342900" algn="l" rtl="0">
              <a:lnSpc>
                <a:spcPct val="100000"/>
              </a:lnSpc>
              <a:spcBef>
                <a:spcPts val="0"/>
              </a:spcBef>
              <a:spcAft>
                <a:spcPts val="0"/>
              </a:spcAft>
              <a:buClr>
                <a:srgbClr val="B9415F"/>
              </a:buClr>
              <a:buSzPts val="1400"/>
              <a:buFont typeface="Courier New"/>
              <a:buChar char="o"/>
            </a:pPr>
            <a:r>
              <a:rPr lang="en-US" sz="1800"/>
              <a:t>3683 lượt gắn thẻ trên 9742 movies</a:t>
            </a:r>
            <a:endParaRPr/>
          </a:p>
          <a:p>
            <a:pPr marL="742950" lvl="1" indent="-196850" algn="l" rtl="0">
              <a:lnSpc>
                <a:spcPct val="100000"/>
              </a:lnSpc>
              <a:spcBef>
                <a:spcPts val="0"/>
              </a:spcBef>
              <a:spcAft>
                <a:spcPts val="0"/>
              </a:spcAft>
              <a:buClr>
                <a:srgbClr val="B9415F"/>
              </a:buClr>
              <a:buSzPts val="1400"/>
              <a:buFont typeface="Courier New"/>
              <a:buNone/>
            </a:pPr>
            <a:endParaRPr sz="1800"/>
          </a:p>
          <a:p>
            <a:pPr marL="342900" lvl="0" indent="-342900" algn="l" rtl="0">
              <a:lnSpc>
                <a:spcPct val="100000"/>
              </a:lnSpc>
              <a:spcBef>
                <a:spcPts val="0"/>
              </a:spcBef>
              <a:spcAft>
                <a:spcPts val="0"/>
              </a:spcAft>
              <a:buClr>
                <a:srgbClr val="B9415F"/>
              </a:buClr>
              <a:buSzPts val="2400"/>
              <a:buFont typeface="Courier New"/>
              <a:buChar char="o"/>
            </a:pPr>
            <a:r>
              <a:rPr lang="en-US" sz="1800"/>
              <a:t>Gồm 4 file: links, movies, ratings, tags.</a:t>
            </a:r>
            <a:endParaRPr/>
          </a:p>
          <a:p>
            <a:pPr marL="800100" lvl="1" indent="-342900" algn="l" rtl="0">
              <a:lnSpc>
                <a:spcPct val="100000"/>
              </a:lnSpc>
              <a:spcBef>
                <a:spcPts val="0"/>
              </a:spcBef>
              <a:spcAft>
                <a:spcPts val="0"/>
              </a:spcAft>
              <a:buClr>
                <a:srgbClr val="B9415F"/>
              </a:buClr>
              <a:buSzPts val="1400"/>
              <a:buFont typeface="Courier New"/>
              <a:buChar char="o"/>
            </a:pPr>
            <a:r>
              <a:rPr lang="en-US" sz="1800"/>
              <a:t>links: movieId, imdbId, tmdbId</a:t>
            </a:r>
            <a:endParaRPr sz="1800"/>
          </a:p>
          <a:p>
            <a:pPr marL="800100" lvl="1" indent="-342900" algn="l" rtl="0">
              <a:lnSpc>
                <a:spcPct val="100000"/>
              </a:lnSpc>
              <a:spcBef>
                <a:spcPts val="0"/>
              </a:spcBef>
              <a:spcAft>
                <a:spcPts val="0"/>
              </a:spcAft>
              <a:buClr>
                <a:srgbClr val="B9415F"/>
              </a:buClr>
              <a:buSzPts val="1400"/>
              <a:buFont typeface="Courier New"/>
              <a:buChar char="o"/>
            </a:pPr>
            <a:r>
              <a:rPr lang="en-US" sz="1800"/>
              <a:t>movies: movieId, title, genres.</a:t>
            </a:r>
            <a:endParaRPr/>
          </a:p>
          <a:p>
            <a:pPr marL="800100" lvl="1" indent="-342900" algn="l" rtl="0">
              <a:lnSpc>
                <a:spcPct val="100000"/>
              </a:lnSpc>
              <a:spcBef>
                <a:spcPts val="0"/>
              </a:spcBef>
              <a:spcAft>
                <a:spcPts val="0"/>
              </a:spcAft>
              <a:buClr>
                <a:srgbClr val="B9415F"/>
              </a:buClr>
              <a:buSzPts val="1400"/>
              <a:buFont typeface="Courier New"/>
              <a:buChar char="o"/>
            </a:pPr>
            <a:r>
              <a:rPr lang="en-US" sz="1800"/>
              <a:t>ratings: userId, movieId, rating, timestamp</a:t>
            </a:r>
            <a:endParaRPr/>
          </a:p>
          <a:p>
            <a:pPr marL="800100" lvl="1" indent="-342900" algn="l" rtl="0">
              <a:lnSpc>
                <a:spcPct val="100000"/>
              </a:lnSpc>
              <a:spcBef>
                <a:spcPts val="0"/>
              </a:spcBef>
              <a:spcAft>
                <a:spcPts val="0"/>
              </a:spcAft>
              <a:buClr>
                <a:srgbClr val="B9415F"/>
              </a:buClr>
              <a:buSzPts val="1400"/>
              <a:buFont typeface="Courier New"/>
              <a:buChar char="o"/>
            </a:pPr>
            <a:r>
              <a:rPr lang="en-US" sz="1800"/>
              <a:t>tags: userId, movieId, tag, timestamp</a:t>
            </a:r>
            <a:endParaRPr/>
          </a:p>
          <a:p>
            <a:pPr marL="800100" lvl="1" indent="-254000" algn="l" rtl="0">
              <a:lnSpc>
                <a:spcPct val="100000"/>
              </a:lnSpc>
              <a:spcBef>
                <a:spcPts val="0"/>
              </a:spcBef>
              <a:spcAft>
                <a:spcPts val="0"/>
              </a:spcAft>
              <a:buClr>
                <a:srgbClr val="B9415F"/>
              </a:buClr>
              <a:buSzPts val="1400"/>
              <a:buFont typeface="Arial"/>
              <a:buNone/>
            </a:pPr>
            <a:endParaRPr sz="1800"/>
          </a:p>
          <a:p>
            <a:pPr marL="0" lvl="0" indent="0" algn="l" rtl="0">
              <a:lnSpc>
                <a:spcPct val="100000"/>
              </a:lnSpc>
              <a:spcBef>
                <a:spcPts val="0"/>
              </a:spcBef>
              <a:spcAft>
                <a:spcPts val="0"/>
              </a:spcAft>
              <a:buClr>
                <a:srgbClr val="B9415F"/>
              </a:buClr>
              <a:buSzPts val="2400"/>
              <a:buNone/>
            </a:pPr>
            <a:endParaRPr sz="1800"/>
          </a:p>
        </p:txBody>
      </p:sp>
      <p:sp>
        <p:nvSpPr>
          <p:cNvPr id="687" name="Google Shape;687;ge633d29434_0_0"/>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ge633d29434_0_1608"/>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DỮ LIỆU</a:t>
            </a:r>
            <a:endParaRPr/>
          </a:p>
        </p:txBody>
      </p:sp>
      <p:sp>
        <p:nvSpPr>
          <p:cNvPr id="693" name="Google Shape;693;ge633d29434_0_1608"/>
          <p:cNvSpPr txBox="1">
            <a:spLocks noGrp="1"/>
          </p:cNvSpPr>
          <p:nvPr>
            <p:ph type="body" idx="1"/>
          </p:nvPr>
        </p:nvSpPr>
        <p:spPr>
          <a:xfrm>
            <a:off x="753825" y="1084825"/>
            <a:ext cx="7590300" cy="3487200"/>
          </a:xfrm>
          <a:prstGeom prst="rect">
            <a:avLst/>
          </a:prstGeom>
          <a:noFill/>
          <a:ln>
            <a:noFill/>
          </a:ln>
        </p:spPr>
        <p:txBody>
          <a:bodyPr spcFirstLastPara="1" wrap="square" lIns="91425" tIns="91425" rIns="91425" bIns="91425" anchor="t" anchorCtr="0">
            <a:noAutofit/>
          </a:bodyPr>
          <a:lstStyle/>
          <a:p>
            <a:pPr marL="285750" lvl="0" indent="-285750" algn="l" rtl="0">
              <a:lnSpc>
                <a:spcPct val="100000"/>
              </a:lnSpc>
              <a:spcBef>
                <a:spcPts val="0"/>
              </a:spcBef>
              <a:spcAft>
                <a:spcPts val="0"/>
              </a:spcAft>
              <a:buClr>
                <a:srgbClr val="B9415F"/>
              </a:buClr>
              <a:buSzPts val="2400"/>
              <a:buFont typeface="Courier New"/>
              <a:buChar char="o"/>
            </a:pPr>
            <a:r>
              <a:rPr lang="en-US" sz="1800"/>
              <a:t>Distribution of Ratings:</a:t>
            </a:r>
            <a:endParaRPr/>
          </a:p>
          <a:p>
            <a:pPr marL="457200" lvl="1" indent="0" algn="l" rtl="0">
              <a:lnSpc>
                <a:spcPct val="100000"/>
              </a:lnSpc>
              <a:spcBef>
                <a:spcPts val="0"/>
              </a:spcBef>
              <a:spcAft>
                <a:spcPts val="0"/>
              </a:spcAft>
              <a:buClr>
                <a:srgbClr val="B9415F"/>
              </a:buClr>
              <a:buSzPts val="1400"/>
              <a:buNone/>
            </a:pPr>
            <a:endParaRPr sz="2100"/>
          </a:p>
        </p:txBody>
      </p:sp>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95" name="Google Shape;695;ge633d29434_0_1608"/>
          <p:cNvPicPr preferRelativeResize="0"/>
          <p:nvPr/>
        </p:nvPicPr>
        <p:blipFill rotWithShape="1">
          <a:blip r:embed="rId3">
            <a:alphaModFix/>
          </a:blip>
          <a:srcRect/>
          <a:stretch/>
        </p:blipFill>
        <p:spPr>
          <a:xfrm>
            <a:off x="1462815" y="1299781"/>
            <a:ext cx="5570445" cy="2972689"/>
          </a:xfrm>
          <a:prstGeom prst="rect">
            <a:avLst/>
          </a:prstGeom>
          <a:noFill/>
          <a:ln>
            <a:noFill/>
          </a:ln>
        </p:spPr>
      </p:pic>
      <p:sp>
        <p:nvSpPr>
          <p:cNvPr id="696" name="Google Shape;696;ge633d29434_0_1608"/>
          <p:cNvSpPr txBox="1"/>
          <p:nvPr/>
        </p:nvSpPr>
        <p:spPr>
          <a:xfrm>
            <a:off x="677850" y="4272470"/>
            <a:ext cx="6818100" cy="6927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B9415F"/>
              </a:buClr>
              <a:buSzPts val="1800"/>
              <a:buFont typeface="Courier New"/>
              <a:buChar char="o"/>
            </a:pPr>
            <a:r>
              <a:rPr lang="en-US" sz="1800" b="0" i="0" u="none" strike="noStrike" cap="none">
                <a:solidFill>
                  <a:srgbClr val="000000"/>
                </a:solidFill>
                <a:latin typeface="Arial"/>
                <a:ea typeface="Arial"/>
                <a:cs typeface="Arial"/>
                <a:sym typeface="Arial"/>
              </a:rPr>
              <a:t>Chia dữ liệu ratings thành 2 file train, test  với tỉ lệ 9:1 </a:t>
            </a:r>
            <a:endParaRPr/>
          </a:p>
          <a:p>
            <a:pPr marL="457200" marR="0" lvl="1" indent="0" algn="l" rtl="0">
              <a:lnSpc>
                <a:spcPct val="100000"/>
              </a:lnSpc>
              <a:spcBef>
                <a:spcPts val="0"/>
              </a:spcBef>
              <a:spcAft>
                <a:spcPts val="0"/>
              </a:spcAft>
              <a:buClr>
                <a:srgbClr val="B9415F"/>
              </a:buClr>
              <a:buSzPts val="2100"/>
              <a:buFont typeface="Arial"/>
              <a:buNone/>
            </a:pP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7"/>
          <p:cNvSpPr txBox="1">
            <a:spLocks noGrp="1"/>
          </p:cNvSpPr>
          <p:nvPr>
            <p:ph type="title"/>
          </p:nvPr>
        </p:nvSpPr>
        <p:spPr>
          <a:xfrm>
            <a:off x="1363650" y="2837450"/>
            <a:ext cx="3136490" cy="627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200"/>
              <a:buNone/>
            </a:pPr>
            <a:r>
              <a:rPr lang="en-US"/>
              <a:t>Phương pháp</a:t>
            </a:r>
            <a:endParaRPr/>
          </a:p>
        </p:txBody>
      </p:sp>
      <p:sp>
        <p:nvSpPr>
          <p:cNvPr id="702" name="Google Shape;702;p7"/>
          <p:cNvSpPr txBox="1">
            <a:spLocks noGrp="1"/>
          </p:cNvSpPr>
          <p:nvPr>
            <p:ph type="subTitle" idx="1"/>
          </p:nvPr>
        </p:nvSpPr>
        <p:spPr>
          <a:xfrm>
            <a:off x="1363649" y="3518763"/>
            <a:ext cx="3136489" cy="505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100"/>
              <a:buNone/>
            </a:pPr>
            <a:r>
              <a:rPr lang="en-US"/>
              <a:t>Content-based filtering, Collaborative filtering, Hybrid Rcommender</a:t>
            </a:r>
            <a:endParaRPr/>
          </a:p>
        </p:txBody>
      </p:sp>
      <p:sp>
        <p:nvSpPr>
          <p:cNvPr id="703" name="Google Shape;703;p7"/>
          <p:cNvSpPr txBox="1">
            <a:spLocks noGrp="1"/>
          </p:cNvSpPr>
          <p:nvPr>
            <p:ph type="title" idx="2"/>
          </p:nvPr>
        </p:nvSpPr>
        <p:spPr>
          <a:xfrm>
            <a:off x="1363650" y="1525013"/>
            <a:ext cx="2129100" cy="1379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0"/>
              <a:buNone/>
            </a:pPr>
            <a:r>
              <a:rPr lang="en-US"/>
              <a:t>03</a:t>
            </a:r>
            <a:endParaRPr/>
          </a:p>
        </p:txBody>
      </p:sp>
      <p:grpSp>
        <p:nvGrpSpPr>
          <p:cNvPr id="704" name="Google Shape;704;p7"/>
          <p:cNvGrpSpPr/>
          <p:nvPr/>
        </p:nvGrpSpPr>
        <p:grpSpPr>
          <a:xfrm rot="-463557">
            <a:off x="3952083" y="1040131"/>
            <a:ext cx="4222526" cy="4222526"/>
            <a:chOff x="4047215" y="1356595"/>
            <a:chExt cx="3936584" cy="3936584"/>
          </a:xfrm>
        </p:grpSpPr>
        <p:sp>
          <p:nvSpPr>
            <p:cNvPr id="705" name="Google Shape;705;p7"/>
            <p:cNvSpPr/>
            <p:nvPr/>
          </p:nvSpPr>
          <p:spPr>
            <a:xfrm rot="2700000">
              <a:off x="4338177" y="2218631"/>
              <a:ext cx="3354659" cy="2212511"/>
            </a:xfrm>
            <a:custGeom>
              <a:avLst/>
              <a:gdLst/>
              <a:ahLst/>
              <a:cxnLst/>
              <a:rect l="l" t="t" r="r" b="b"/>
              <a:pathLst>
                <a:path w="70051" h="46201" extrusionOk="0">
                  <a:moveTo>
                    <a:pt x="69884" y="1"/>
                  </a:moveTo>
                  <a:cubicBezTo>
                    <a:pt x="66214" y="1068"/>
                    <a:pt x="62779" y="4437"/>
                    <a:pt x="61444" y="8540"/>
                  </a:cubicBezTo>
                  <a:cubicBezTo>
                    <a:pt x="59776" y="4470"/>
                    <a:pt x="56007" y="1635"/>
                    <a:pt x="52004" y="1535"/>
                  </a:cubicBezTo>
                  <a:lnTo>
                    <a:pt x="52004" y="1535"/>
                  </a:lnTo>
                  <a:cubicBezTo>
                    <a:pt x="51937" y="1535"/>
                    <a:pt x="52972" y="5304"/>
                    <a:pt x="53138" y="5638"/>
                  </a:cubicBezTo>
                  <a:cubicBezTo>
                    <a:pt x="53672" y="7006"/>
                    <a:pt x="54406" y="8273"/>
                    <a:pt x="55307" y="9441"/>
                  </a:cubicBezTo>
                  <a:cubicBezTo>
                    <a:pt x="56774" y="11342"/>
                    <a:pt x="58909" y="13177"/>
                    <a:pt x="61144" y="13977"/>
                  </a:cubicBezTo>
                  <a:cubicBezTo>
                    <a:pt x="60977" y="20182"/>
                    <a:pt x="56274" y="26119"/>
                    <a:pt x="50803" y="26653"/>
                  </a:cubicBezTo>
                  <a:cubicBezTo>
                    <a:pt x="50467" y="26686"/>
                    <a:pt x="50135" y="26701"/>
                    <a:pt x="49805" y="26701"/>
                  </a:cubicBezTo>
                  <a:cubicBezTo>
                    <a:pt x="43746" y="26701"/>
                    <a:pt x="38657" y="21396"/>
                    <a:pt x="33057" y="18580"/>
                  </a:cubicBezTo>
                  <a:cubicBezTo>
                    <a:pt x="29902" y="17003"/>
                    <a:pt x="26473" y="16216"/>
                    <a:pt x="23042" y="16216"/>
                  </a:cubicBezTo>
                  <a:cubicBezTo>
                    <a:pt x="20016" y="16216"/>
                    <a:pt x="16988" y="16828"/>
                    <a:pt x="14144" y="18047"/>
                  </a:cubicBezTo>
                  <a:cubicBezTo>
                    <a:pt x="8073" y="20682"/>
                    <a:pt x="2869" y="26119"/>
                    <a:pt x="0" y="32791"/>
                  </a:cubicBezTo>
                  <a:cubicBezTo>
                    <a:pt x="501" y="33891"/>
                    <a:pt x="1068" y="34959"/>
                    <a:pt x="1735" y="35993"/>
                  </a:cubicBezTo>
                  <a:cubicBezTo>
                    <a:pt x="2512" y="36317"/>
                    <a:pt x="3257" y="36828"/>
                    <a:pt x="4123" y="36828"/>
                  </a:cubicBezTo>
                  <a:cubicBezTo>
                    <a:pt x="4149" y="36828"/>
                    <a:pt x="4176" y="36828"/>
                    <a:pt x="4203" y="36827"/>
                  </a:cubicBezTo>
                  <a:cubicBezTo>
                    <a:pt x="5271" y="36827"/>
                    <a:pt x="6272" y="35860"/>
                    <a:pt x="5738" y="34625"/>
                  </a:cubicBezTo>
                  <a:cubicBezTo>
                    <a:pt x="5570" y="34242"/>
                    <a:pt x="5884" y="33858"/>
                    <a:pt x="6186" y="33858"/>
                  </a:cubicBezTo>
                  <a:cubicBezTo>
                    <a:pt x="6304" y="33858"/>
                    <a:pt x="6421" y="33917"/>
                    <a:pt x="6505" y="34058"/>
                  </a:cubicBezTo>
                  <a:cubicBezTo>
                    <a:pt x="7206" y="35326"/>
                    <a:pt x="6739" y="36927"/>
                    <a:pt x="5471" y="37627"/>
                  </a:cubicBezTo>
                  <a:cubicBezTo>
                    <a:pt x="5074" y="37835"/>
                    <a:pt x="4635" y="37936"/>
                    <a:pt x="4196" y="37936"/>
                  </a:cubicBezTo>
                  <a:cubicBezTo>
                    <a:pt x="3858" y="37936"/>
                    <a:pt x="3521" y="37877"/>
                    <a:pt x="3203" y="37761"/>
                  </a:cubicBezTo>
                  <a:lnTo>
                    <a:pt x="3203" y="37761"/>
                  </a:lnTo>
                  <a:lnTo>
                    <a:pt x="3269" y="37861"/>
                  </a:lnTo>
                  <a:cubicBezTo>
                    <a:pt x="3736" y="38328"/>
                    <a:pt x="4203" y="38762"/>
                    <a:pt x="4704" y="39195"/>
                  </a:cubicBezTo>
                  <a:cubicBezTo>
                    <a:pt x="9974" y="43865"/>
                    <a:pt x="16812" y="46167"/>
                    <a:pt x="23617" y="46200"/>
                  </a:cubicBezTo>
                  <a:cubicBezTo>
                    <a:pt x="23665" y="46200"/>
                    <a:pt x="23713" y="46201"/>
                    <a:pt x="23761" y="46201"/>
                  </a:cubicBezTo>
                  <a:cubicBezTo>
                    <a:pt x="31285" y="46201"/>
                    <a:pt x="38771" y="43606"/>
                    <a:pt x="45533" y="39629"/>
                  </a:cubicBezTo>
                  <a:cubicBezTo>
                    <a:pt x="49969" y="36994"/>
                    <a:pt x="54239" y="33725"/>
                    <a:pt x="57541" y="29422"/>
                  </a:cubicBezTo>
                  <a:cubicBezTo>
                    <a:pt x="58075" y="28688"/>
                    <a:pt x="58576" y="27954"/>
                    <a:pt x="59076" y="27187"/>
                  </a:cubicBezTo>
                  <a:cubicBezTo>
                    <a:pt x="61611" y="23284"/>
                    <a:pt x="63079" y="18781"/>
                    <a:pt x="63379" y="14111"/>
                  </a:cubicBezTo>
                  <a:cubicBezTo>
                    <a:pt x="65114" y="13510"/>
                    <a:pt x="66548" y="11242"/>
                    <a:pt x="67515" y="9574"/>
                  </a:cubicBezTo>
                  <a:cubicBezTo>
                    <a:pt x="69183" y="6672"/>
                    <a:pt x="70050" y="3370"/>
                    <a:pt x="6998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7"/>
            <p:cNvSpPr/>
            <p:nvPr/>
          </p:nvSpPr>
          <p:spPr>
            <a:xfrm rot="2700000">
              <a:off x="4743182" y="2504216"/>
              <a:ext cx="159518" cy="150179"/>
            </a:xfrm>
            <a:custGeom>
              <a:avLst/>
              <a:gdLst/>
              <a:ahLst/>
              <a:cxnLst/>
              <a:rect l="l" t="t" r="r" b="b"/>
              <a:pathLst>
                <a:path w="3331" h="3136" extrusionOk="0">
                  <a:moveTo>
                    <a:pt x="2623" y="0"/>
                  </a:moveTo>
                  <a:cubicBezTo>
                    <a:pt x="2487" y="0"/>
                    <a:pt x="2357" y="96"/>
                    <a:pt x="2330" y="255"/>
                  </a:cubicBezTo>
                  <a:cubicBezTo>
                    <a:pt x="2063" y="888"/>
                    <a:pt x="2797" y="1689"/>
                    <a:pt x="1997" y="2123"/>
                  </a:cubicBezTo>
                  <a:cubicBezTo>
                    <a:pt x="1863" y="2189"/>
                    <a:pt x="1740" y="2217"/>
                    <a:pt x="1625" y="2217"/>
                  </a:cubicBezTo>
                  <a:cubicBezTo>
                    <a:pt x="1164" y="2217"/>
                    <a:pt x="822" y="1769"/>
                    <a:pt x="395" y="1555"/>
                  </a:cubicBezTo>
                  <a:cubicBezTo>
                    <a:pt x="368" y="1539"/>
                    <a:pt x="339" y="1532"/>
                    <a:pt x="309" y="1532"/>
                  </a:cubicBezTo>
                  <a:cubicBezTo>
                    <a:pt x="159" y="1532"/>
                    <a:pt x="1" y="1722"/>
                    <a:pt x="28" y="1889"/>
                  </a:cubicBezTo>
                  <a:cubicBezTo>
                    <a:pt x="172" y="2700"/>
                    <a:pt x="928" y="3135"/>
                    <a:pt x="1652" y="3135"/>
                  </a:cubicBezTo>
                  <a:cubicBezTo>
                    <a:pt x="1942" y="3135"/>
                    <a:pt x="2226" y="3066"/>
                    <a:pt x="2464" y="2923"/>
                  </a:cubicBezTo>
                  <a:cubicBezTo>
                    <a:pt x="2897" y="2623"/>
                    <a:pt x="3197" y="2123"/>
                    <a:pt x="3264" y="1589"/>
                  </a:cubicBezTo>
                  <a:cubicBezTo>
                    <a:pt x="3331" y="1022"/>
                    <a:pt x="3231" y="255"/>
                    <a:pt x="2730" y="21"/>
                  </a:cubicBezTo>
                  <a:cubicBezTo>
                    <a:pt x="2696" y="7"/>
                    <a:pt x="2659" y="0"/>
                    <a:pt x="26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7"/>
            <p:cNvSpPr/>
            <p:nvPr/>
          </p:nvSpPr>
          <p:spPr>
            <a:xfrm rot="2700000">
              <a:off x="4145763" y="3223112"/>
              <a:ext cx="2605438" cy="910606"/>
            </a:xfrm>
            <a:custGeom>
              <a:avLst/>
              <a:gdLst/>
              <a:ahLst/>
              <a:cxnLst/>
              <a:rect l="l" t="t" r="r" b="b"/>
              <a:pathLst>
                <a:path w="54406" h="19015" extrusionOk="0">
                  <a:moveTo>
                    <a:pt x="54406" y="1"/>
                  </a:moveTo>
                  <a:lnTo>
                    <a:pt x="54406" y="1"/>
                  </a:lnTo>
                  <a:cubicBezTo>
                    <a:pt x="46567" y="6839"/>
                    <a:pt x="36860" y="10808"/>
                    <a:pt x="27086" y="11109"/>
                  </a:cubicBezTo>
                  <a:cubicBezTo>
                    <a:pt x="26619" y="11142"/>
                    <a:pt x="26152" y="11142"/>
                    <a:pt x="25685" y="11142"/>
                  </a:cubicBezTo>
                  <a:lnTo>
                    <a:pt x="25519" y="11142"/>
                  </a:lnTo>
                  <a:cubicBezTo>
                    <a:pt x="23851" y="11109"/>
                    <a:pt x="22183" y="11009"/>
                    <a:pt x="20515" y="10842"/>
                  </a:cubicBezTo>
                  <a:cubicBezTo>
                    <a:pt x="20115" y="10808"/>
                    <a:pt x="19748" y="10775"/>
                    <a:pt x="19314" y="10742"/>
                  </a:cubicBezTo>
                  <a:cubicBezTo>
                    <a:pt x="17546" y="10575"/>
                    <a:pt x="15745" y="10375"/>
                    <a:pt x="13944" y="10241"/>
                  </a:cubicBezTo>
                  <a:cubicBezTo>
                    <a:pt x="13610" y="10208"/>
                    <a:pt x="13243" y="10175"/>
                    <a:pt x="12910" y="10175"/>
                  </a:cubicBezTo>
                  <a:lnTo>
                    <a:pt x="11942" y="10108"/>
                  </a:lnTo>
                  <a:lnTo>
                    <a:pt x="9040" y="10108"/>
                  </a:lnTo>
                  <a:lnTo>
                    <a:pt x="8140" y="10175"/>
                  </a:lnTo>
                  <a:cubicBezTo>
                    <a:pt x="6905" y="10208"/>
                    <a:pt x="5704" y="10375"/>
                    <a:pt x="4470" y="10608"/>
                  </a:cubicBezTo>
                  <a:cubicBezTo>
                    <a:pt x="4303" y="10642"/>
                    <a:pt x="4137" y="10675"/>
                    <a:pt x="3970" y="10708"/>
                  </a:cubicBezTo>
                  <a:cubicBezTo>
                    <a:pt x="3136" y="10908"/>
                    <a:pt x="2302" y="11142"/>
                    <a:pt x="1468" y="11409"/>
                  </a:cubicBezTo>
                  <a:cubicBezTo>
                    <a:pt x="1301" y="11476"/>
                    <a:pt x="1135" y="11542"/>
                    <a:pt x="968" y="11609"/>
                  </a:cubicBezTo>
                  <a:cubicBezTo>
                    <a:pt x="634" y="11742"/>
                    <a:pt x="334" y="11876"/>
                    <a:pt x="0" y="12009"/>
                  </a:cubicBezTo>
                  <a:cubicBezTo>
                    <a:pt x="5304" y="16679"/>
                    <a:pt x="12142" y="18981"/>
                    <a:pt x="18914" y="19014"/>
                  </a:cubicBezTo>
                  <a:cubicBezTo>
                    <a:pt x="18962" y="19014"/>
                    <a:pt x="19010" y="19015"/>
                    <a:pt x="19058" y="19015"/>
                  </a:cubicBezTo>
                  <a:cubicBezTo>
                    <a:pt x="26582" y="19015"/>
                    <a:pt x="34068" y="16420"/>
                    <a:pt x="40830" y="12443"/>
                  </a:cubicBezTo>
                  <a:cubicBezTo>
                    <a:pt x="42397" y="11509"/>
                    <a:pt x="43898" y="10508"/>
                    <a:pt x="45366" y="9441"/>
                  </a:cubicBezTo>
                  <a:cubicBezTo>
                    <a:pt x="46167" y="8874"/>
                    <a:pt x="46934" y="8273"/>
                    <a:pt x="47668" y="7639"/>
                  </a:cubicBezTo>
                  <a:cubicBezTo>
                    <a:pt x="48802" y="6672"/>
                    <a:pt x="49836" y="5671"/>
                    <a:pt x="50837" y="4604"/>
                  </a:cubicBezTo>
                  <a:cubicBezTo>
                    <a:pt x="51270" y="4137"/>
                    <a:pt x="51704" y="3670"/>
                    <a:pt x="52104" y="3170"/>
                  </a:cubicBezTo>
                  <a:cubicBezTo>
                    <a:pt x="52371" y="2869"/>
                    <a:pt x="52605" y="2536"/>
                    <a:pt x="52871" y="2236"/>
                  </a:cubicBezTo>
                  <a:cubicBezTo>
                    <a:pt x="53405" y="1502"/>
                    <a:pt x="53906" y="768"/>
                    <a:pt x="5440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7"/>
            <p:cNvSpPr/>
            <p:nvPr/>
          </p:nvSpPr>
          <p:spPr>
            <a:xfrm rot="2700000">
              <a:off x="4127795" y="3448505"/>
              <a:ext cx="2238083" cy="474578"/>
            </a:xfrm>
            <a:custGeom>
              <a:avLst/>
              <a:gdLst/>
              <a:ahLst/>
              <a:cxnLst/>
              <a:rect l="l" t="t" r="r" b="b"/>
              <a:pathLst>
                <a:path w="46735" h="9910" extrusionOk="0">
                  <a:moveTo>
                    <a:pt x="46734" y="0"/>
                  </a:moveTo>
                  <a:lnTo>
                    <a:pt x="46734" y="0"/>
                  </a:lnTo>
                  <a:cubicBezTo>
                    <a:pt x="44799" y="1001"/>
                    <a:pt x="42798" y="1935"/>
                    <a:pt x="40830" y="2802"/>
                  </a:cubicBezTo>
                  <a:cubicBezTo>
                    <a:pt x="36360" y="4804"/>
                    <a:pt x="31723" y="6405"/>
                    <a:pt x="26987" y="7639"/>
                  </a:cubicBezTo>
                  <a:cubicBezTo>
                    <a:pt x="23541" y="8507"/>
                    <a:pt x="19984" y="9098"/>
                    <a:pt x="16440" y="9098"/>
                  </a:cubicBezTo>
                  <a:cubicBezTo>
                    <a:pt x="15216" y="9098"/>
                    <a:pt x="13993" y="9028"/>
                    <a:pt x="12777" y="8873"/>
                  </a:cubicBezTo>
                  <a:cubicBezTo>
                    <a:pt x="8340" y="8273"/>
                    <a:pt x="4104" y="6538"/>
                    <a:pt x="501" y="3803"/>
                  </a:cubicBezTo>
                  <a:cubicBezTo>
                    <a:pt x="334" y="3870"/>
                    <a:pt x="168" y="3937"/>
                    <a:pt x="1" y="4003"/>
                  </a:cubicBezTo>
                  <a:cubicBezTo>
                    <a:pt x="4467" y="8327"/>
                    <a:pt x="10703" y="9910"/>
                    <a:pt x="16622" y="9910"/>
                  </a:cubicBezTo>
                  <a:cubicBezTo>
                    <a:pt x="17644" y="9910"/>
                    <a:pt x="18656" y="9863"/>
                    <a:pt x="19648" y="9774"/>
                  </a:cubicBezTo>
                  <a:cubicBezTo>
                    <a:pt x="27420" y="9040"/>
                    <a:pt x="35126" y="6138"/>
                    <a:pt x="42364" y="2802"/>
                  </a:cubicBezTo>
                  <a:cubicBezTo>
                    <a:pt x="43065" y="2469"/>
                    <a:pt x="43732" y="2135"/>
                    <a:pt x="44432" y="1802"/>
                  </a:cubicBezTo>
                  <a:cubicBezTo>
                    <a:pt x="45200" y="1235"/>
                    <a:pt x="45967" y="634"/>
                    <a:pt x="467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7"/>
            <p:cNvSpPr/>
            <p:nvPr/>
          </p:nvSpPr>
          <p:spPr>
            <a:xfrm rot="2700000">
              <a:off x="4326915" y="3404260"/>
              <a:ext cx="2303547" cy="603160"/>
            </a:xfrm>
            <a:custGeom>
              <a:avLst/>
              <a:gdLst/>
              <a:ahLst/>
              <a:cxnLst/>
              <a:rect l="l" t="t" r="r" b="b"/>
              <a:pathLst>
                <a:path w="48102" h="12595" extrusionOk="0">
                  <a:moveTo>
                    <a:pt x="48101" y="1"/>
                  </a:moveTo>
                  <a:cubicBezTo>
                    <a:pt x="47367" y="501"/>
                    <a:pt x="46600" y="1001"/>
                    <a:pt x="45833" y="1435"/>
                  </a:cubicBezTo>
                  <a:cubicBezTo>
                    <a:pt x="43798" y="2602"/>
                    <a:pt x="41697" y="3670"/>
                    <a:pt x="39562" y="4637"/>
                  </a:cubicBezTo>
                  <a:cubicBezTo>
                    <a:pt x="35125" y="6605"/>
                    <a:pt x="30555" y="8240"/>
                    <a:pt x="25885" y="9541"/>
                  </a:cubicBezTo>
                  <a:cubicBezTo>
                    <a:pt x="21624" y="10739"/>
                    <a:pt x="17071" y="11847"/>
                    <a:pt x="12692" y="11847"/>
                  </a:cubicBezTo>
                  <a:cubicBezTo>
                    <a:pt x="8297" y="11847"/>
                    <a:pt x="4077" y="10731"/>
                    <a:pt x="501" y="7473"/>
                  </a:cubicBezTo>
                  <a:cubicBezTo>
                    <a:pt x="334" y="7473"/>
                    <a:pt x="167" y="7539"/>
                    <a:pt x="0" y="7573"/>
                  </a:cubicBezTo>
                  <a:cubicBezTo>
                    <a:pt x="3146" y="11333"/>
                    <a:pt x="7884" y="12595"/>
                    <a:pt x="12527" y="12595"/>
                  </a:cubicBezTo>
                  <a:cubicBezTo>
                    <a:pt x="14433" y="12595"/>
                    <a:pt x="16323" y="12382"/>
                    <a:pt x="18080" y="12043"/>
                  </a:cubicBezTo>
                  <a:cubicBezTo>
                    <a:pt x="25652" y="10608"/>
                    <a:pt x="33224" y="7973"/>
                    <a:pt x="40362" y="4737"/>
                  </a:cubicBezTo>
                  <a:cubicBezTo>
                    <a:pt x="42431" y="3803"/>
                    <a:pt x="44432" y="2803"/>
                    <a:pt x="46433" y="1668"/>
                  </a:cubicBezTo>
                  <a:lnTo>
                    <a:pt x="46834" y="1435"/>
                  </a:lnTo>
                  <a:cubicBezTo>
                    <a:pt x="47267" y="968"/>
                    <a:pt x="47701" y="501"/>
                    <a:pt x="48101" y="1"/>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7"/>
            <p:cNvSpPr/>
            <p:nvPr/>
          </p:nvSpPr>
          <p:spPr>
            <a:xfrm rot="2700000">
              <a:off x="4585103" y="3349471"/>
              <a:ext cx="907397" cy="182744"/>
            </a:xfrm>
            <a:custGeom>
              <a:avLst/>
              <a:gdLst/>
              <a:ahLst/>
              <a:cxnLst/>
              <a:rect l="l" t="t" r="r" b="b"/>
              <a:pathLst>
                <a:path w="18948" h="3816" extrusionOk="0">
                  <a:moveTo>
                    <a:pt x="902" y="0"/>
                  </a:moveTo>
                  <a:lnTo>
                    <a:pt x="1" y="34"/>
                  </a:lnTo>
                  <a:cubicBezTo>
                    <a:pt x="2793" y="2537"/>
                    <a:pt x="6431" y="3816"/>
                    <a:pt x="10086" y="3816"/>
                  </a:cubicBezTo>
                  <a:cubicBezTo>
                    <a:pt x="13199" y="3816"/>
                    <a:pt x="16324" y="2888"/>
                    <a:pt x="18948" y="1001"/>
                  </a:cubicBezTo>
                  <a:cubicBezTo>
                    <a:pt x="18481" y="1001"/>
                    <a:pt x="18014" y="1034"/>
                    <a:pt x="17513" y="1034"/>
                  </a:cubicBezTo>
                  <a:cubicBezTo>
                    <a:pt x="15162" y="2414"/>
                    <a:pt x="12487" y="3145"/>
                    <a:pt x="9765" y="3145"/>
                  </a:cubicBezTo>
                  <a:cubicBezTo>
                    <a:pt x="9590" y="3145"/>
                    <a:pt x="9416" y="3142"/>
                    <a:pt x="9241" y="3136"/>
                  </a:cubicBezTo>
                  <a:cubicBezTo>
                    <a:pt x="6139" y="2969"/>
                    <a:pt x="3403" y="1802"/>
                    <a:pt x="9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7"/>
            <p:cNvSpPr/>
            <p:nvPr/>
          </p:nvSpPr>
          <p:spPr>
            <a:xfrm rot="2700000">
              <a:off x="4861582" y="3336806"/>
              <a:ext cx="364290" cy="76239"/>
            </a:xfrm>
            <a:custGeom>
              <a:avLst/>
              <a:gdLst/>
              <a:ahLst/>
              <a:cxnLst/>
              <a:rect l="l" t="t" r="r" b="b"/>
              <a:pathLst>
                <a:path w="7607" h="1592" extrusionOk="0">
                  <a:moveTo>
                    <a:pt x="1" y="1"/>
                  </a:moveTo>
                  <a:cubicBezTo>
                    <a:pt x="1228" y="1055"/>
                    <a:pt x="2763" y="1592"/>
                    <a:pt x="4302" y="1592"/>
                  </a:cubicBezTo>
                  <a:cubicBezTo>
                    <a:pt x="5442" y="1592"/>
                    <a:pt x="6585" y="1297"/>
                    <a:pt x="7606" y="701"/>
                  </a:cubicBezTo>
                  <a:cubicBezTo>
                    <a:pt x="7206" y="668"/>
                    <a:pt x="6806" y="601"/>
                    <a:pt x="6406" y="568"/>
                  </a:cubicBezTo>
                  <a:cubicBezTo>
                    <a:pt x="5697" y="863"/>
                    <a:pt x="4941" y="1008"/>
                    <a:pt x="4187" y="1008"/>
                  </a:cubicBezTo>
                  <a:cubicBezTo>
                    <a:pt x="3664" y="1008"/>
                    <a:pt x="3142" y="938"/>
                    <a:pt x="2636" y="802"/>
                  </a:cubicBezTo>
                  <a:cubicBezTo>
                    <a:pt x="2069" y="635"/>
                    <a:pt x="1535" y="401"/>
                    <a:pt x="1035" y="68"/>
                  </a:cubicBezTo>
                  <a:cubicBezTo>
                    <a:pt x="701" y="34"/>
                    <a:pt x="335" y="1"/>
                    <a:pt x="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7"/>
            <p:cNvSpPr/>
            <p:nvPr/>
          </p:nvSpPr>
          <p:spPr>
            <a:xfrm rot="2700000">
              <a:off x="7085831" y="3376322"/>
              <a:ext cx="359118" cy="408156"/>
            </a:xfrm>
            <a:custGeom>
              <a:avLst/>
              <a:gdLst/>
              <a:ahLst/>
              <a:cxnLst/>
              <a:rect l="l" t="t" r="r" b="b"/>
              <a:pathLst>
                <a:path w="7499" h="8523" extrusionOk="0">
                  <a:moveTo>
                    <a:pt x="68" y="0"/>
                  </a:moveTo>
                  <a:cubicBezTo>
                    <a:pt x="36" y="0"/>
                    <a:pt x="0" y="31"/>
                    <a:pt x="0" y="80"/>
                  </a:cubicBezTo>
                  <a:cubicBezTo>
                    <a:pt x="634" y="2015"/>
                    <a:pt x="1635" y="3783"/>
                    <a:pt x="3002" y="5284"/>
                  </a:cubicBezTo>
                  <a:cubicBezTo>
                    <a:pt x="4170" y="6585"/>
                    <a:pt x="5671" y="8052"/>
                    <a:pt x="7272" y="8519"/>
                  </a:cubicBezTo>
                  <a:cubicBezTo>
                    <a:pt x="7282" y="8522"/>
                    <a:pt x="7292" y="8523"/>
                    <a:pt x="7302" y="8523"/>
                  </a:cubicBezTo>
                  <a:cubicBezTo>
                    <a:pt x="7420" y="8523"/>
                    <a:pt x="7498" y="8347"/>
                    <a:pt x="7406" y="8286"/>
                  </a:cubicBezTo>
                  <a:cubicBezTo>
                    <a:pt x="5938" y="7085"/>
                    <a:pt x="4437" y="6318"/>
                    <a:pt x="3169" y="4850"/>
                  </a:cubicBezTo>
                  <a:cubicBezTo>
                    <a:pt x="1935" y="3382"/>
                    <a:pt x="934" y="1748"/>
                    <a:pt x="100" y="13"/>
                  </a:cubicBezTo>
                  <a:cubicBezTo>
                    <a:pt x="91" y="4"/>
                    <a:pt x="80" y="0"/>
                    <a:pt x="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7"/>
            <p:cNvSpPr/>
            <p:nvPr/>
          </p:nvSpPr>
          <p:spPr>
            <a:xfrm rot="2700000">
              <a:off x="7146640" y="3374182"/>
              <a:ext cx="336850" cy="376406"/>
            </a:xfrm>
            <a:custGeom>
              <a:avLst/>
              <a:gdLst/>
              <a:ahLst/>
              <a:cxnLst/>
              <a:rect l="l" t="t" r="r" b="b"/>
              <a:pathLst>
                <a:path w="7034" h="7860" extrusionOk="0">
                  <a:moveTo>
                    <a:pt x="65" y="0"/>
                  </a:moveTo>
                  <a:cubicBezTo>
                    <a:pt x="34" y="0"/>
                    <a:pt x="1" y="24"/>
                    <a:pt x="1" y="47"/>
                  </a:cubicBezTo>
                  <a:cubicBezTo>
                    <a:pt x="434" y="1682"/>
                    <a:pt x="1635" y="3150"/>
                    <a:pt x="2636" y="4317"/>
                  </a:cubicBezTo>
                  <a:cubicBezTo>
                    <a:pt x="3770" y="5651"/>
                    <a:pt x="5104" y="6852"/>
                    <a:pt x="6572" y="7820"/>
                  </a:cubicBezTo>
                  <a:cubicBezTo>
                    <a:pt x="6611" y="7847"/>
                    <a:pt x="6650" y="7859"/>
                    <a:pt x="6688" y="7859"/>
                  </a:cubicBezTo>
                  <a:cubicBezTo>
                    <a:pt x="6880" y="7859"/>
                    <a:pt x="7034" y="7553"/>
                    <a:pt x="6839" y="7386"/>
                  </a:cubicBezTo>
                  <a:cubicBezTo>
                    <a:pt x="5405" y="6319"/>
                    <a:pt x="4070" y="5084"/>
                    <a:pt x="2903" y="3750"/>
                  </a:cubicBezTo>
                  <a:cubicBezTo>
                    <a:pt x="1902" y="2549"/>
                    <a:pt x="1135" y="1081"/>
                    <a:pt x="101" y="14"/>
                  </a:cubicBezTo>
                  <a:cubicBezTo>
                    <a:pt x="91" y="4"/>
                    <a:pt x="78" y="0"/>
                    <a:pt x="6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7"/>
            <p:cNvSpPr/>
            <p:nvPr/>
          </p:nvSpPr>
          <p:spPr>
            <a:xfrm rot="2700000">
              <a:off x="7250349" y="3489491"/>
              <a:ext cx="173693" cy="205347"/>
            </a:xfrm>
            <a:custGeom>
              <a:avLst/>
              <a:gdLst/>
              <a:ahLst/>
              <a:cxnLst/>
              <a:rect l="l" t="t" r="r" b="b"/>
              <a:pathLst>
                <a:path w="3627" h="4288" extrusionOk="0">
                  <a:moveTo>
                    <a:pt x="229" y="1"/>
                  </a:moveTo>
                  <a:cubicBezTo>
                    <a:pt x="99" y="1"/>
                    <a:pt x="0" y="218"/>
                    <a:pt x="133" y="350"/>
                  </a:cubicBezTo>
                  <a:cubicBezTo>
                    <a:pt x="800" y="950"/>
                    <a:pt x="1434" y="1651"/>
                    <a:pt x="2001" y="2351"/>
                  </a:cubicBezTo>
                  <a:cubicBezTo>
                    <a:pt x="2468" y="2952"/>
                    <a:pt x="2835" y="3786"/>
                    <a:pt x="3368" y="4253"/>
                  </a:cubicBezTo>
                  <a:cubicBezTo>
                    <a:pt x="3393" y="4277"/>
                    <a:pt x="3421" y="4288"/>
                    <a:pt x="3450" y="4288"/>
                  </a:cubicBezTo>
                  <a:cubicBezTo>
                    <a:pt x="3538" y="4288"/>
                    <a:pt x="3627" y="4187"/>
                    <a:pt x="3602" y="4086"/>
                  </a:cubicBezTo>
                  <a:cubicBezTo>
                    <a:pt x="3368" y="3252"/>
                    <a:pt x="2734" y="2585"/>
                    <a:pt x="2234" y="1984"/>
                  </a:cubicBezTo>
                  <a:cubicBezTo>
                    <a:pt x="1634" y="1284"/>
                    <a:pt x="1000" y="617"/>
                    <a:pt x="333" y="50"/>
                  </a:cubicBezTo>
                  <a:cubicBezTo>
                    <a:pt x="298" y="15"/>
                    <a:pt x="263" y="1"/>
                    <a:pt x="22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7"/>
            <p:cNvSpPr/>
            <p:nvPr/>
          </p:nvSpPr>
          <p:spPr>
            <a:xfrm rot="2700000">
              <a:off x="7469013" y="3649580"/>
              <a:ext cx="216697" cy="227137"/>
            </a:xfrm>
            <a:custGeom>
              <a:avLst/>
              <a:gdLst/>
              <a:ahLst/>
              <a:cxnLst/>
              <a:rect l="l" t="t" r="r" b="b"/>
              <a:pathLst>
                <a:path w="4525" h="4743" extrusionOk="0">
                  <a:moveTo>
                    <a:pt x="4265" y="0"/>
                  </a:moveTo>
                  <a:cubicBezTo>
                    <a:pt x="4239" y="0"/>
                    <a:pt x="4211" y="10"/>
                    <a:pt x="4184" y="31"/>
                  </a:cubicBezTo>
                  <a:cubicBezTo>
                    <a:pt x="2483" y="1232"/>
                    <a:pt x="1082" y="2800"/>
                    <a:pt x="48" y="4601"/>
                  </a:cubicBezTo>
                  <a:cubicBezTo>
                    <a:pt x="1" y="4672"/>
                    <a:pt x="54" y="4743"/>
                    <a:pt x="124" y="4743"/>
                  </a:cubicBezTo>
                  <a:cubicBezTo>
                    <a:pt x="153" y="4743"/>
                    <a:pt x="185" y="4730"/>
                    <a:pt x="215" y="4701"/>
                  </a:cubicBezTo>
                  <a:cubicBezTo>
                    <a:pt x="1416" y="3100"/>
                    <a:pt x="2817" y="1666"/>
                    <a:pt x="4384" y="398"/>
                  </a:cubicBezTo>
                  <a:cubicBezTo>
                    <a:pt x="4524" y="258"/>
                    <a:pt x="4406" y="0"/>
                    <a:pt x="426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7"/>
            <p:cNvSpPr/>
            <p:nvPr/>
          </p:nvSpPr>
          <p:spPr>
            <a:xfrm rot="2700000">
              <a:off x="7515445" y="3624726"/>
              <a:ext cx="246819" cy="324590"/>
            </a:xfrm>
            <a:custGeom>
              <a:avLst/>
              <a:gdLst/>
              <a:ahLst/>
              <a:cxnLst/>
              <a:rect l="l" t="t" r="r" b="b"/>
              <a:pathLst>
                <a:path w="5154" h="6778" extrusionOk="0">
                  <a:moveTo>
                    <a:pt x="4951" y="1"/>
                  </a:moveTo>
                  <a:cubicBezTo>
                    <a:pt x="4909" y="1"/>
                    <a:pt x="4869" y="21"/>
                    <a:pt x="4839" y="70"/>
                  </a:cubicBezTo>
                  <a:cubicBezTo>
                    <a:pt x="4139" y="1171"/>
                    <a:pt x="3572" y="2305"/>
                    <a:pt x="2838" y="3372"/>
                  </a:cubicBezTo>
                  <a:cubicBezTo>
                    <a:pt x="2037" y="4473"/>
                    <a:pt x="1137" y="5474"/>
                    <a:pt x="136" y="6441"/>
                  </a:cubicBezTo>
                  <a:cubicBezTo>
                    <a:pt x="1" y="6576"/>
                    <a:pt x="107" y="6777"/>
                    <a:pt x="241" y="6777"/>
                  </a:cubicBezTo>
                  <a:cubicBezTo>
                    <a:pt x="272" y="6777"/>
                    <a:pt x="305" y="6766"/>
                    <a:pt x="336" y="6741"/>
                  </a:cubicBezTo>
                  <a:cubicBezTo>
                    <a:pt x="2271" y="5173"/>
                    <a:pt x="4306" y="2838"/>
                    <a:pt x="5106" y="237"/>
                  </a:cubicBezTo>
                  <a:cubicBezTo>
                    <a:pt x="5153" y="119"/>
                    <a:pt x="5050" y="1"/>
                    <a:pt x="49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7"/>
            <p:cNvSpPr/>
            <p:nvPr/>
          </p:nvSpPr>
          <p:spPr>
            <a:xfrm rot="2700000">
              <a:off x="7444627" y="3671809"/>
              <a:ext cx="275696" cy="381722"/>
            </a:xfrm>
            <a:custGeom>
              <a:avLst/>
              <a:gdLst/>
              <a:ahLst/>
              <a:cxnLst/>
              <a:rect l="l" t="t" r="r" b="b"/>
              <a:pathLst>
                <a:path w="5757" h="7971" extrusionOk="0">
                  <a:moveTo>
                    <a:pt x="5703" y="1"/>
                  </a:moveTo>
                  <a:cubicBezTo>
                    <a:pt x="5674" y="1"/>
                    <a:pt x="5640" y="18"/>
                    <a:pt x="5624" y="51"/>
                  </a:cubicBezTo>
                  <a:cubicBezTo>
                    <a:pt x="5023" y="1552"/>
                    <a:pt x="4289" y="3020"/>
                    <a:pt x="3389" y="4387"/>
                  </a:cubicBezTo>
                  <a:cubicBezTo>
                    <a:pt x="2421" y="5622"/>
                    <a:pt x="1320" y="6756"/>
                    <a:pt x="86" y="7723"/>
                  </a:cubicBezTo>
                  <a:cubicBezTo>
                    <a:pt x="0" y="7809"/>
                    <a:pt x="62" y="7970"/>
                    <a:pt x="167" y="7970"/>
                  </a:cubicBezTo>
                  <a:cubicBezTo>
                    <a:pt x="183" y="7970"/>
                    <a:pt x="201" y="7966"/>
                    <a:pt x="220" y="7957"/>
                  </a:cubicBezTo>
                  <a:cubicBezTo>
                    <a:pt x="2888" y="6656"/>
                    <a:pt x="5223" y="3320"/>
                    <a:pt x="5757" y="51"/>
                  </a:cubicBezTo>
                  <a:cubicBezTo>
                    <a:pt x="5757" y="18"/>
                    <a:pt x="5732" y="1"/>
                    <a:pt x="57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7"/>
            <p:cNvSpPr/>
            <p:nvPr/>
          </p:nvSpPr>
          <p:spPr>
            <a:xfrm rot="2700000">
              <a:off x="5004727" y="3547921"/>
              <a:ext cx="552780" cy="313336"/>
            </a:xfrm>
            <a:custGeom>
              <a:avLst/>
              <a:gdLst/>
              <a:ahLst/>
              <a:cxnLst/>
              <a:rect l="l" t="t" r="r" b="b"/>
              <a:pathLst>
                <a:path w="11543" h="6543" extrusionOk="0">
                  <a:moveTo>
                    <a:pt x="1959" y="1"/>
                  </a:moveTo>
                  <a:cubicBezTo>
                    <a:pt x="1310" y="1"/>
                    <a:pt x="656" y="59"/>
                    <a:pt x="1" y="180"/>
                  </a:cubicBezTo>
                  <a:cubicBezTo>
                    <a:pt x="834" y="2548"/>
                    <a:pt x="2502" y="4516"/>
                    <a:pt x="4737" y="5684"/>
                  </a:cubicBezTo>
                  <a:cubicBezTo>
                    <a:pt x="5886" y="6258"/>
                    <a:pt x="7132" y="6543"/>
                    <a:pt x="8380" y="6543"/>
                  </a:cubicBezTo>
                  <a:cubicBezTo>
                    <a:pt x="9452" y="6543"/>
                    <a:pt x="10525" y="6333"/>
                    <a:pt x="11542" y="5917"/>
                  </a:cubicBezTo>
                  <a:cubicBezTo>
                    <a:pt x="9705" y="2242"/>
                    <a:pt x="5964" y="1"/>
                    <a:pt x="195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7"/>
            <p:cNvSpPr/>
            <p:nvPr/>
          </p:nvSpPr>
          <p:spPr>
            <a:xfrm rot="2700000">
              <a:off x="5547667" y="2589339"/>
              <a:ext cx="244424" cy="163013"/>
            </a:xfrm>
            <a:custGeom>
              <a:avLst/>
              <a:gdLst/>
              <a:ahLst/>
              <a:cxnLst/>
              <a:rect l="l" t="t" r="r" b="b"/>
              <a:pathLst>
                <a:path w="5104" h="3404" fill="none" extrusionOk="0">
                  <a:moveTo>
                    <a:pt x="334" y="2136"/>
                  </a:moveTo>
                  <a:cubicBezTo>
                    <a:pt x="400" y="2669"/>
                    <a:pt x="901" y="2903"/>
                    <a:pt x="1334" y="3036"/>
                  </a:cubicBezTo>
                  <a:cubicBezTo>
                    <a:pt x="2135" y="3303"/>
                    <a:pt x="3002" y="3403"/>
                    <a:pt x="3836" y="3337"/>
                  </a:cubicBezTo>
                  <a:cubicBezTo>
                    <a:pt x="4103" y="3303"/>
                    <a:pt x="4370" y="3237"/>
                    <a:pt x="4603" y="3136"/>
                  </a:cubicBezTo>
                  <a:cubicBezTo>
                    <a:pt x="4837" y="3003"/>
                    <a:pt x="5037" y="2770"/>
                    <a:pt x="5104" y="2469"/>
                  </a:cubicBezTo>
                  <a:cubicBezTo>
                    <a:pt x="5104" y="2002"/>
                    <a:pt x="4870" y="1535"/>
                    <a:pt x="4470" y="1302"/>
                  </a:cubicBezTo>
                  <a:cubicBezTo>
                    <a:pt x="3769" y="768"/>
                    <a:pt x="0" y="1"/>
                    <a:pt x="334" y="2136"/>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7"/>
            <p:cNvSpPr/>
            <p:nvPr/>
          </p:nvSpPr>
          <p:spPr>
            <a:xfrm rot="2700000">
              <a:off x="5749516" y="2774774"/>
              <a:ext cx="150227" cy="103871"/>
            </a:xfrm>
            <a:custGeom>
              <a:avLst/>
              <a:gdLst/>
              <a:ahLst/>
              <a:cxnLst/>
              <a:rect l="l" t="t" r="r" b="b"/>
              <a:pathLst>
                <a:path w="3137" h="2169" fill="none" extrusionOk="0">
                  <a:moveTo>
                    <a:pt x="3103" y="1001"/>
                  </a:moveTo>
                  <a:cubicBezTo>
                    <a:pt x="3103" y="534"/>
                    <a:pt x="2769" y="101"/>
                    <a:pt x="2269" y="34"/>
                  </a:cubicBezTo>
                  <a:cubicBezTo>
                    <a:pt x="1935" y="1"/>
                    <a:pt x="1635" y="1"/>
                    <a:pt x="1302" y="101"/>
                  </a:cubicBezTo>
                  <a:cubicBezTo>
                    <a:pt x="968" y="101"/>
                    <a:pt x="634" y="234"/>
                    <a:pt x="368" y="468"/>
                  </a:cubicBezTo>
                  <a:cubicBezTo>
                    <a:pt x="1" y="835"/>
                    <a:pt x="34" y="1402"/>
                    <a:pt x="401" y="1769"/>
                  </a:cubicBezTo>
                  <a:cubicBezTo>
                    <a:pt x="701" y="1969"/>
                    <a:pt x="1035" y="2069"/>
                    <a:pt x="1368" y="2069"/>
                  </a:cubicBezTo>
                  <a:cubicBezTo>
                    <a:pt x="1669" y="2136"/>
                    <a:pt x="2002" y="2169"/>
                    <a:pt x="2336" y="2102"/>
                  </a:cubicBezTo>
                  <a:cubicBezTo>
                    <a:pt x="2836" y="1969"/>
                    <a:pt x="3136" y="1502"/>
                    <a:pt x="3103" y="1001"/>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7"/>
            <p:cNvSpPr/>
            <p:nvPr/>
          </p:nvSpPr>
          <p:spPr>
            <a:xfrm rot="2700000">
              <a:off x="5675493" y="2873864"/>
              <a:ext cx="92665" cy="75138"/>
            </a:xfrm>
            <a:custGeom>
              <a:avLst/>
              <a:gdLst/>
              <a:ahLst/>
              <a:cxnLst/>
              <a:rect l="l" t="t" r="r" b="b"/>
              <a:pathLst>
                <a:path w="1935" h="1569" fill="none" extrusionOk="0">
                  <a:moveTo>
                    <a:pt x="1668" y="234"/>
                  </a:moveTo>
                  <a:cubicBezTo>
                    <a:pt x="1501" y="67"/>
                    <a:pt x="1268" y="1"/>
                    <a:pt x="1068" y="34"/>
                  </a:cubicBezTo>
                  <a:cubicBezTo>
                    <a:pt x="868" y="1"/>
                    <a:pt x="634" y="34"/>
                    <a:pt x="467" y="134"/>
                  </a:cubicBezTo>
                  <a:cubicBezTo>
                    <a:pt x="34" y="401"/>
                    <a:pt x="0" y="968"/>
                    <a:pt x="367" y="1301"/>
                  </a:cubicBezTo>
                  <a:cubicBezTo>
                    <a:pt x="534" y="1435"/>
                    <a:pt x="734" y="1502"/>
                    <a:pt x="934" y="1502"/>
                  </a:cubicBezTo>
                  <a:cubicBezTo>
                    <a:pt x="1134" y="1568"/>
                    <a:pt x="1368" y="1535"/>
                    <a:pt x="1568" y="1435"/>
                  </a:cubicBezTo>
                  <a:cubicBezTo>
                    <a:pt x="1768" y="1301"/>
                    <a:pt x="1902" y="1101"/>
                    <a:pt x="1935" y="868"/>
                  </a:cubicBezTo>
                  <a:cubicBezTo>
                    <a:pt x="1935" y="601"/>
                    <a:pt x="1835" y="367"/>
                    <a:pt x="1668" y="234"/>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7"/>
            <p:cNvSpPr/>
            <p:nvPr/>
          </p:nvSpPr>
          <p:spPr>
            <a:xfrm rot="2700000">
              <a:off x="5803857" y="2961305"/>
              <a:ext cx="126235" cy="91132"/>
            </a:xfrm>
            <a:custGeom>
              <a:avLst/>
              <a:gdLst/>
              <a:ahLst/>
              <a:cxnLst/>
              <a:rect l="l" t="t" r="r" b="b"/>
              <a:pathLst>
                <a:path w="2636" h="1903" fill="none" extrusionOk="0">
                  <a:moveTo>
                    <a:pt x="2135" y="168"/>
                  </a:moveTo>
                  <a:cubicBezTo>
                    <a:pt x="1869" y="68"/>
                    <a:pt x="1635" y="34"/>
                    <a:pt x="1368" y="34"/>
                  </a:cubicBezTo>
                  <a:cubicBezTo>
                    <a:pt x="1135" y="1"/>
                    <a:pt x="901" y="1"/>
                    <a:pt x="634" y="34"/>
                  </a:cubicBezTo>
                  <a:cubicBezTo>
                    <a:pt x="301" y="101"/>
                    <a:pt x="67" y="401"/>
                    <a:pt x="34" y="768"/>
                  </a:cubicBezTo>
                  <a:cubicBezTo>
                    <a:pt x="1" y="1102"/>
                    <a:pt x="167" y="1435"/>
                    <a:pt x="501" y="1602"/>
                  </a:cubicBezTo>
                  <a:cubicBezTo>
                    <a:pt x="734" y="1669"/>
                    <a:pt x="968" y="1735"/>
                    <a:pt x="1201" y="1802"/>
                  </a:cubicBezTo>
                  <a:cubicBezTo>
                    <a:pt x="1435" y="1869"/>
                    <a:pt x="1702" y="1902"/>
                    <a:pt x="1935" y="1869"/>
                  </a:cubicBezTo>
                  <a:cubicBezTo>
                    <a:pt x="2302" y="1769"/>
                    <a:pt x="2569" y="1435"/>
                    <a:pt x="2569" y="1068"/>
                  </a:cubicBezTo>
                  <a:cubicBezTo>
                    <a:pt x="2636" y="701"/>
                    <a:pt x="2436" y="334"/>
                    <a:pt x="2135" y="168"/>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7"/>
            <p:cNvSpPr/>
            <p:nvPr/>
          </p:nvSpPr>
          <p:spPr>
            <a:xfrm rot="2700000">
              <a:off x="5926017" y="2934059"/>
              <a:ext cx="67140" cy="57514"/>
            </a:xfrm>
            <a:custGeom>
              <a:avLst/>
              <a:gdLst/>
              <a:ahLst/>
              <a:cxnLst/>
              <a:rect l="l" t="t" r="r" b="b"/>
              <a:pathLst>
                <a:path w="1402" h="1201" fill="none" extrusionOk="0">
                  <a:moveTo>
                    <a:pt x="1068" y="133"/>
                  </a:moveTo>
                  <a:cubicBezTo>
                    <a:pt x="901" y="33"/>
                    <a:pt x="768" y="0"/>
                    <a:pt x="601" y="0"/>
                  </a:cubicBezTo>
                  <a:cubicBezTo>
                    <a:pt x="168" y="67"/>
                    <a:pt x="1" y="534"/>
                    <a:pt x="301" y="834"/>
                  </a:cubicBezTo>
                  <a:cubicBezTo>
                    <a:pt x="368" y="901"/>
                    <a:pt x="434" y="967"/>
                    <a:pt x="501" y="1001"/>
                  </a:cubicBezTo>
                  <a:cubicBezTo>
                    <a:pt x="568" y="1034"/>
                    <a:pt x="635" y="1067"/>
                    <a:pt x="735" y="1101"/>
                  </a:cubicBezTo>
                  <a:cubicBezTo>
                    <a:pt x="968" y="1201"/>
                    <a:pt x="1268" y="1034"/>
                    <a:pt x="1335" y="767"/>
                  </a:cubicBezTo>
                  <a:cubicBezTo>
                    <a:pt x="1402" y="534"/>
                    <a:pt x="1302" y="234"/>
                    <a:pt x="1068" y="133"/>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7"/>
            <p:cNvSpPr/>
            <p:nvPr/>
          </p:nvSpPr>
          <p:spPr>
            <a:xfrm rot="2700000">
              <a:off x="5949603" y="3085026"/>
              <a:ext cx="118237" cy="91085"/>
            </a:xfrm>
            <a:custGeom>
              <a:avLst/>
              <a:gdLst/>
              <a:ahLst/>
              <a:cxnLst/>
              <a:rect l="l" t="t" r="r" b="b"/>
              <a:pathLst>
                <a:path w="2469" h="1902" fill="none" extrusionOk="0">
                  <a:moveTo>
                    <a:pt x="1935" y="234"/>
                  </a:moveTo>
                  <a:cubicBezTo>
                    <a:pt x="1568" y="100"/>
                    <a:pt x="1168" y="0"/>
                    <a:pt x="768" y="0"/>
                  </a:cubicBezTo>
                  <a:cubicBezTo>
                    <a:pt x="467" y="0"/>
                    <a:pt x="201" y="167"/>
                    <a:pt x="100" y="467"/>
                  </a:cubicBezTo>
                  <a:cubicBezTo>
                    <a:pt x="0" y="767"/>
                    <a:pt x="100" y="1101"/>
                    <a:pt x="334" y="1301"/>
                  </a:cubicBezTo>
                  <a:cubicBezTo>
                    <a:pt x="734" y="1534"/>
                    <a:pt x="1168" y="1701"/>
                    <a:pt x="1602" y="1801"/>
                  </a:cubicBezTo>
                  <a:cubicBezTo>
                    <a:pt x="1935" y="1901"/>
                    <a:pt x="2302" y="1501"/>
                    <a:pt x="2369" y="1168"/>
                  </a:cubicBezTo>
                  <a:cubicBezTo>
                    <a:pt x="2469" y="801"/>
                    <a:pt x="2269" y="400"/>
                    <a:pt x="1935" y="234"/>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7"/>
            <p:cNvSpPr/>
            <p:nvPr/>
          </p:nvSpPr>
          <p:spPr>
            <a:xfrm rot="2700000">
              <a:off x="5895472" y="3129162"/>
              <a:ext cx="75138" cy="47985"/>
            </a:xfrm>
            <a:custGeom>
              <a:avLst/>
              <a:gdLst/>
              <a:ahLst/>
              <a:cxnLst/>
              <a:rect l="l" t="t" r="r" b="b"/>
              <a:pathLst>
                <a:path w="1569" h="1002" fill="none" extrusionOk="0">
                  <a:moveTo>
                    <a:pt x="1569" y="501"/>
                  </a:moveTo>
                  <a:cubicBezTo>
                    <a:pt x="1535" y="367"/>
                    <a:pt x="1402" y="234"/>
                    <a:pt x="1268" y="201"/>
                  </a:cubicBezTo>
                  <a:cubicBezTo>
                    <a:pt x="901" y="134"/>
                    <a:pt x="468" y="0"/>
                    <a:pt x="134" y="201"/>
                  </a:cubicBezTo>
                  <a:cubicBezTo>
                    <a:pt x="34" y="267"/>
                    <a:pt x="1" y="367"/>
                    <a:pt x="68" y="467"/>
                  </a:cubicBezTo>
                  <a:cubicBezTo>
                    <a:pt x="301" y="801"/>
                    <a:pt x="768" y="834"/>
                    <a:pt x="1102" y="934"/>
                  </a:cubicBezTo>
                  <a:cubicBezTo>
                    <a:pt x="1268" y="1001"/>
                    <a:pt x="1402" y="934"/>
                    <a:pt x="1502" y="801"/>
                  </a:cubicBezTo>
                  <a:cubicBezTo>
                    <a:pt x="1569" y="734"/>
                    <a:pt x="1569" y="601"/>
                    <a:pt x="1569" y="501"/>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7"/>
            <p:cNvSpPr/>
            <p:nvPr/>
          </p:nvSpPr>
          <p:spPr>
            <a:xfrm rot="2700000">
              <a:off x="5957220" y="3265978"/>
              <a:ext cx="108660" cy="89504"/>
            </a:xfrm>
            <a:custGeom>
              <a:avLst/>
              <a:gdLst/>
              <a:ahLst/>
              <a:cxnLst/>
              <a:rect l="l" t="t" r="r" b="b"/>
              <a:pathLst>
                <a:path w="2269" h="1869" fill="none" extrusionOk="0">
                  <a:moveTo>
                    <a:pt x="1935" y="501"/>
                  </a:moveTo>
                  <a:cubicBezTo>
                    <a:pt x="1735" y="367"/>
                    <a:pt x="1468" y="267"/>
                    <a:pt x="1235" y="167"/>
                  </a:cubicBezTo>
                  <a:cubicBezTo>
                    <a:pt x="1001" y="34"/>
                    <a:pt x="734" y="0"/>
                    <a:pt x="467" y="34"/>
                  </a:cubicBezTo>
                  <a:cubicBezTo>
                    <a:pt x="67" y="100"/>
                    <a:pt x="0" y="601"/>
                    <a:pt x="167" y="901"/>
                  </a:cubicBezTo>
                  <a:cubicBezTo>
                    <a:pt x="301" y="1101"/>
                    <a:pt x="501" y="1268"/>
                    <a:pt x="701" y="1368"/>
                  </a:cubicBezTo>
                  <a:cubicBezTo>
                    <a:pt x="901" y="1535"/>
                    <a:pt x="1135" y="1635"/>
                    <a:pt x="1368" y="1735"/>
                  </a:cubicBezTo>
                  <a:cubicBezTo>
                    <a:pt x="1668" y="1868"/>
                    <a:pt x="2002" y="1701"/>
                    <a:pt x="2135" y="1401"/>
                  </a:cubicBezTo>
                  <a:cubicBezTo>
                    <a:pt x="2269" y="1101"/>
                    <a:pt x="2202" y="734"/>
                    <a:pt x="1935" y="501"/>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7"/>
            <p:cNvSpPr/>
            <p:nvPr/>
          </p:nvSpPr>
          <p:spPr>
            <a:xfrm rot="2700000">
              <a:off x="6028287" y="3202814"/>
              <a:ext cx="86296" cy="73509"/>
            </a:xfrm>
            <a:custGeom>
              <a:avLst/>
              <a:gdLst/>
              <a:ahLst/>
              <a:cxnLst/>
              <a:rect l="l" t="t" r="r" b="b"/>
              <a:pathLst>
                <a:path w="1802" h="1535" fill="none" extrusionOk="0">
                  <a:moveTo>
                    <a:pt x="1735" y="1034"/>
                  </a:moveTo>
                  <a:cubicBezTo>
                    <a:pt x="1701" y="901"/>
                    <a:pt x="1668" y="801"/>
                    <a:pt x="1601" y="701"/>
                  </a:cubicBezTo>
                  <a:cubicBezTo>
                    <a:pt x="1535" y="634"/>
                    <a:pt x="1434" y="534"/>
                    <a:pt x="1368" y="501"/>
                  </a:cubicBezTo>
                  <a:cubicBezTo>
                    <a:pt x="1168" y="367"/>
                    <a:pt x="1001" y="267"/>
                    <a:pt x="801" y="167"/>
                  </a:cubicBezTo>
                  <a:cubicBezTo>
                    <a:pt x="567" y="0"/>
                    <a:pt x="234" y="67"/>
                    <a:pt x="134" y="367"/>
                  </a:cubicBezTo>
                  <a:cubicBezTo>
                    <a:pt x="0" y="634"/>
                    <a:pt x="100" y="968"/>
                    <a:pt x="367" y="1101"/>
                  </a:cubicBezTo>
                  <a:cubicBezTo>
                    <a:pt x="534" y="1201"/>
                    <a:pt x="734" y="1301"/>
                    <a:pt x="901" y="1401"/>
                  </a:cubicBezTo>
                  <a:cubicBezTo>
                    <a:pt x="1001" y="1468"/>
                    <a:pt x="1134" y="1501"/>
                    <a:pt x="1234" y="1535"/>
                  </a:cubicBezTo>
                  <a:cubicBezTo>
                    <a:pt x="1334" y="1501"/>
                    <a:pt x="1434" y="1501"/>
                    <a:pt x="1535" y="1468"/>
                  </a:cubicBezTo>
                  <a:cubicBezTo>
                    <a:pt x="1701" y="1401"/>
                    <a:pt x="1801" y="1201"/>
                    <a:pt x="1735" y="1034"/>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7"/>
            <p:cNvSpPr/>
            <p:nvPr/>
          </p:nvSpPr>
          <p:spPr>
            <a:xfrm rot="2700000">
              <a:off x="6052152" y="3422867"/>
              <a:ext cx="92713" cy="67140"/>
            </a:xfrm>
            <a:custGeom>
              <a:avLst/>
              <a:gdLst/>
              <a:ahLst/>
              <a:cxnLst/>
              <a:rect l="l" t="t" r="r" b="b"/>
              <a:pathLst>
                <a:path w="1936" h="1402" fill="none" extrusionOk="0">
                  <a:moveTo>
                    <a:pt x="1769" y="667"/>
                  </a:moveTo>
                  <a:cubicBezTo>
                    <a:pt x="1635" y="500"/>
                    <a:pt x="1502" y="400"/>
                    <a:pt x="1335" y="300"/>
                  </a:cubicBezTo>
                  <a:cubicBezTo>
                    <a:pt x="1168" y="200"/>
                    <a:pt x="1035" y="133"/>
                    <a:pt x="835" y="100"/>
                  </a:cubicBezTo>
                  <a:cubicBezTo>
                    <a:pt x="501" y="0"/>
                    <a:pt x="168" y="234"/>
                    <a:pt x="101" y="567"/>
                  </a:cubicBezTo>
                  <a:cubicBezTo>
                    <a:pt x="1" y="934"/>
                    <a:pt x="234" y="1268"/>
                    <a:pt x="601" y="1334"/>
                  </a:cubicBezTo>
                  <a:cubicBezTo>
                    <a:pt x="768" y="1401"/>
                    <a:pt x="968" y="1401"/>
                    <a:pt x="1135" y="1401"/>
                  </a:cubicBezTo>
                  <a:cubicBezTo>
                    <a:pt x="1335" y="1368"/>
                    <a:pt x="1535" y="1301"/>
                    <a:pt x="1702" y="1234"/>
                  </a:cubicBezTo>
                  <a:cubicBezTo>
                    <a:pt x="1936" y="1134"/>
                    <a:pt x="1902" y="801"/>
                    <a:pt x="1769" y="667"/>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7"/>
            <p:cNvSpPr/>
            <p:nvPr/>
          </p:nvSpPr>
          <p:spPr>
            <a:xfrm rot="2700000">
              <a:off x="5970169" y="3440933"/>
              <a:ext cx="89504" cy="67140"/>
            </a:xfrm>
            <a:custGeom>
              <a:avLst/>
              <a:gdLst/>
              <a:ahLst/>
              <a:cxnLst/>
              <a:rect l="l" t="t" r="r" b="b"/>
              <a:pathLst>
                <a:path w="1869" h="1402" fill="none" extrusionOk="0">
                  <a:moveTo>
                    <a:pt x="1635" y="467"/>
                  </a:moveTo>
                  <a:cubicBezTo>
                    <a:pt x="1335" y="167"/>
                    <a:pt x="902" y="0"/>
                    <a:pt x="468" y="34"/>
                  </a:cubicBezTo>
                  <a:cubicBezTo>
                    <a:pt x="301" y="34"/>
                    <a:pt x="134" y="167"/>
                    <a:pt x="68" y="334"/>
                  </a:cubicBezTo>
                  <a:cubicBezTo>
                    <a:pt x="1" y="534"/>
                    <a:pt x="68" y="767"/>
                    <a:pt x="201" y="901"/>
                  </a:cubicBezTo>
                  <a:cubicBezTo>
                    <a:pt x="535" y="1134"/>
                    <a:pt x="1002" y="1401"/>
                    <a:pt x="1402" y="1268"/>
                  </a:cubicBezTo>
                  <a:cubicBezTo>
                    <a:pt x="1736" y="1168"/>
                    <a:pt x="1869" y="734"/>
                    <a:pt x="1635" y="467"/>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7"/>
            <p:cNvSpPr/>
            <p:nvPr/>
          </p:nvSpPr>
          <p:spPr>
            <a:xfrm rot="2700000">
              <a:off x="6063350" y="3310575"/>
              <a:ext cx="70349" cy="70301"/>
            </a:xfrm>
            <a:custGeom>
              <a:avLst/>
              <a:gdLst/>
              <a:ahLst/>
              <a:cxnLst/>
              <a:rect l="l" t="t" r="r" b="b"/>
              <a:pathLst>
                <a:path w="1469" h="1468" fill="none" extrusionOk="0">
                  <a:moveTo>
                    <a:pt x="1335" y="567"/>
                  </a:moveTo>
                  <a:cubicBezTo>
                    <a:pt x="1202" y="200"/>
                    <a:pt x="802" y="0"/>
                    <a:pt x="435" y="100"/>
                  </a:cubicBezTo>
                  <a:cubicBezTo>
                    <a:pt x="268" y="134"/>
                    <a:pt x="134" y="267"/>
                    <a:pt x="68" y="467"/>
                  </a:cubicBezTo>
                  <a:cubicBezTo>
                    <a:pt x="1" y="634"/>
                    <a:pt x="34" y="834"/>
                    <a:pt x="134" y="1001"/>
                  </a:cubicBezTo>
                  <a:cubicBezTo>
                    <a:pt x="268" y="1301"/>
                    <a:pt x="635" y="1468"/>
                    <a:pt x="968" y="1401"/>
                  </a:cubicBezTo>
                  <a:cubicBezTo>
                    <a:pt x="1302" y="1301"/>
                    <a:pt x="1469" y="901"/>
                    <a:pt x="1335" y="567"/>
                  </a:cubicBezTo>
                  <a:close/>
                </a:path>
              </a:pathLst>
            </a:custGeom>
            <a:solidFill>
              <a:schemeClr val="dk1"/>
            </a:solidFill>
            <a:ln w="190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Hình ảnh 6">
            <a:extLst>
              <a:ext uri="{FF2B5EF4-FFF2-40B4-BE49-F238E27FC236}">
                <a16:creationId xmlns:a16="http://schemas.microsoft.com/office/drawing/2014/main" id="{94E71E1C-3F43-4474-9D92-3BE673B7A481}"/>
              </a:ext>
            </a:extLst>
          </p:cNvPr>
          <p:cNvPicPr>
            <a:picLocks noChangeAspect="1"/>
          </p:cNvPicPr>
          <p:nvPr/>
        </p:nvPicPr>
        <p:blipFill>
          <a:blip r:embed="rId3"/>
          <a:stretch>
            <a:fillRect/>
          </a:stretch>
        </p:blipFill>
        <p:spPr>
          <a:xfrm>
            <a:off x="1920371" y="968628"/>
            <a:ext cx="5148774" cy="3806572"/>
          </a:xfrm>
          <a:prstGeom prst="rect">
            <a:avLst/>
          </a:prstGeom>
        </p:spPr>
      </p:pic>
      <p:sp>
        <p:nvSpPr>
          <p:cNvPr id="8" name="Hộp Văn bản 7">
            <a:extLst>
              <a:ext uri="{FF2B5EF4-FFF2-40B4-BE49-F238E27FC236}">
                <a16:creationId xmlns:a16="http://schemas.microsoft.com/office/drawing/2014/main" id="{DF7B19AA-66E0-499B-B722-6AE8DA9F5D65}"/>
              </a:ext>
            </a:extLst>
          </p:cNvPr>
          <p:cNvSpPr txBox="1"/>
          <p:nvPr/>
        </p:nvSpPr>
        <p:spPr>
          <a:xfrm>
            <a:off x="2876061" y="4040553"/>
            <a:ext cx="1516185" cy="600164"/>
          </a:xfrm>
          <a:prstGeom prst="rect">
            <a:avLst/>
          </a:prstGeom>
          <a:solidFill>
            <a:schemeClr val="bg1"/>
          </a:solidFill>
        </p:spPr>
        <p:txBody>
          <a:bodyPr wrap="square" rtlCol="0">
            <a:spAutoFit/>
          </a:bodyPr>
          <a:lstStyle/>
          <a:p>
            <a:r>
              <a:rPr lang="en-US" sz="1100" b="0" i="0" dirty="0">
                <a:solidFill>
                  <a:schemeClr val="tx1"/>
                </a:solidFill>
                <a:effectLst/>
                <a:latin typeface="+mj-lt"/>
              </a:rPr>
              <a:t>Alternating Least Squares (ALS model)</a:t>
            </a:r>
          </a:p>
        </p:txBody>
      </p:sp>
      <p:sp>
        <p:nvSpPr>
          <p:cNvPr id="15" name="Google Shape;685;ge633d29434_0_0">
            <a:extLst>
              <a:ext uri="{FF2B5EF4-FFF2-40B4-BE49-F238E27FC236}">
                <a16:creationId xmlns:a16="http://schemas.microsoft.com/office/drawing/2014/main" id="{4985A3CD-A57E-4252-A3BF-5D6DBD817A06}"/>
              </a:ext>
            </a:extLst>
          </p:cNvPr>
          <p:cNvSpPr txBox="1">
            <a:spLocks noGrp="1"/>
          </p:cNvSpPr>
          <p:nvPr>
            <p:ph type="title"/>
          </p:nvPr>
        </p:nvSpPr>
        <p:spPr>
          <a:xfrm>
            <a:off x="849600" y="187645"/>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dirty="0" err="1"/>
              <a:t>Tổng</a:t>
            </a:r>
            <a:r>
              <a:rPr lang="en-US" dirty="0"/>
              <a:t> </a:t>
            </a:r>
            <a:r>
              <a:rPr lang="en-US" dirty="0" err="1"/>
              <a:t>quan</a:t>
            </a:r>
            <a:r>
              <a:rPr lang="en-US" dirty="0"/>
              <a:t> </a:t>
            </a:r>
            <a:r>
              <a:rPr lang="en-US" dirty="0" err="1"/>
              <a:t>phương</a:t>
            </a:r>
            <a:r>
              <a:rPr lang="en-US" dirty="0"/>
              <a:t> </a:t>
            </a:r>
            <a:r>
              <a:rPr lang="en-US" dirty="0" err="1"/>
              <a:t>pháp</a:t>
            </a:r>
            <a:r>
              <a:rPr lang="en-US" dirty="0"/>
              <a:t>  </a:t>
            </a:r>
            <a:endParaRPr dirty="0"/>
          </a:p>
        </p:txBody>
      </p:sp>
    </p:spTree>
    <p:extLst>
      <p:ext uri="{BB962C8B-B14F-4D97-AF65-F5344CB8AC3E}">
        <p14:creationId xmlns:p14="http://schemas.microsoft.com/office/powerpoint/2010/main" val="3586491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Hình ảnh 6">
            <a:extLst>
              <a:ext uri="{FF2B5EF4-FFF2-40B4-BE49-F238E27FC236}">
                <a16:creationId xmlns:a16="http://schemas.microsoft.com/office/drawing/2014/main" id="{94E71E1C-3F43-4474-9D92-3BE673B7A481}"/>
              </a:ext>
            </a:extLst>
          </p:cNvPr>
          <p:cNvPicPr>
            <a:picLocks noChangeAspect="1"/>
          </p:cNvPicPr>
          <p:nvPr/>
        </p:nvPicPr>
        <p:blipFill>
          <a:blip r:embed="rId3"/>
          <a:stretch>
            <a:fillRect/>
          </a:stretch>
        </p:blipFill>
        <p:spPr>
          <a:xfrm>
            <a:off x="1881294" y="593490"/>
            <a:ext cx="5148774" cy="3806572"/>
          </a:xfrm>
          <a:prstGeom prst="rect">
            <a:avLst/>
          </a:prstGeom>
        </p:spPr>
      </p:pic>
      <p:sp>
        <p:nvSpPr>
          <p:cNvPr id="8" name="Hộp Văn bản 7">
            <a:extLst>
              <a:ext uri="{FF2B5EF4-FFF2-40B4-BE49-F238E27FC236}">
                <a16:creationId xmlns:a16="http://schemas.microsoft.com/office/drawing/2014/main" id="{DF7B19AA-66E0-499B-B722-6AE8DA9F5D65}"/>
              </a:ext>
            </a:extLst>
          </p:cNvPr>
          <p:cNvSpPr txBox="1"/>
          <p:nvPr/>
        </p:nvSpPr>
        <p:spPr>
          <a:xfrm>
            <a:off x="2836984" y="3665415"/>
            <a:ext cx="1516185" cy="600164"/>
          </a:xfrm>
          <a:prstGeom prst="rect">
            <a:avLst/>
          </a:prstGeom>
          <a:solidFill>
            <a:schemeClr val="bg1"/>
          </a:solidFill>
        </p:spPr>
        <p:txBody>
          <a:bodyPr wrap="square" rtlCol="0">
            <a:spAutoFit/>
          </a:bodyPr>
          <a:lstStyle/>
          <a:p>
            <a:r>
              <a:rPr lang="en-US" sz="1100" b="0" i="0" dirty="0">
                <a:solidFill>
                  <a:schemeClr val="tx1"/>
                </a:solidFill>
                <a:effectLst/>
                <a:latin typeface="+mj-lt"/>
              </a:rPr>
              <a:t>Alternating Least Squares (ALS model)</a:t>
            </a:r>
          </a:p>
        </p:txBody>
      </p:sp>
      <p:sp>
        <p:nvSpPr>
          <p:cNvPr id="3" name="Hình Bầu dục 2">
            <a:extLst>
              <a:ext uri="{FF2B5EF4-FFF2-40B4-BE49-F238E27FC236}">
                <a16:creationId xmlns:a16="http://schemas.microsoft.com/office/drawing/2014/main" id="{C7305C0F-0093-4770-8E81-B3ABE7698AC4}"/>
              </a:ext>
            </a:extLst>
          </p:cNvPr>
          <p:cNvSpPr/>
          <p:nvPr/>
        </p:nvSpPr>
        <p:spPr>
          <a:xfrm>
            <a:off x="1720297" y="1664677"/>
            <a:ext cx="1968565" cy="832099"/>
          </a:xfrm>
          <a:prstGeom prst="ellipse">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2746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8"/>
          <p:cNvSpPr txBox="1"/>
          <p:nvPr/>
        </p:nvSpPr>
        <p:spPr>
          <a:xfrm>
            <a:off x="583613" y="986982"/>
            <a:ext cx="6971430" cy="101563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292929"/>
                </a:solidFill>
                <a:latin typeface="Arial"/>
                <a:ea typeface="Arial"/>
                <a:cs typeface="Arial"/>
                <a:sym typeface="Arial"/>
              </a:rPr>
              <a:t>Xậy dựng hệ thống dựa trên những thông tin, dữ liệu đã tồn tại của chính người dùng đó để đưa ra những gợi ý cho những  thông tin chưa có của họ.</a:t>
            </a:r>
            <a:endParaRPr sz="1800" b="0" i="0" u="none" strike="noStrike" cap="none">
              <a:solidFill>
                <a:schemeClr val="dk1"/>
              </a:solidFill>
              <a:latin typeface="Arial"/>
              <a:ea typeface="Arial"/>
              <a:cs typeface="Arial"/>
              <a:sym typeface="Arial"/>
            </a:endParaRPr>
          </a:p>
        </p:txBody>
      </p:sp>
      <p:sp>
        <p:nvSpPr>
          <p:cNvPr id="737" name="Google Shape;737;p8"/>
          <p:cNvSpPr txBox="1"/>
          <p:nvPr/>
        </p:nvSpPr>
        <p:spPr>
          <a:xfrm>
            <a:off x="799416" y="260735"/>
            <a:ext cx="7444800" cy="646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3500"/>
              <a:buFont typeface="Arial"/>
              <a:buNone/>
            </a:pPr>
            <a:r>
              <a:rPr lang="en-US" sz="3500" b="0" i="0" u="none" strike="noStrike" cap="none">
                <a:solidFill>
                  <a:schemeClr val="dk1"/>
                </a:solidFill>
                <a:latin typeface="Arial"/>
                <a:ea typeface="Arial"/>
                <a:cs typeface="Arial"/>
                <a:sym typeface="Arial"/>
              </a:rPr>
              <a:t>Lọc dựa trên nội dung </a:t>
            </a:r>
            <a:r>
              <a:rPr lang="en-US" sz="1800" b="0" i="0" u="none" strike="noStrike" cap="none">
                <a:solidFill>
                  <a:schemeClr val="dk1"/>
                </a:solidFill>
                <a:latin typeface="Arial"/>
                <a:ea typeface="Arial"/>
                <a:cs typeface="Arial"/>
                <a:sym typeface="Arial"/>
              </a:rPr>
              <a:t>(Content-based filtering)</a:t>
            </a:r>
            <a:endParaRPr sz="1400" b="0" i="0" u="none" strike="noStrike" cap="none">
              <a:solidFill>
                <a:srgbClr val="000000"/>
              </a:solidFill>
              <a:latin typeface="Arial"/>
              <a:ea typeface="Arial"/>
              <a:cs typeface="Arial"/>
              <a:sym typeface="Arial"/>
            </a:endParaRPr>
          </a:p>
        </p:txBody>
      </p:sp>
      <p:pic>
        <p:nvPicPr>
          <p:cNvPr id="738" name="Google Shape;738;p8"/>
          <p:cNvPicPr preferRelativeResize="0"/>
          <p:nvPr/>
        </p:nvPicPr>
        <p:blipFill>
          <a:blip r:embed="rId3">
            <a:alphaModFix/>
          </a:blip>
          <a:stretch>
            <a:fillRect/>
          </a:stretch>
        </p:blipFill>
        <p:spPr>
          <a:xfrm>
            <a:off x="2552312" y="1926225"/>
            <a:ext cx="3939026" cy="2994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9"/>
          <p:cNvSpPr txBox="1">
            <a:spLocks noGrp="1"/>
          </p:cNvSpPr>
          <p:nvPr>
            <p:ph type="title"/>
          </p:nvPr>
        </p:nvSpPr>
        <p:spPr>
          <a:xfrm>
            <a:off x="727371" y="337856"/>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Lọc dựa trên nội dung </a:t>
            </a:r>
            <a:r>
              <a:rPr lang="en-US" sz="1800"/>
              <a:t>(Content-based filtering)</a:t>
            </a:r>
            <a:endParaRPr sz="1800"/>
          </a:p>
        </p:txBody>
      </p:sp>
      <p:grpSp>
        <p:nvGrpSpPr>
          <p:cNvPr id="832" name="Google Shape;832;p9"/>
          <p:cNvGrpSpPr/>
          <p:nvPr/>
        </p:nvGrpSpPr>
        <p:grpSpPr>
          <a:xfrm>
            <a:off x="1498896" y="1201107"/>
            <a:ext cx="1155916" cy="837550"/>
            <a:chOff x="124550" y="3466662"/>
            <a:chExt cx="817908" cy="865033"/>
          </a:xfrm>
        </p:grpSpPr>
        <p:sp>
          <p:nvSpPr>
            <p:cNvPr id="833" name="Google Shape;833;p9"/>
            <p:cNvSpPr/>
            <p:nvPr/>
          </p:nvSpPr>
          <p:spPr>
            <a:xfrm>
              <a:off x="125299" y="3466662"/>
              <a:ext cx="817159" cy="826504"/>
            </a:xfrm>
            <a:custGeom>
              <a:avLst/>
              <a:gdLst/>
              <a:ahLst/>
              <a:cxnLst/>
              <a:rect l="l" t="t" r="r" b="b"/>
              <a:pathLst>
                <a:path w="23261" h="23527" extrusionOk="0">
                  <a:moveTo>
                    <a:pt x="5056" y="1442"/>
                  </a:moveTo>
                  <a:cubicBezTo>
                    <a:pt x="2395" y="3046"/>
                    <a:pt x="316" y="7189"/>
                    <a:pt x="29" y="10375"/>
                  </a:cubicBezTo>
                  <a:cubicBezTo>
                    <a:pt x="-258" y="13561"/>
                    <a:pt x="1624" y="18390"/>
                    <a:pt x="3332" y="20558"/>
                  </a:cubicBezTo>
                  <a:cubicBezTo>
                    <a:pt x="5040" y="22726"/>
                    <a:pt x="8003" y="23075"/>
                    <a:pt x="10277" y="23381"/>
                  </a:cubicBezTo>
                  <a:cubicBezTo>
                    <a:pt x="12551" y="23687"/>
                    <a:pt x="14957" y="23581"/>
                    <a:pt x="16977" y="22396"/>
                  </a:cubicBezTo>
                  <a:cubicBezTo>
                    <a:pt x="18997" y="21211"/>
                    <a:pt x="21462" y="18533"/>
                    <a:pt x="22398" y="16272"/>
                  </a:cubicBezTo>
                  <a:cubicBezTo>
                    <a:pt x="23334" y="14011"/>
                    <a:pt x="23663" y="11419"/>
                    <a:pt x="22595" y="8832"/>
                  </a:cubicBezTo>
                  <a:cubicBezTo>
                    <a:pt x="21528" y="6245"/>
                    <a:pt x="18916" y="1984"/>
                    <a:pt x="15993" y="752"/>
                  </a:cubicBezTo>
                  <a:cubicBezTo>
                    <a:pt x="13070" y="-480"/>
                    <a:pt x="7717" y="-162"/>
                    <a:pt x="5056" y="144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9"/>
            <p:cNvSpPr/>
            <p:nvPr/>
          </p:nvSpPr>
          <p:spPr>
            <a:xfrm>
              <a:off x="124550" y="3505191"/>
              <a:ext cx="817159" cy="826504"/>
            </a:xfrm>
            <a:custGeom>
              <a:avLst/>
              <a:gdLst/>
              <a:ahLst/>
              <a:cxnLst/>
              <a:rect l="l" t="t" r="r" b="b"/>
              <a:pathLst>
                <a:path w="23261" h="23527" extrusionOk="0">
                  <a:moveTo>
                    <a:pt x="5056" y="1442"/>
                  </a:moveTo>
                  <a:cubicBezTo>
                    <a:pt x="2395" y="3046"/>
                    <a:pt x="316" y="7189"/>
                    <a:pt x="29" y="10375"/>
                  </a:cubicBezTo>
                  <a:cubicBezTo>
                    <a:pt x="-258" y="13561"/>
                    <a:pt x="1624" y="18390"/>
                    <a:pt x="3332" y="20558"/>
                  </a:cubicBezTo>
                  <a:cubicBezTo>
                    <a:pt x="5040" y="22726"/>
                    <a:pt x="8003" y="23075"/>
                    <a:pt x="10277" y="23381"/>
                  </a:cubicBezTo>
                  <a:cubicBezTo>
                    <a:pt x="12551" y="23687"/>
                    <a:pt x="14957" y="23581"/>
                    <a:pt x="16977" y="22396"/>
                  </a:cubicBezTo>
                  <a:cubicBezTo>
                    <a:pt x="18997" y="21211"/>
                    <a:pt x="21462" y="18533"/>
                    <a:pt x="22398" y="16272"/>
                  </a:cubicBezTo>
                  <a:cubicBezTo>
                    <a:pt x="23334" y="14011"/>
                    <a:pt x="23663" y="11419"/>
                    <a:pt x="22595" y="8832"/>
                  </a:cubicBezTo>
                  <a:cubicBezTo>
                    <a:pt x="21528" y="6245"/>
                    <a:pt x="18916" y="1984"/>
                    <a:pt x="15993" y="752"/>
                  </a:cubicBezTo>
                  <a:cubicBezTo>
                    <a:pt x="13070" y="-480"/>
                    <a:pt x="7717" y="-162"/>
                    <a:pt x="5056" y="1442"/>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5" name="Google Shape;835;p9"/>
          <p:cNvSpPr txBox="1"/>
          <p:nvPr/>
        </p:nvSpPr>
        <p:spPr>
          <a:xfrm>
            <a:off x="1406022" y="1400572"/>
            <a:ext cx="1356654" cy="583811"/>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Movies </a:t>
            </a:r>
            <a:endParaRPr sz="2400" b="0" i="0" u="none" strike="noStrike" cap="none">
              <a:solidFill>
                <a:schemeClr val="dk1"/>
              </a:solidFill>
              <a:latin typeface="Arial"/>
              <a:ea typeface="Arial"/>
              <a:cs typeface="Arial"/>
              <a:sym typeface="Arial"/>
            </a:endParaRPr>
          </a:p>
        </p:txBody>
      </p:sp>
      <p:grpSp>
        <p:nvGrpSpPr>
          <p:cNvPr id="836" name="Google Shape;836;p9"/>
          <p:cNvGrpSpPr/>
          <p:nvPr/>
        </p:nvGrpSpPr>
        <p:grpSpPr>
          <a:xfrm>
            <a:off x="620316" y="1101214"/>
            <a:ext cx="1154857" cy="1631197"/>
            <a:chOff x="3675177" y="3646744"/>
            <a:chExt cx="679085" cy="849244"/>
          </a:xfrm>
        </p:grpSpPr>
        <p:sp>
          <p:nvSpPr>
            <p:cNvPr id="837" name="Google Shape;837;p9"/>
            <p:cNvSpPr/>
            <p:nvPr/>
          </p:nvSpPr>
          <p:spPr>
            <a:xfrm>
              <a:off x="3966189" y="3646744"/>
              <a:ext cx="176252" cy="519207"/>
            </a:xfrm>
            <a:custGeom>
              <a:avLst/>
              <a:gdLst/>
              <a:ahLst/>
              <a:cxnLst/>
              <a:rect l="l" t="t" r="r" b="b"/>
              <a:pathLst>
                <a:path w="4113" h="12109" extrusionOk="0">
                  <a:moveTo>
                    <a:pt x="2723" y="1355"/>
                  </a:moveTo>
                  <a:lnTo>
                    <a:pt x="2723" y="1355"/>
                  </a:lnTo>
                  <a:cubicBezTo>
                    <a:pt x="2717" y="1391"/>
                    <a:pt x="2699" y="1428"/>
                    <a:pt x="2681" y="1464"/>
                  </a:cubicBezTo>
                  <a:cubicBezTo>
                    <a:pt x="2649" y="1561"/>
                    <a:pt x="2580" y="1610"/>
                    <a:pt x="2510" y="1610"/>
                  </a:cubicBezTo>
                  <a:cubicBezTo>
                    <a:pt x="2487" y="1610"/>
                    <a:pt x="2464" y="1605"/>
                    <a:pt x="2443" y="1594"/>
                  </a:cubicBezTo>
                  <a:cubicBezTo>
                    <a:pt x="2399" y="1572"/>
                    <a:pt x="2378" y="1594"/>
                    <a:pt x="2378" y="1529"/>
                  </a:cubicBezTo>
                  <a:cubicBezTo>
                    <a:pt x="2378" y="1464"/>
                    <a:pt x="2508" y="1377"/>
                    <a:pt x="2659" y="1355"/>
                  </a:cubicBezTo>
                  <a:close/>
                  <a:moveTo>
                    <a:pt x="2638" y="3328"/>
                  </a:moveTo>
                  <a:cubicBezTo>
                    <a:pt x="2768" y="3328"/>
                    <a:pt x="2898" y="3393"/>
                    <a:pt x="2985" y="3480"/>
                  </a:cubicBezTo>
                  <a:cubicBezTo>
                    <a:pt x="2876" y="3610"/>
                    <a:pt x="2746" y="3675"/>
                    <a:pt x="2594" y="3675"/>
                  </a:cubicBezTo>
                  <a:cubicBezTo>
                    <a:pt x="2464" y="3675"/>
                    <a:pt x="2378" y="3632"/>
                    <a:pt x="2356" y="3567"/>
                  </a:cubicBezTo>
                  <a:cubicBezTo>
                    <a:pt x="2334" y="3502"/>
                    <a:pt x="2421" y="3393"/>
                    <a:pt x="2508" y="3350"/>
                  </a:cubicBezTo>
                  <a:cubicBezTo>
                    <a:pt x="2551" y="3350"/>
                    <a:pt x="2594" y="3328"/>
                    <a:pt x="2638" y="3328"/>
                  </a:cubicBezTo>
                  <a:close/>
                  <a:moveTo>
                    <a:pt x="2849" y="5579"/>
                  </a:moveTo>
                  <a:cubicBezTo>
                    <a:pt x="2865" y="5579"/>
                    <a:pt x="2881" y="5580"/>
                    <a:pt x="2898" y="5583"/>
                  </a:cubicBezTo>
                  <a:lnTo>
                    <a:pt x="2963" y="5583"/>
                  </a:lnTo>
                  <a:cubicBezTo>
                    <a:pt x="3115" y="5605"/>
                    <a:pt x="3245" y="5691"/>
                    <a:pt x="3332" y="5821"/>
                  </a:cubicBezTo>
                  <a:cubicBezTo>
                    <a:pt x="3310" y="5865"/>
                    <a:pt x="3288" y="5887"/>
                    <a:pt x="3267" y="5930"/>
                  </a:cubicBezTo>
                  <a:cubicBezTo>
                    <a:pt x="3215" y="6008"/>
                    <a:pt x="3123" y="6047"/>
                    <a:pt x="3031" y="6047"/>
                  </a:cubicBezTo>
                  <a:cubicBezTo>
                    <a:pt x="2969" y="6047"/>
                    <a:pt x="2907" y="6030"/>
                    <a:pt x="2855" y="5995"/>
                  </a:cubicBezTo>
                  <a:cubicBezTo>
                    <a:pt x="2659" y="5908"/>
                    <a:pt x="2573" y="5821"/>
                    <a:pt x="2594" y="5735"/>
                  </a:cubicBezTo>
                  <a:cubicBezTo>
                    <a:pt x="2651" y="5640"/>
                    <a:pt x="2741" y="5579"/>
                    <a:pt x="2849" y="5579"/>
                  </a:cubicBezTo>
                  <a:close/>
                  <a:moveTo>
                    <a:pt x="3153" y="7005"/>
                  </a:moveTo>
                  <a:cubicBezTo>
                    <a:pt x="3184" y="7005"/>
                    <a:pt x="3214" y="7020"/>
                    <a:pt x="3245" y="7036"/>
                  </a:cubicBezTo>
                  <a:cubicBezTo>
                    <a:pt x="3267" y="7036"/>
                    <a:pt x="3310" y="7057"/>
                    <a:pt x="3332" y="7079"/>
                  </a:cubicBezTo>
                  <a:cubicBezTo>
                    <a:pt x="3267" y="7209"/>
                    <a:pt x="3158" y="7317"/>
                    <a:pt x="3028" y="7361"/>
                  </a:cubicBezTo>
                  <a:cubicBezTo>
                    <a:pt x="2992" y="7379"/>
                    <a:pt x="2952" y="7389"/>
                    <a:pt x="2914" y="7389"/>
                  </a:cubicBezTo>
                  <a:cubicBezTo>
                    <a:pt x="2859" y="7389"/>
                    <a:pt x="2806" y="7368"/>
                    <a:pt x="2768" y="7317"/>
                  </a:cubicBezTo>
                  <a:cubicBezTo>
                    <a:pt x="2725" y="7274"/>
                    <a:pt x="2768" y="7231"/>
                    <a:pt x="2790" y="7187"/>
                  </a:cubicBezTo>
                  <a:cubicBezTo>
                    <a:pt x="2855" y="7079"/>
                    <a:pt x="2985" y="7014"/>
                    <a:pt x="3115" y="7014"/>
                  </a:cubicBezTo>
                  <a:cubicBezTo>
                    <a:pt x="3127" y="7008"/>
                    <a:pt x="3140" y="7005"/>
                    <a:pt x="3153" y="7005"/>
                  </a:cubicBezTo>
                  <a:close/>
                  <a:moveTo>
                    <a:pt x="3006" y="8878"/>
                  </a:moveTo>
                  <a:cubicBezTo>
                    <a:pt x="3093" y="8878"/>
                    <a:pt x="3180" y="8900"/>
                    <a:pt x="3267" y="8943"/>
                  </a:cubicBezTo>
                  <a:cubicBezTo>
                    <a:pt x="3136" y="9052"/>
                    <a:pt x="2985" y="9139"/>
                    <a:pt x="2811" y="9160"/>
                  </a:cubicBezTo>
                  <a:cubicBezTo>
                    <a:pt x="2794" y="9162"/>
                    <a:pt x="2776" y="9163"/>
                    <a:pt x="2760" y="9163"/>
                  </a:cubicBezTo>
                  <a:cubicBezTo>
                    <a:pt x="2594" y="9163"/>
                    <a:pt x="2486" y="9074"/>
                    <a:pt x="2486" y="9074"/>
                  </a:cubicBezTo>
                  <a:cubicBezTo>
                    <a:pt x="2464" y="9052"/>
                    <a:pt x="2486" y="9030"/>
                    <a:pt x="2529" y="9008"/>
                  </a:cubicBezTo>
                  <a:cubicBezTo>
                    <a:pt x="2681" y="8922"/>
                    <a:pt x="2833" y="8900"/>
                    <a:pt x="3006" y="8900"/>
                  </a:cubicBezTo>
                  <a:lnTo>
                    <a:pt x="3006" y="8878"/>
                  </a:lnTo>
                  <a:close/>
                  <a:moveTo>
                    <a:pt x="3288" y="10678"/>
                  </a:moveTo>
                  <a:cubicBezTo>
                    <a:pt x="3223" y="10786"/>
                    <a:pt x="3115" y="10895"/>
                    <a:pt x="3006" y="10938"/>
                  </a:cubicBezTo>
                  <a:cubicBezTo>
                    <a:pt x="2941" y="10938"/>
                    <a:pt x="2876" y="10916"/>
                    <a:pt x="2833" y="10873"/>
                  </a:cubicBezTo>
                  <a:cubicBezTo>
                    <a:pt x="2811" y="10851"/>
                    <a:pt x="2811" y="10830"/>
                    <a:pt x="2833" y="10808"/>
                  </a:cubicBezTo>
                  <a:cubicBezTo>
                    <a:pt x="2941" y="10721"/>
                    <a:pt x="3093" y="10678"/>
                    <a:pt x="3223" y="10678"/>
                  </a:cubicBezTo>
                  <a:close/>
                  <a:moveTo>
                    <a:pt x="1280" y="0"/>
                  </a:moveTo>
                  <a:cubicBezTo>
                    <a:pt x="1145" y="0"/>
                    <a:pt x="1010" y="25"/>
                    <a:pt x="882" y="76"/>
                  </a:cubicBezTo>
                  <a:cubicBezTo>
                    <a:pt x="275" y="358"/>
                    <a:pt x="14" y="1138"/>
                    <a:pt x="14" y="1160"/>
                  </a:cubicBezTo>
                  <a:cubicBezTo>
                    <a:pt x="1" y="1188"/>
                    <a:pt x="39" y="1215"/>
                    <a:pt x="69" y="1215"/>
                  </a:cubicBezTo>
                  <a:cubicBezTo>
                    <a:pt x="87" y="1215"/>
                    <a:pt x="101" y="1206"/>
                    <a:pt x="101" y="1182"/>
                  </a:cubicBezTo>
                  <a:cubicBezTo>
                    <a:pt x="101" y="1182"/>
                    <a:pt x="340" y="401"/>
                    <a:pt x="903" y="163"/>
                  </a:cubicBezTo>
                  <a:cubicBezTo>
                    <a:pt x="1032" y="112"/>
                    <a:pt x="1163" y="87"/>
                    <a:pt x="1293" y="87"/>
                  </a:cubicBezTo>
                  <a:cubicBezTo>
                    <a:pt x="1492" y="87"/>
                    <a:pt x="1687" y="145"/>
                    <a:pt x="1857" y="250"/>
                  </a:cubicBezTo>
                  <a:cubicBezTo>
                    <a:pt x="2508" y="575"/>
                    <a:pt x="2746" y="987"/>
                    <a:pt x="2746" y="1269"/>
                  </a:cubicBezTo>
                  <a:lnTo>
                    <a:pt x="2659" y="1269"/>
                  </a:lnTo>
                  <a:cubicBezTo>
                    <a:pt x="2464" y="1290"/>
                    <a:pt x="2334" y="1399"/>
                    <a:pt x="2313" y="1507"/>
                  </a:cubicBezTo>
                  <a:cubicBezTo>
                    <a:pt x="2313" y="1550"/>
                    <a:pt x="2313" y="1615"/>
                    <a:pt x="2421" y="1659"/>
                  </a:cubicBezTo>
                  <a:cubicBezTo>
                    <a:pt x="2451" y="1674"/>
                    <a:pt x="2484" y="1681"/>
                    <a:pt x="2517" y="1681"/>
                  </a:cubicBezTo>
                  <a:cubicBezTo>
                    <a:pt x="2625" y="1681"/>
                    <a:pt x="2735" y="1607"/>
                    <a:pt x="2768" y="1507"/>
                  </a:cubicBezTo>
                  <a:cubicBezTo>
                    <a:pt x="2790" y="1442"/>
                    <a:pt x="2811" y="1399"/>
                    <a:pt x="2811" y="1334"/>
                  </a:cubicBezTo>
                  <a:cubicBezTo>
                    <a:pt x="3006" y="1377"/>
                    <a:pt x="3158" y="1485"/>
                    <a:pt x="3223" y="1659"/>
                  </a:cubicBezTo>
                  <a:cubicBezTo>
                    <a:pt x="3418" y="2222"/>
                    <a:pt x="3375" y="2830"/>
                    <a:pt x="3093" y="3350"/>
                  </a:cubicBezTo>
                  <a:lnTo>
                    <a:pt x="3050" y="3415"/>
                  </a:lnTo>
                  <a:cubicBezTo>
                    <a:pt x="2959" y="3310"/>
                    <a:pt x="2827" y="3246"/>
                    <a:pt x="2690" y="3246"/>
                  </a:cubicBezTo>
                  <a:cubicBezTo>
                    <a:pt x="2629" y="3246"/>
                    <a:pt x="2567" y="3258"/>
                    <a:pt x="2508" y="3285"/>
                  </a:cubicBezTo>
                  <a:cubicBezTo>
                    <a:pt x="2378" y="3328"/>
                    <a:pt x="2291" y="3437"/>
                    <a:pt x="2291" y="3567"/>
                  </a:cubicBezTo>
                  <a:cubicBezTo>
                    <a:pt x="2313" y="3632"/>
                    <a:pt x="2356" y="3740"/>
                    <a:pt x="2616" y="3740"/>
                  </a:cubicBezTo>
                  <a:cubicBezTo>
                    <a:pt x="2790" y="3740"/>
                    <a:pt x="2941" y="3675"/>
                    <a:pt x="3050" y="3545"/>
                  </a:cubicBezTo>
                  <a:cubicBezTo>
                    <a:pt x="3071" y="3567"/>
                    <a:pt x="3093" y="3588"/>
                    <a:pt x="3115" y="3610"/>
                  </a:cubicBezTo>
                  <a:cubicBezTo>
                    <a:pt x="3483" y="4260"/>
                    <a:pt x="3570" y="5019"/>
                    <a:pt x="3375" y="5735"/>
                  </a:cubicBezTo>
                  <a:cubicBezTo>
                    <a:pt x="3288" y="5605"/>
                    <a:pt x="3136" y="5518"/>
                    <a:pt x="2963" y="5496"/>
                  </a:cubicBezTo>
                  <a:cubicBezTo>
                    <a:pt x="2933" y="5489"/>
                    <a:pt x="2903" y="5485"/>
                    <a:pt x="2873" y="5485"/>
                  </a:cubicBezTo>
                  <a:cubicBezTo>
                    <a:pt x="2732" y="5485"/>
                    <a:pt x="2601" y="5566"/>
                    <a:pt x="2529" y="5691"/>
                  </a:cubicBezTo>
                  <a:cubicBezTo>
                    <a:pt x="2508" y="5756"/>
                    <a:pt x="2508" y="5908"/>
                    <a:pt x="2811" y="6060"/>
                  </a:cubicBezTo>
                  <a:cubicBezTo>
                    <a:pt x="2884" y="6092"/>
                    <a:pt x="2960" y="6109"/>
                    <a:pt x="3033" y="6109"/>
                  </a:cubicBezTo>
                  <a:cubicBezTo>
                    <a:pt x="3156" y="6109"/>
                    <a:pt x="3272" y="6060"/>
                    <a:pt x="3353" y="5952"/>
                  </a:cubicBezTo>
                  <a:cubicBezTo>
                    <a:pt x="3353" y="5930"/>
                    <a:pt x="3375" y="5908"/>
                    <a:pt x="3397" y="5887"/>
                  </a:cubicBezTo>
                  <a:cubicBezTo>
                    <a:pt x="3440" y="6038"/>
                    <a:pt x="3483" y="6190"/>
                    <a:pt x="3483" y="6342"/>
                  </a:cubicBezTo>
                  <a:cubicBezTo>
                    <a:pt x="3505" y="6559"/>
                    <a:pt x="3462" y="6797"/>
                    <a:pt x="3375" y="7014"/>
                  </a:cubicBezTo>
                  <a:cubicBezTo>
                    <a:pt x="3332" y="6992"/>
                    <a:pt x="3310" y="6971"/>
                    <a:pt x="3267" y="6949"/>
                  </a:cubicBezTo>
                  <a:cubicBezTo>
                    <a:pt x="3217" y="6932"/>
                    <a:pt x="3164" y="6924"/>
                    <a:pt x="3111" y="6924"/>
                  </a:cubicBezTo>
                  <a:cubicBezTo>
                    <a:pt x="2958" y="6924"/>
                    <a:pt x="2805" y="6993"/>
                    <a:pt x="2725" y="7122"/>
                  </a:cubicBezTo>
                  <a:cubicBezTo>
                    <a:pt x="2659" y="7187"/>
                    <a:pt x="2659" y="7296"/>
                    <a:pt x="2703" y="7361"/>
                  </a:cubicBezTo>
                  <a:cubicBezTo>
                    <a:pt x="2761" y="7419"/>
                    <a:pt x="2847" y="7447"/>
                    <a:pt x="2931" y="7447"/>
                  </a:cubicBezTo>
                  <a:cubicBezTo>
                    <a:pt x="2973" y="7447"/>
                    <a:pt x="3014" y="7440"/>
                    <a:pt x="3050" y="7426"/>
                  </a:cubicBezTo>
                  <a:cubicBezTo>
                    <a:pt x="3201" y="7361"/>
                    <a:pt x="3310" y="7274"/>
                    <a:pt x="3397" y="7122"/>
                  </a:cubicBezTo>
                  <a:cubicBezTo>
                    <a:pt x="3548" y="7339"/>
                    <a:pt x="3613" y="7708"/>
                    <a:pt x="3570" y="8206"/>
                  </a:cubicBezTo>
                  <a:cubicBezTo>
                    <a:pt x="3548" y="8445"/>
                    <a:pt x="3462" y="8683"/>
                    <a:pt x="3332" y="8878"/>
                  </a:cubicBezTo>
                  <a:cubicBezTo>
                    <a:pt x="3210" y="8832"/>
                    <a:pt x="3088" y="8809"/>
                    <a:pt x="2968" y="8809"/>
                  </a:cubicBezTo>
                  <a:cubicBezTo>
                    <a:pt x="2810" y="8809"/>
                    <a:pt x="2655" y="8848"/>
                    <a:pt x="2508" y="8922"/>
                  </a:cubicBezTo>
                  <a:cubicBezTo>
                    <a:pt x="2421" y="8987"/>
                    <a:pt x="2421" y="9052"/>
                    <a:pt x="2421" y="9074"/>
                  </a:cubicBezTo>
                  <a:cubicBezTo>
                    <a:pt x="2440" y="9168"/>
                    <a:pt x="2574" y="9229"/>
                    <a:pt x="2751" y="9229"/>
                  </a:cubicBezTo>
                  <a:cubicBezTo>
                    <a:pt x="2778" y="9229"/>
                    <a:pt x="2805" y="9228"/>
                    <a:pt x="2833" y="9225"/>
                  </a:cubicBezTo>
                  <a:cubicBezTo>
                    <a:pt x="3028" y="9204"/>
                    <a:pt x="3223" y="9117"/>
                    <a:pt x="3353" y="8965"/>
                  </a:cubicBezTo>
                  <a:lnTo>
                    <a:pt x="3375" y="8987"/>
                  </a:lnTo>
                  <a:cubicBezTo>
                    <a:pt x="3592" y="9139"/>
                    <a:pt x="3635" y="9399"/>
                    <a:pt x="3592" y="9767"/>
                  </a:cubicBezTo>
                  <a:cubicBezTo>
                    <a:pt x="3548" y="10049"/>
                    <a:pt x="3462" y="10331"/>
                    <a:pt x="3332" y="10613"/>
                  </a:cubicBezTo>
                  <a:cubicBezTo>
                    <a:pt x="3290" y="10604"/>
                    <a:pt x="3248" y="10599"/>
                    <a:pt x="3207" y="10599"/>
                  </a:cubicBezTo>
                  <a:cubicBezTo>
                    <a:pt x="3055" y="10599"/>
                    <a:pt x="2909" y="10658"/>
                    <a:pt x="2790" y="10743"/>
                  </a:cubicBezTo>
                  <a:cubicBezTo>
                    <a:pt x="2746" y="10786"/>
                    <a:pt x="2725" y="10851"/>
                    <a:pt x="2768" y="10916"/>
                  </a:cubicBezTo>
                  <a:cubicBezTo>
                    <a:pt x="2821" y="10970"/>
                    <a:pt x="2890" y="11009"/>
                    <a:pt x="2960" y="11009"/>
                  </a:cubicBezTo>
                  <a:cubicBezTo>
                    <a:pt x="2976" y="11009"/>
                    <a:pt x="2991" y="11007"/>
                    <a:pt x="3006" y="11003"/>
                  </a:cubicBezTo>
                  <a:cubicBezTo>
                    <a:pt x="3180" y="10938"/>
                    <a:pt x="3288" y="10830"/>
                    <a:pt x="3375" y="10678"/>
                  </a:cubicBezTo>
                  <a:cubicBezTo>
                    <a:pt x="3440" y="10700"/>
                    <a:pt x="3505" y="10721"/>
                    <a:pt x="3548" y="10765"/>
                  </a:cubicBezTo>
                  <a:cubicBezTo>
                    <a:pt x="3874" y="10938"/>
                    <a:pt x="3960" y="11393"/>
                    <a:pt x="3765" y="12065"/>
                  </a:cubicBezTo>
                  <a:cubicBezTo>
                    <a:pt x="3765" y="12065"/>
                    <a:pt x="3787" y="12087"/>
                    <a:pt x="3809" y="12109"/>
                  </a:cubicBezTo>
                  <a:cubicBezTo>
                    <a:pt x="3830" y="12109"/>
                    <a:pt x="3852" y="12109"/>
                    <a:pt x="3852" y="12065"/>
                  </a:cubicBezTo>
                  <a:cubicBezTo>
                    <a:pt x="4112" y="11177"/>
                    <a:pt x="3852" y="10830"/>
                    <a:pt x="3592" y="10678"/>
                  </a:cubicBezTo>
                  <a:cubicBezTo>
                    <a:pt x="3548" y="10656"/>
                    <a:pt x="3483" y="10635"/>
                    <a:pt x="3418" y="10613"/>
                  </a:cubicBezTo>
                  <a:cubicBezTo>
                    <a:pt x="3548" y="10353"/>
                    <a:pt x="3635" y="10071"/>
                    <a:pt x="3657" y="9767"/>
                  </a:cubicBezTo>
                  <a:cubicBezTo>
                    <a:pt x="3744" y="9269"/>
                    <a:pt x="3570" y="9030"/>
                    <a:pt x="3440" y="8922"/>
                  </a:cubicBezTo>
                  <a:lnTo>
                    <a:pt x="3397" y="8922"/>
                  </a:lnTo>
                  <a:cubicBezTo>
                    <a:pt x="3548" y="8705"/>
                    <a:pt x="3635" y="8466"/>
                    <a:pt x="3657" y="8228"/>
                  </a:cubicBezTo>
                  <a:cubicBezTo>
                    <a:pt x="3700" y="7534"/>
                    <a:pt x="3570" y="7231"/>
                    <a:pt x="3440" y="7079"/>
                  </a:cubicBezTo>
                  <a:cubicBezTo>
                    <a:pt x="3548" y="6840"/>
                    <a:pt x="3592" y="6580"/>
                    <a:pt x="3570" y="6342"/>
                  </a:cubicBezTo>
                  <a:cubicBezTo>
                    <a:pt x="3570" y="6147"/>
                    <a:pt x="3527" y="5973"/>
                    <a:pt x="3440" y="5821"/>
                  </a:cubicBezTo>
                  <a:cubicBezTo>
                    <a:pt x="3657" y="5063"/>
                    <a:pt x="3570" y="4239"/>
                    <a:pt x="3158" y="3567"/>
                  </a:cubicBezTo>
                  <a:cubicBezTo>
                    <a:pt x="3136" y="3545"/>
                    <a:pt x="3115" y="3502"/>
                    <a:pt x="3093" y="3480"/>
                  </a:cubicBezTo>
                  <a:cubicBezTo>
                    <a:pt x="3115" y="3458"/>
                    <a:pt x="3136" y="3415"/>
                    <a:pt x="3158" y="3393"/>
                  </a:cubicBezTo>
                  <a:cubicBezTo>
                    <a:pt x="3462" y="2851"/>
                    <a:pt x="3505" y="2201"/>
                    <a:pt x="3288" y="1637"/>
                  </a:cubicBezTo>
                  <a:cubicBezTo>
                    <a:pt x="3201" y="1442"/>
                    <a:pt x="3028" y="1290"/>
                    <a:pt x="2811" y="1269"/>
                  </a:cubicBezTo>
                  <a:cubicBezTo>
                    <a:pt x="2811" y="987"/>
                    <a:pt x="2616" y="531"/>
                    <a:pt x="1879" y="163"/>
                  </a:cubicBezTo>
                  <a:cubicBezTo>
                    <a:pt x="1695" y="58"/>
                    <a:pt x="1488" y="0"/>
                    <a:pt x="12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9"/>
            <p:cNvSpPr/>
            <p:nvPr/>
          </p:nvSpPr>
          <p:spPr>
            <a:xfrm>
              <a:off x="3675177" y="3695754"/>
              <a:ext cx="617591" cy="656030"/>
            </a:xfrm>
            <a:custGeom>
              <a:avLst/>
              <a:gdLst/>
              <a:ahLst/>
              <a:cxnLst/>
              <a:rect l="l" t="t" r="r" b="b"/>
              <a:pathLst>
                <a:path w="14412" h="15300" extrusionOk="0">
                  <a:moveTo>
                    <a:pt x="6482" y="1"/>
                  </a:moveTo>
                  <a:cubicBezTo>
                    <a:pt x="4601" y="1"/>
                    <a:pt x="0" y="1812"/>
                    <a:pt x="843" y="2120"/>
                  </a:cubicBezTo>
                  <a:cubicBezTo>
                    <a:pt x="1732" y="2445"/>
                    <a:pt x="4963" y="2510"/>
                    <a:pt x="4963" y="2510"/>
                  </a:cubicBezTo>
                  <a:cubicBezTo>
                    <a:pt x="4963" y="2510"/>
                    <a:pt x="4529" y="13828"/>
                    <a:pt x="4811" y="14695"/>
                  </a:cubicBezTo>
                  <a:cubicBezTo>
                    <a:pt x="4955" y="15128"/>
                    <a:pt x="7291" y="15300"/>
                    <a:pt x="9564" y="15300"/>
                  </a:cubicBezTo>
                  <a:cubicBezTo>
                    <a:pt x="11727" y="15300"/>
                    <a:pt x="13833" y="15144"/>
                    <a:pt x="13938" y="14912"/>
                  </a:cubicBezTo>
                  <a:cubicBezTo>
                    <a:pt x="14411" y="13802"/>
                    <a:pt x="13715" y="10742"/>
                    <a:pt x="9021" y="10742"/>
                  </a:cubicBezTo>
                  <a:cubicBezTo>
                    <a:pt x="8764" y="10742"/>
                    <a:pt x="8496" y="10752"/>
                    <a:pt x="8215" y="10771"/>
                  </a:cubicBezTo>
                  <a:cubicBezTo>
                    <a:pt x="8215" y="10771"/>
                    <a:pt x="8388" y="212"/>
                    <a:pt x="6762" y="17"/>
                  </a:cubicBezTo>
                  <a:cubicBezTo>
                    <a:pt x="6678" y="6"/>
                    <a:pt x="6584" y="1"/>
                    <a:pt x="648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9"/>
            <p:cNvSpPr/>
            <p:nvPr/>
          </p:nvSpPr>
          <p:spPr>
            <a:xfrm>
              <a:off x="3877613" y="3731815"/>
              <a:ext cx="25112" cy="34431"/>
            </a:xfrm>
            <a:custGeom>
              <a:avLst/>
              <a:gdLst/>
              <a:ahLst/>
              <a:cxnLst/>
              <a:rect l="l" t="t" r="r" b="b"/>
              <a:pathLst>
                <a:path w="586" h="803" extrusionOk="0">
                  <a:moveTo>
                    <a:pt x="542" y="0"/>
                  </a:moveTo>
                  <a:cubicBezTo>
                    <a:pt x="520" y="0"/>
                    <a:pt x="499" y="22"/>
                    <a:pt x="499" y="43"/>
                  </a:cubicBezTo>
                  <a:cubicBezTo>
                    <a:pt x="499" y="369"/>
                    <a:pt x="455" y="715"/>
                    <a:pt x="369" y="737"/>
                  </a:cubicBezTo>
                  <a:cubicBezTo>
                    <a:pt x="260" y="737"/>
                    <a:pt x="130" y="434"/>
                    <a:pt x="87" y="195"/>
                  </a:cubicBezTo>
                  <a:cubicBezTo>
                    <a:pt x="87" y="173"/>
                    <a:pt x="65" y="173"/>
                    <a:pt x="43" y="173"/>
                  </a:cubicBezTo>
                  <a:cubicBezTo>
                    <a:pt x="22" y="173"/>
                    <a:pt x="0" y="195"/>
                    <a:pt x="22" y="217"/>
                  </a:cubicBezTo>
                  <a:cubicBezTo>
                    <a:pt x="22" y="325"/>
                    <a:pt x="152" y="802"/>
                    <a:pt x="347" y="802"/>
                  </a:cubicBezTo>
                  <a:lnTo>
                    <a:pt x="369" y="802"/>
                  </a:lnTo>
                  <a:cubicBezTo>
                    <a:pt x="585" y="759"/>
                    <a:pt x="585" y="173"/>
                    <a:pt x="585" y="43"/>
                  </a:cubicBezTo>
                  <a:cubicBezTo>
                    <a:pt x="585" y="22"/>
                    <a:pt x="564" y="0"/>
                    <a:pt x="5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9"/>
            <p:cNvSpPr/>
            <p:nvPr/>
          </p:nvSpPr>
          <p:spPr>
            <a:xfrm>
              <a:off x="3769839" y="3767275"/>
              <a:ext cx="22326" cy="31472"/>
            </a:xfrm>
            <a:custGeom>
              <a:avLst/>
              <a:gdLst/>
              <a:ahLst/>
              <a:cxnLst/>
              <a:rect l="l" t="t" r="r" b="b"/>
              <a:pathLst>
                <a:path w="521" h="734" extrusionOk="0">
                  <a:moveTo>
                    <a:pt x="342" y="1"/>
                  </a:moveTo>
                  <a:cubicBezTo>
                    <a:pt x="316" y="1"/>
                    <a:pt x="288" y="31"/>
                    <a:pt x="304" y="62"/>
                  </a:cubicBezTo>
                  <a:cubicBezTo>
                    <a:pt x="304" y="62"/>
                    <a:pt x="477" y="279"/>
                    <a:pt x="412" y="452"/>
                  </a:cubicBezTo>
                  <a:cubicBezTo>
                    <a:pt x="369" y="561"/>
                    <a:pt x="239" y="626"/>
                    <a:pt x="44" y="647"/>
                  </a:cubicBezTo>
                  <a:cubicBezTo>
                    <a:pt x="22" y="647"/>
                    <a:pt x="0" y="669"/>
                    <a:pt x="0" y="691"/>
                  </a:cubicBezTo>
                  <a:cubicBezTo>
                    <a:pt x="0" y="712"/>
                    <a:pt x="22" y="734"/>
                    <a:pt x="44" y="734"/>
                  </a:cubicBezTo>
                  <a:cubicBezTo>
                    <a:pt x="282" y="691"/>
                    <a:pt x="412" y="626"/>
                    <a:pt x="477" y="496"/>
                  </a:cubicBezTo>
                  <a:cubicBezTo>
                    <a:pt x="521" y="322"/>
                    <a:pt x="477" y="149"/>
                    <a:pt x="369" y="19"/>
                  </a:cubicBezTo>
                  <a:cubicBezTo>
                    <a:pt x="362" y="6"/>
                    <a:pt x="352" y="1"/>
                    <a:pt x="3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9"/>
            <p:cNvSpPr/>
            <p:nvPr/>
          </p:nvSpPr>
          <p:spPr>
            <a:xfrm>
              <a:off x="3806049" y="3727398"/>
              <a:ext cx="36296" cy="75079"/>
            </a:xfrm>
            <a:custGeom>
              <a:avLst/>
              <a:gdLst/>
              <a:ahLst/>
              <a:cxnLst/>
              <a:rect l="l" t="t" r="r" b="b"/>
              <a:pathLst>
                <a:path w="847" h="1751" extrusionOk="0">
                  <a:moveTo>
                    <a:pt x="44" y="0"/>
                  </a:moveTo>
                  <a:cubicBezTo>
                    <a:pt x="33" y="0"/>
                    <a:pt x="22" y="5"/>
                    <a:pt x="22" y="16"/>
                  </a:cubicBezTo>
                  <a:cubicBezTo>
                    <a:pt x="1" y="38"/>
                    <a:pt x="1" y="60"/>
                    <a:pt x="22" y="81"/>
                  </a:cubicBezTo>
                  <a:cubicBezTo>
                    <a:pt x="22" y="81"/>
                    <a:pt x="846" y="1014"/>
                    <a:pt x="434" y="1707"/>
                  </a:cubicBezTo>
                  <a:cubicBezTo>
                    <a:pt x="413" y="1707"/>
                    <a:pt x="413" y="1729"/>
                    <a:pt x="434" y="1751"/>
                  </a:cubicBezTo>
                  <a:lnTo>
                    <a:pt x="478" y="1751"/>
                  </a:lnTo>
                  <a:cubicBezTo>
                    <a:pt x="673" y="1382"/>
                    <a:pt x="651" y="949"/>
                    <a:pt x="456" y="602"/>
                  </a:cubicBezTo>
                  <a:cubicBezTo>
                    <a:pt x="348" y="385"/>
                    <a:pt x="218" y="190"/>
                    <a:pt x="66" y="16"/>
                  </a:cubicBezTo>
                  <a:cubicBezTo>
                    <a:pt x="66" y="5"/>
                    <a:pt x="55" y="0"/>
                    <a:pt x="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9"/>
            <p:cNvSpPr/>
            <p:nvPr/>
          </p:nvSpPr>
          <p:spPr>
            <a:xfrm>
              <a:off x="3722444" y="3763158"/>
              <a:ext cx="15684" cy="21653"/>
            </a:xfrm>
            <a:custGeom>
              <a:avLst/>
              <a:gdLst/>
              <a:ahLst/>
              <a:cxnLst/>
              <a:rect l="l" t="t" r="r" b="b"/>
              <a:pathLst>
                <a:path w="366" h="505" extrusionOk="0">
                  <a:moveTo>
                    <a:pt x="306" y="0"/>
                  </a:moveTo>
                  <a:cubicBezTo>
                    <a:pt x="298" y="0"/>
                    <a:pt x="290" y="2"/>
                    <a:pt x="282" y="6"/>
                  </a:cubicBezTo>
                  <a:cubicBezTo>
                    <a:pt x="261" y="28"/>
                    <a:pt x="0" y="266"/>
                    <a:pt x="22" y="461"/>
                  </a:cubicBezTo>
                  <a:cubicBezTo>
                    <a:pt x="22" y="483"/>
                    <a:pt x="22" y="505"/>
                    <a:pt x="44" y="505"/>
                  </a:cubicBezTo>
                  <a:lnTo>
                    <a:pt x="66" y="505"/>
                  </a:lnTo>
                  <a:cubicBezTo>
                    <a:pt x="87" y="483"/>
                    <a:pt x="87" y="483"/>
                    <a:pt x="87" y="461"/>
                  </a:cubicBezTo>
                  <a:cubicBezTo>
                    <a:pt x="87" y="331"/>
                    <a:pt x="261" y="136"/>
                    <a:pt x="347" y="71"/>
                  </a:cubicBezTo>
                  <a:cubicBezTo>
                    <a:pt x="365" y="36"/>
                    <a:pt x="339" y="0"/>
                    <a:pt x="3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9"/>
            <p:cNvSpPr/>
            <p:nvPr/>
          </p:nvSpPr>
          <p:spPr>
            <a:xfrm>
              <a:off x="3966789" y="3667669"/>
              <a:ext cx="78077" cy="58571"/>
            </a:xfrm>
            <a:custGeom>
              <a:avLst/>
              <a:gdLst/>
              <a:ahLst/>
              <a:cxnLst/>
              <a:rect l="l" t="t" r="r" b="b"/>
              <a:pathLst>
                <a:path w="1822" h="1366" extrusionOk="0">
                  <a:moveTo>
                    <a:pt x="1648" y="0"/>
                  </a:moveTo>
                  <a:lnTo>
                    <a:pt x="0" y="1084"/>
                  </a:lnTo>
                  <a:lnTo>
                    <a:pt x="131" y="1344"/>
                  </a:lnTo>
                  <a:cubicBezTo>
                    <a:pt x="131" y="1344"/>
                    <a:pt x="346" y="1365"/>
                    <a:pt x="615" y="1365"/>
                  </a:cubicBezTo>
                  <a:cubicBezTo>
                    <a:pt x="1019" y="1365"/>
                    <a:pt x="1544" y="1318"/>
                    <a:pt x="1648" y="1084"/>
                  </a:cubicBezTo>
                  <a:cubicBezTo>
                    <a:pt x="1822" y="694"/>
                    <a:pt x="1648" y="0"/>
                    <a:pt x="164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9"/>
            <p:cNvSpPr/>
            <p:nvPr/>
          </p:nvSpPr>
          <p:spPr>
            <a:xfrm>
              <a:off x="3932421" y="3647430"/>
              <a:ext cx="30682" cy="59300"/>
            </a:xfrm>
            <a:custGeom>
              <a:avLst/>
              <a:gdLst/>
              <a:ahLst/>
              <a:cxnLst/>
              <a:rect l="l" t="t" r="r" b="b"/>
              <a:pathLst>
                <a:path w="716" h="1383" extrusionOk="0">
                  <a:moveTo>
                    <a:pt x="418" y="1"/>
                  </a:moveTo>
                  <a:cubicBezTo>
                    <a:pt x="329" y="1"/>
                    <a:pt x="239" y="29"/>
                    <a:pt x="174" y="82"/>
                  </a:cubicBezTo>
                  <a:cubicBezTo>
                    <a:pt x="65" y="147"/>
                    <a:pt x="0" y="234"/>
                    <a:pt x="0" y="364"/>
                  </a:cubicBezTo>
                  <a:cubicBezTo>
                    <a:pt x="0" y="429"/>
                    <a:pt x="44" y="472"/>
                    <a:pt x="109" y="515"/>
                  </a:cubicBezTo>
                  <a:lnTo>
                    <a:pt x="109" y="1339"/>
                  </a:lnTo>
                  <a:cubicBezTo>
                    <a:pt x="109" y="1361"/>
                    <a:pt x="130" y="1383"/>
                    <a:pt x="152" y="1383"/>
                  </a:cubicBezTo>
                  <a:cubicBezTo>
                    <a:pt x="174" y="1383"/>
                    <a:pt x="195" y="1361"/>
                    <a:pt x="195" y="1339"/>
                  </a:cubicBezTo>
                  <a:lnTo>
                    <a:pt x="195" y="472"/>
                  </a:lnTo>
                  <a:cubicBezTo>
                    <a:pt x="195" y="472"/>
                    <a:pt x="174" y="450"/>
                    <a:pt x="174" y="450"/>
                  </a:cubicBezTo>
                  <a:cubicBezTo>
                    <a:pt x="130" y="429"/>
                    <a:pt x="87" y="385"/>
                    <a:pt x="87" y="342"/>
                  </a:cubicBezTo>
                  <a:cubicBezTo>
                    <a:pt x="87" y="255"/>
                    <a:pt x="130" y="190"/>
                    <a:pt x="217" y="147"/>
                  </a:cubicBezTo>
                  <a:cubicBezTo>
                    <a:pt x="273" y="105"/>
                    <a:pt x="347" y="81"/>
                    <a:pt x="422" y="81"/>
                  </a:cubicBezTo>
                  <a:cubicBezTo>
                    <a:pt x="463" y="81"/>
                    <a:pt x="504" y="88"/>
                    <a:pt x="542" y="103"/>
                  </a:cubicBezTo>
                  <a:cubicBezTo>
                    <a:pt x="586" y="125"/>
                    <a:pt x="607" y="147"/>
                    <a:pt x="629" y="212"/>
                  </a:cubicBezTo>
                  <a:cubicBezTo>
                    <a:pt x="629" y="299"/>
                    <a:pt x="477" y="407"/>
                    <a:pt x="412" y="450"/>
                  </a:cubicBezTo>
                  <a:cubicBezTo>
                    <a:pt x="412" y="450"/>
                    <a:pt x="391" y="472"/>
                    <a:pt x="412" y="494"/>
                  </a:cubicBezTo>
                  <a:lnTo>
                    <a:pt x="651" y="1361"/>
                  </a:lnTo>
                  <a:cubicBezTo>
                    <a:pt x="651" y="1361"/>
                    <a:pt x="651" y="1383"/>
                    <a:pt x="672" y="1383"/>
                  </a:cubicBezTo>
                  <a:lnTo>
                    <a:pt x="694" y="1383"/>
                  </a:lnTo>
                  <a:cubicBezTo>
                    <a:pt x="716" y="1383"/>
                    <a:pt x="716" y="1361"/>
                    <a:pt x="716" y="1339"/>
                  </a:cubicBezTo>
                  <a:lnTo>
                    <a:pt x="477" y="515"/>
                  </a:lnTo>
                  <a:cubicBezTo>
                    <a:pt x="542" y="472"/>
                    <a:pt x="694" y="342"/>
                    <a:pt x="694" y="212"/>
                  </a:cubicBezTo>
                  <a:cubicBezTo>
                    <a:pt x="694" y="125"/>
                    <a:pt x="651" y="82"/>
                    <a:pt x="586" y="38"/>
                  </a:cubicBezTo>
                  <a:cubicBezTo>
                    <a:pt x="534" y="13"/>
                    <a:pt x="476" y="1"/>
                    <a:pt x="4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9"/>
            <p:cNvSpPr/>
            <p:nvPr/>
          </p:nvSpPr>
          <p:spPr>
            <a:xfrm>
              <a:off x="3895268" y="3653948"/>
              <a:ext cx="30682" cy="59300"/>
            </a:xfrm>
            <a:custGeom>
              <a:avLst/>
              <a:gdLst/>
              <a:ahLst/>
              <a:cxnLst/>
              <a:rect l="l" t="t" r="r" b="b"/>
              <a:pathLst>
                <a:path w="716" h="1383" extrusionOk="0">
                  <a:moveTo>
                    <a:pt x="402" y="0"/>
                  </a:moveTo>
                  <a:cubicBezTo>
                    <a:pt x="317" y="0"/>
                    <a:pt x="231" y="29"/>
                    <a:pt x="152" y="82"/>
                  </a:cubicBezTo>
                  <a:cubicBezTo>
                    <a:pt x="65" y="147"/>
                    <a:pt x="0" y="233"/>
                    <a:pt x="0" y="363"/>
                  </a:cubicBezTo>
                  <a:cubicBezTo>
                    <a:pt x="0" y="428"/>
                    <a:pt x="43" y="472"/>
                    <a:pt x="108" y="515"/>
                  </a:cubicBezTo>
                  <a:lnTo>
                    <a:pt x="108" y="1339"/>
                  </a:lnTo>
                  <a:cubicBezTo>
                    <a:pt x="108" y="1361"/>
                    <a:pt x="130" y="1382"/>
                    <a:pt x="152" y="1382"/>
                  </a:cubicBezTo>
                  <a:cubicBezTo>
                    <a:pt x="173" y="1382"/>
                    <a:pt x="173" y="1361"/>
                    <a:pt x="173" y="1339"/>
                  </a:cubicBezTo>
                  <a:lnTo>
                    <a:pt x="173" y="472"/>
                  </a:lnTo>
                  <a:cubicBezTo>
                    <a:pt x="173" y="472"/>
                    <a:pt x="173" y="450"/>
                    <a:pt x="152" y="450"/>
                  </a:cubicBezTo>
                  <a:cubicBezTo>
                    <a:pt x="108" y="428"/>
                    <a:pt x="65" y="385"/>
                    <a:pt x="65" y="342"/>
                  </a:cubicBezTo>
                  <a:cubicBezTo>
                    <a:pt x="87" y="255"/>
                    <a:pt x="130" y="190"/>
                    <a:pt x="217" y="147"/>
                  </a:cubicBezTo>
                  <a:cubicBezTo>
                    <a:pt x="273" y="105"/>
                    <a:pt x="347" y="81"/>
                    <a:pt x="422" y="81"/>
                  </a:cubicBezTo>
                  <a:cubicBezTo>
                    <a:pt x="463" y="81"/>
                    <a:pt x="504" y="88"/>
                    <a:pt x="542" y="103"/>
                  </a:cubicBezTo>
                  <a:cubicBezTo>
                    <a:pt x="585" y="125"/>
                    <a:pt x="607" y="168"/>
                    <a:pt x="607" y="212"/>
                  </a:cubicBezTo>
                  <a:cubicBezTo>
                    <a:pt x="607" y="298"/>
                    <a:pt x="455" y="407"/>
                    <a:pt x="412" y="450"/>
                  </a:cubicBezTo>
                  <a:cubicBezTo>
                    <a:pt x="390" y="450"/>
                    <a:pt x="390" y="472"/>
                    <a:pt x="390" y="493"/>
                  </a:cubicBezTo>
                  <a:lnTo>
                    <a:pt x="629" y="1361"/>
                  </a:lnTo>
                  <a:cubicBezTo>
                    <a:pt x="629" y="1361"/>
                    <a:pt x="650" y="1382"/>
                    <a:pt x="672" y="1382"/>
                  </a:cubicBezTo>
                  <a:cubicBezTo>
                    <a:pt x="694" y="1382"/>
                    <a:pt x="716" y="1361"/>
                    <a:pt x="716" y="1339"/>
                  </a:cubicBezTo>
                  <a:lnTo>
                    <a:pt x="477" y="515"/>
                  </a:lnTo>
                  <a:cubicBezTo>
                    <a:pt x="542" y="472"/>
                    <a:pt x="694" y="342"/>
                    <a:pt x="694" y="212"/>
                  </a:cubicBezTo>
                  <a:cubicBezTo>
                    <a:pt x="694" y="125"/>
                    <a:pt x="629" y="82"/>
                    <a:pt x="564" y="38"/>
                  </a:cubicBezTo>
                  <a:cubicBezTo>
                    <a:pt x="512" y="13"/>
                    <a:pt x="458" y="0"/>
                    <a:pt x="4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9"/>
            <p:cNvSpPr/>
            <p:nvPr/>
          </p:nvSpPr>
          <p:spPr>
            <a:xfrm>
              <a:off x="3980973" y="3693696"/>
              <a:ext cx="45338" cy="29757"/>
            </a:xfrm>
            <a:custGeom>
              <a:avLst/>
              <a:gdLst/>
              <a:ahLst/>
              <a:cxnLst/>
              <a:rect l="l" t="t" r="r" b="b"/>
              <a:pathLst>
                <a:path w="1058" h="694" extrusionOk="0">
                  <a:moveTo>
                    <a:pt x="1014" y="0"/>
                  </a:moveTo>
                  <a:lnTo>
                    <a:pt x="38" y="390"/>
                  </a:lnTo>
                  <a:cubicBezTo>
                    <a:pt x="1" y="409"/>
                    <a:pt x="12" y="460"/>
                    <a:pt x="57" y="460"/>
                  </a:cubicBezTo>
                  <a:cubicBezTo>
                    <a:pt x="64" y="460"/>
                    <a:pt x="72" y="458"/>
                    <a:pt x="81" y="455"/>
                  </a:cubicBezTo>
                  <a:lnTo>
                    <a:pt x="949" y="109"/>
                  </a:lnTo>
                  <a:lnTo>
                    <a:pt x="949" y="109"/>
                  </a:lnTo>
                  <a:cubicBezTo>
                    <a:pt x="849" y="406"/>
                    <a:pt x="587" y="613"/>
                    <a:pt x="278" y="613"/>
                  </a:cubicBezTo>
                  <a:cubicBezTo>
                    <a:pt x="249" y="613"/>
                    <a:pt x="219" y="611"/>
                    <a:pt x="190" y="607"/>
                  </a:cubicBezTo>
                  <a:cubicBezTo>
                    <a:pt x="168" y="607"/>
                    <a:pt x="168" y="607"/>
                    <a:pt x="146" y="629"/>
                  </a:cubicBezTo>
                  <a:cubicBezTo>
                    <a:pt x="146" y="651"/>
                    <a:pt x="168" y="672"/>
                    <a:pt x="190" y="694"/>
                  </a:cubicBezTo>
                  <a:lnTo>
                    <a:pt x="320" y="694"/>
                  </a:lnTo>
                  <a:cubicBezTo>
                    <a:pt x="862" y="694"/>
                    <a:pt x="1035" y="43"/>
                    <a:pt x="1035" y="43"/>
                  </a:cubicBezTo>
                  <a:cubicBezTo>
                    <a:pt x="1057" y="43"/>
                    <a:pt x="1057" y="22"/>
                    <a:pt x="10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9"/>
            <p:cNvSpPr/>
            <p:nvPr/>
          </p:nvSpPr>
          <p:spPr>
            <a:xfrm>
              <a:off x="3956547" y="3782925"/>
              <a:ext cx="61365" cy="91158"/>
            </a:xfrm>
            <a:custGeom>
              <a:avLst/>
              <a:gdLst/>
              <a:ahLst/>
              <a:cxnLst/>
              <a:rect l="l" t="t" r="r" b="b"/>
              <a:pathLst>
                <a:path w="1432" h="2126" extrusionOk="0">
                  <a:moveTo>
                    <a:pt x="1107" y="0"/>
                  </a:moveTo>
                  <a:cubicBezTo>
                    <a:pt x="1107" y="0"/>
                    <a:pt x="239" y="477"/>
                    <a:pt x="109" y="1150"/>
                  </a:cubicBezTo>
                  <a:cubicBezTo>
                    <a:pt x="1" y="1822"/>
                    <a:pt x="1432" y="2125"/>
                    <a:pt x="1432" y="2125"/>
                  </a:cubicBezTo>
                  <a:cubicBezTo>
                    <a:pt x="1432" y="2125"/>
                    <a:pt x="1389" y="347"/>
                    <a:pt x="110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9"/>
            <p:cNvSpPr/>
            <p:nvPr/>
          </p:nvSpPr>
          <p:spPr>
            <a:xfrm>
              <a:off x="3909795" y="3763287"/>
              <a:ext cx="64450" cy="43178"/>
            </a:xfrm>
            <a:custGeom>
              <a:avLst/>
              <a:gdLst/>
              <a:ahLst/>
              <a:cxnLst/>
              <a:rect l="l" t="t" r="r" b="b"/>
              <a:pathLst>
                <a:path w="1504" h="1007" extrusionOk="0">
                  <a:moveTo>
                    <a:pt x="705" y="0"/>
                  </a:moveTo>
                  <a:cubicBezTo>
                    <a:pt x="445" y="0"/>
                    <a:pt x="246" y="242"/>
                    <a:pt x="246" y="242"/>
                  </a:cubicBezTo>
                  <a:cubicBezTo>
                    <a:pt x="0" y="583"/>
                    <a:pt x="284" y="1007"/>
                    <a:pt x="736" y="1007"/>
                  </a:cubicBezTo>
                  <a:cubicBezTo>
                    <a:pt x="801" y="1007"/>
                    <a:pt x="869" y="998"/>
                    <a:pt x="940" y="979"/>
                  </a:cubicBezTo>
                  <a:cubicBezTo>
                    <a:pt x="1504" y="805"/>
                    <a:pt x="1222" y="198"/>
                    <a:pt x="897" y="47"/>
                  </a:cubicBezTo>
                  <a:cubicBezTo>
                    <a:pt x="831" y="13"/>
                    <a:pt x="766" y="0"/>
                    <a:pt x="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9"/>
            <p:cNvSpPr/>
            <p:nvPr/>
          </p:nvSpPr>
          <p:spPr>
            <a:xfrm>
              <a:off x="4095904" y="4212778"/>
              <a:ext cx="83691" cy="56041"/>
            </a:xfrm>
            <a:custGeom>
              <a:avLst/>
              <a:gdLst/>
              <a:ahLst/>
              <a:cxnLst/>
              <a:rect l="l" t="t" r="r" b="b"/>
              <a:pathLst>
                <a:path w="1953" h="1307" extrusionOk="0">
                  <a:moveTo>
                    <a:pt x="914" y="0"/>
                  </a:moveTo>
                  <a:cubicBezTo>
                    <a:pt x="578" y="0"/>
                    <a:pt x="305" y="317"/>
                    <a:pt x="305" y="317"/>
                  </a:cubicBezTo>
                  <a:cubicBezTo>
                    <a:pt x="1" y="754"/>
                    <a:pt x="362" y="1306"/>
                    <a:pt x="951" y="1306"/>
                  </a:cubicBezTo>
                  <a:cubicBezTo>
                    <a:pt x="1035" y="1306"/>
                    <a:pt x="1123" y="1295"/>
                    <a:pt x="1215" y="1271"/>
                  </a:cubicBezTo>
                  <a:cubicBezTo>
                    <a:pt x="1952" y="1054"/>
                    <a:pt x="1562" y="274"/>
                    <a:pt x="1150" y="57"/>
                  </a:cubicBezTo>
                  <a:cubicBezTo>
                    <a:pt x="1070" y="17"/>
                    <a:pt x="990" y="0"/>
                    <a:pt x="9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9"/>
            <p:cNvSpPr/>
            <p:nvPr/>
          </p:nvSpPr>
          <p:spPr>
            <a:xfrm>
              <a:off x="3879327" y="4088946"/>
              <a:ext cx="113516" cy="75336"/>
            </a:xfrm>
            <a:custGeom>
              <a:avLst/>
              <a:gdLst/>
              <a:ahLst/>
              <a:cxnLst/>
              <a:rect l="l" t="t" r="r" b="b"/>
              <a:pathLst>
                <a:path w="2649" h="1757" extrusionOk="0">
                  <a:moveTo>
                    <a:pt x="1232" y="0"/>
                  </a:moveTo>
                  <a:cubicBezTo>
                    <a:pt x="789" y="0"/>
                    <a:pt x="437" y="408"/>
                    <a:pt x="437" y="408"/>
                  </a:cubicBezTo>
                  <a:cubicBezTo>
                    <a:pt x="0" y="1016"/>
                    <a:pt x="495" y="1756"/>
                    <a:pt x="1294" y="1756"/>
                  </a:cubicBezTo>
                  <a:cubicBezTo>
                    <a:pt x="1408" y="1756"/>
                    <a:pt x="1527" y="1741"/>
                    <a:pt x="1651" y="1709"/>
                  </a:cubicBezTo>
                  <a:cubicBezTo>
                    <a:pt x="2649" y="1427"/>
                    <a:pt x="2128" y="365"/>
                    <a:pt x="1564" y="83"/>
                  </a:cubicBezTo>
                  <a:cubicBezTo>
                    <a:pt x="1451" y="24"/>
                    <a:pt x="1338" y="0"/>
                    <a:pt x="12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9"/>
            <p:cNvSpPr/>
            <p:nvPr/>
          </p:nvSpPr>
          <p:spPr>
            <a:xfrm>
              <a:off x="3884084" y="3832192"/>
              <a:ext cx="64150" cy="80010"/>
            </a:xfrm>
            <a:custGeom>
              <a:avLst/>
              <a:gdLst/>
              <a:ahLst/>
              <a:cxnLst/>
              <a:rect l="l" t="t" r="r" b="b"/>
              <a:pathLst>
                <a:path w="1497" h="1866" extrusionOk="0">
                  <a:moveTo>
                    <a:pt x="66" y="1"/>
                  </a:moveTo>
                  <a:cubicBezTo>
                    <a:pt x="23" y="109"/>
                    <a:pt x="1" y="1865"/>
                    <a:pt x="1" y="1865"/>
                  </a:cubicBezTo>
                  <a:cubicBezTo>
                    <a:pt x="1" y="1865"/>
                    <a:pt x="1302" y="1757"/>
                    <a:pt x="1410" y="846"/>
                  </a:cubicBezTo>
                  <a:cubicBezTo>
                    <a:pt x="1497" y="152"/>
                    <a:pt x="66" y="1"/>
                    <a:pt x="6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9"/>
            <p:cNvSpPr/>
            <p:nvPr/>
          </p:nvSpPr>
          <p:spPr>
            <a:xfrm>
              <a:off x="3958433" y="4293303"/>
              <a:ext cx="49280" cy="199896"/>
            </a:xfrm>
            <a:custGeom>
              <a:avLst/>
              <a:gdLst/>
              <a:ahLst/>
              <a:cxnLst/>
              <a:rect l="l" t="t" r="r" b="b"/>
              <a:pathLst>
                <a:path w="1150" h="4662" extrusionOk="0">
                  <a:moveTo>
                    <a:pt x="0" y="0"/>
                  </a:moveTo>
                  <a:lnTo>
                    <a:pt x="152" y="4661"/>
                  </a:lnTo>
                  <a:lnTo>
                    <a:pt x="998" y="4575"/>
                  </a:lnTo>
                  <a:lnTo>
                    <a:pt x="1149" y="87"/>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9"/>
            <p:cNvSpPr/>
            <p:nvPr/>
          </p:nvSpPr>
          <p:spPr>
            <a:xfrm>
              <a:off x="3882241" y="4293303"/>
              <a:ext cx="48338" cy="199896"/>
            </a:xfrm>
            <a:custGeom>
              <a:avLst/>
              <a:gdLst/>
              <a:ahLst/>
              <a:cxnLst/>
              <a:rect l="l" t="t" r="r" b="b"/>
              <a:pathLst>
                <a:path w="1128" h="4662" extrusionOk="0">
                  <a:moveTo>
                    <a:pt x="1" y="0"/>
                  </a:moveTo>
                  <a:lnTo>
                    <a:pt x="152" y="4661"/>
                  </a:lnTo>
                  <a:lnTo>
                    <a:pt x="998" y="4596"/>
                  </a:lnTo>
                  <a:lnTo>
                    <a:pt x="1128" y="108"/>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9"/>
            <p:cNvSpPr/>
            <p:nvPr/>
          </p:nvSpPr>
          <p:spPr>
            <a:xfrm>
              <a:off x="4220434" y="4282112"/>
              <a:ext cx="59479" cy="198996"/>
            </a:xfrm>
            <a:custGeom>
              <a:avLst/>
              <a:gdLst/>
              <a:ahLst/>
              <a:cxnLst/>
              <a:rect l="l" t="t" r="r" b="b"/>
              <a:pathLst>
                <a:path w="1388" h="4641" extrusionOk="0">
                  <a:moveTo>
                    <a:pt x="0" y="1"/>
                  </a:moveTo>
                  <a:lnTo>
                    <a:pt x="564" y="4641"/>
                  </a:lnTo>
                  <a:lnTo>
                    <a:pt x="1388" y="4489"/>
                  </a:lnTo>
                  <a:lnTo>
                    <a:pt x="114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9"/>
            <p:cNvSpPr/>
            <p:nvPr/>
          </p:nvSpPr>
          <p:spPr>
            <a:xfrm>
              <a:off x="4145184" y="4289573"/>
              <a:ext cx="59479" cy="198052"/>
            </a:xfrm>
            <a:custGeom>
              <a:avLst/>
              <a:gdLst/>
              <a:ahLst/>
              <a:cxnLst/>
              <a:rect l="l" t="t" r="r" b="b"/>
              <a:pathLst>
                <a:path w="1388" h="4619" extrusionOk="0">
                  <a:moveTo>
                    <a:pt x="0" y="0"/>
                  </a:moveTo>
                  <a:lnTo>
                    <a:pt x="542" y="4618"/>
                  </a:lnTo>
                  <a:lnTo>
                    <a:pt x="1388" y="4488"/>
                  </a:lnTo>
                  <a:lnTo>
                    <a:pt x="1128"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9"/>
            <p:cNvSpPr/>
            <p:nvPr/>
          </p:nvSpPr>
          <p:spPr>
            <a:xfrm>
              <a:off x="4003942" y="4270921"/>
              <a:ext cx="150541" cy="80053"/>
            </a:xfrm>
            <a:custGeom>
              <a:avLst/>
              <a:gdLst/>
              <a:ahLst/>
              <a:cxnLst/>
              <a:rect l="l" t="t" r="r" b="b"/>
              <a:pathLst>
                <a:path w="3513" h="1867" extrusionOk="0">
                  <a:moveTo>
                    <a:pt x="1662" y="0"/>
                  </a:moveTo>
                  <a:cubicBezTo>
                    <a:pt x="326" y="0"/>
                    <a:pt x="1" y="1802"/>
                    <a:pt x="1" y="1823"/>
                  </a:cubicBezTo>
                  <a:cubicBezTo>
                    <a:pt x="1" y="1845"/>
                    <a:pt x="22" y="1866"/>
                    <a:pt x="44" y="1866"/>
                  </a:cubicBezTo>
                  <a:cubicBezTo>
                    <a:pt x="66" y="1866"/>
                    <a:pt x="87" y="1845"/>
                    <a:pt x="87" y="1845"/>
                  </a:cubicBezTo>
                  <a:cubicBezTo>
                    <a:pt x="87" y="1824"/>
                    <a:pt x="395" y="90"/>
                    <a:pt x="1683" y="90"/>
                  </a:cubicBezTo>
                  <a:cubicBezTo>
                    <a:pt x="1762" y="90"/>
                    <a:pt x="1844" y="96"/>
                    <a:pt x="1930" y="110"/>
                  </a:cubicBezTo>
                  <a:cubicBezTo>
                    <a:pt x="2841" y="240"/>
                    <a:pt x="3426" y="1780"/>
                    <a:pt x="3426" y="1801"/>
                  </a:cubicBezTo>
                  <a:cubicBezTo>
                    <a:pt x="3426" y="1823"/>
                    <a:pt x="3448" y="1823"/>
                    <a:pt x="3470" y="1823"/>
                  </a:cubicBezTo>
                  <a:cubicBezTo>
                    <a:pt x="3491" y="1823"/>
                    <a:pt x="3513" y="1801"/>
                    <a:pt x="3491" y="1780"/>
                  </a:cubicBezTo>
                  <a:cubicBezTo>
                    <a:pt x="3470" y="1714"/>
                    <a:pt x="2884" y="175"/>
                    <a:pt x="1930" y="23"/>
                  </a:cubicBezTo>
                  <a:cubicBezTo>
                    <a:pt x="1837" y="8"/>
                    <a:pt x="1747" y="0"/>
                    <a:pt x="16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9"/>
            <p:cNvSpPr/>
            <p:nvPr/>
          </p:nvSpPr>
          <p:spPr>
            <a:xfrm>
              <a:off x="3885026" y="4468032"/>
              <a:ext cx="42767" cy="25169"/>
            </a:xfrm>
            <a:custGeom>
              <a:avLst/>
              <a:gdLst/>
              <a:ahLst/>
              <a:cxnLst/>
              <a:rect l="l" t="t" r="r" b="b"/>
              <a:pathLst>
                <a:path w="998" h="587" extrusionOk="0">
                  <a:moveTo>
                    <a:pt x="66" y="1"/>
                  </a:moveTo>
                  <a:lnTo>
                    <a:pt x="1" y="586"/>
                  </a:lnTo>
                  <a:lnTo>
                    <a:pt x="998" y="586"/>
                  </a:lnTo>
                  <a:lnTo>
                    <a:pt x="9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9"/>
            <p:cNvSpPr/>
            <p:nvPr/>
          </p:nvSpPr>
          <p:spPr>
            <a:xfrm>
              <a:off x="3961218" y="4468032"/>
              <a:ext cx="40924" cy="27956"/>
            </a:xfrm>
            <a:custGeom>
              <a:avLst/>
              <a:gdLst/>
              <a:ahLst/>
              <a:cxnLst/>
              <a:rect l="l" t="t" r="r" b="b"/>
              <a:pathLst>
                <a:path w="955" h="652" extrusionOk="0">
                  <a:moveTo>
                    <a:pt x="65" y="1"/>
                  </a:moveTo>
                  <a:lnTo>
                    <a:pt x="0" y="651"/>
                  </a:lnTo>
                  <a:lnTo>
                    <a:pt x="954" y="651"/>
                  </a:lnTo>
                  <a:lnTo>
                    <a:pt x="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9"/>
            <p:cNvSpPr/>
            <p:nvPr/>
          </p:nvSpPr>
          <p:spPr>
            <a:xfrm>
              <a:off x="4162840" y="4468032"/>
              <a:ext cx="44609" cy="25169"/>
            </a:xfrm>
            <a:custGeom>
              <a:avLst/>
              <a:gdLst/>
              <a:ahLst/>
              <a:cxnLst/>
              <a:rect l="l" t="t" r="r" b="b"/>
              <a:pathLst>
                <a:path w="1041" h="587" extrusionOk="0">
                  <a:moveTo>
                    <a:pt x="87" y="1"/>
                  </a:moveTo>
                  <a:lnTo>
                    <a:pt x="0" y="586"/>
                  </a:lnTo>
                  <a:lnTo>
                    <a:pt x="1041" y="586"/>
                  </a:lnTo>
                  <a:lnTo>
                    <a:pt x="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9"/>
            <p:cNvSpPr/>
            <p:nvPr/>
          </p:nvSpPr>
          <p:spPr>
            <a:xfrm>
              <a:off x="4239932" y="4465245"/>
              <a:ext cx="42767" cy="27956"/>
            </a:xfrm>
            <a:custGeom>
              <a:avLst/>
              <a:gdLst/>
              <a:ahLst/>
              <a:cxnLst/>
              <a:rect l="l" t="t" r="r" b="b"/>
              <a:pathLst>
                <a:path w="998" h="652" extrusionOk="0">
                  <a:moveTo>
                    <a:pt x="66" y="1"/>
                  </a:moveTo>
                  <a:lnTo>
                    <a:pt x="1" y="651"/>
                  </a:lnTo>
                  <a:lnTo>
                    <a:pt x="998" y="651"/>
                  </a:lnTo>
                  <a:lnTo>
                    <a:pt x="93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1" name="Google Shape;861;p9"/>
            <p:cNvSpPr/>
            <p:nvPr/>
          </p:nvSpPr>
          <p:spPr>
            <a:xfrm>
              <a:off x="4214863" y="4214451"/>
              <a:ext cx="107817" cy="79796"/>
            </a:xfrm>
            <a:custGeom>
              <a:avLst/>
              <a:gdLst/>
              <a:ahLst/>
              <a:cxnLst/>
              <a:rect l="l" t="t" r="r" b="b"/>
              <a:pathLst>
                <a:path w="2516" h="1861" extrusionOk="0">
                  <a:moveTo>
                    <a:pt x="738" y="1"/>
                  </a:moveTo>
                  <a:cubicBezTo>
                    <a:pt x="320" y="1"/>
                    <a:pt x="0" y="126"/>
                    <a:pt x="0" y="126"/>
                  </a:cubicBezTo>
                  <a:lnTo>
                    <a:pt x="304" y="668"/>
                  </a:lnTo>
                  <a:cubicBezTo>
                    <a:pt x="469" y="617"/>
                    <a:pt x="621" y="595"/>
                    <a:pt x="761" y="595"/>
                  </a:cubicBezTo>
                  <a:cubicBezTo>
                    <a:pt x="1804" y="595"/>
                    <a:pt x="2125" y="1861"/>
                    <a:pt x="2125" y="1861"/>
                  </a:cubicBezTo>
                  <a:lnTo>
                    <a:pt x="2515" y="1579"/>
                  </a:lnTo>
                  <a:cubicBezTo>
                    <a:pt x="2168" y="267"/>
                    <a:pt x="1348" y="1"/>
                    <a:pt x="73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9"/>
            <p:cNvSpPr/>
            <p:nvPr/>
          </p:nvSpPr>
          <p:spPr>
            <a:xfrm>
              <a:off x="4299411" y="4278639"/>
              <a:ext cx="54851" cy="64874"/>
            </a:xfrm>
            <a:custGeom>
              <a:avLst/>
              <a:gdLst/>
              <a:ahLst/>
              <a:cxnLst/>
              <a:rect l="l" t="t" r="r" b="b"/>
              <a:pathLst>
                <a:path w="1280" h="1513" extrusionOk="0">
                  <a:moveTo>
                    <a:pt x="520" y="1"/>
                  </a:moveTo>
                  <a:cubicBezTo>
                    <a:pt x="510" y="1"/>
                    <a:pt x="499" y="6"/>
                    <a:pt x="499" y="17"/>
                  </a:cubicBezTo>
                  <a:cubicBezTo>
                    <a:pt x="477" y="39"/>
                    <a:pt x="477" y="60"/>
                    <a:pt x="499" y="60"/>
                  </a:cubicBezTo>
                  <a:cubicBezTo>
                    <a:pt x="716" y="190"/>
                    <a:pt x="911" y="364"/>
                    <a:pt x="1106" y="537"/>
                  </a:cubicBezTo>
                  <a:cubicBezTo>
                    <a:pt x="1149" y="646"/>
                    <a:pt x="1193" y="667"/>
                    <a:pt x="1149" y="711"/>
                  </a:cubicBezTo>
                  <a:cubicBezTo>
                    <a:pt x="1146" y="713"/>
                    <a:pt x="1140" y="715"/>
                    <a:pt x="1132" y="715"/>
                  </a:cubicBezTo>
                  <a:cubicBezTo>
                    <a:pt x="1077" y="715"/>
                    <a:pt x="910" y="656"/>
                    <a:pt x="759" y="581"/>
                  </a:cubicBezTo>
                  <a:cubicBezTo>
                    <a:pt x="751" y="576"/>
                    <a:pt x="742" y="575"/>
                    <a:pt x="735" y="575"/>
                  </a:cubicBezTo>
                  <a:cubicBezTo>
                    <a:pt x="702" y="575"/>
                    <a:pt x="680" y="606"/>
                    <a:pt x="716" y="624"/>
                  </a:cubicBezTo>
                  <a:cubicBezTo>
                    <a:pt x="867" y="841"/>
                    <a:pt x="1127" y="1231"/>
                    <a:pt x="1062" y="1361"/>
                  </a:cubicBezTo>
                  <a:cubicBezTo>
                    <a:pt x="1062" y="1383"/>
                    <a:pt x="1041" y="1404"/>
                    <a:pt x="1019" y="1404"/>
                  </a:cubicBezTo>
                  <a:cubicBezTo>
                    <a:pt x="1009" y="1406"/>
                    <a:pt x="999" y="1407"/>
                    <a:pt x="990" y="1407"/>
                  </a:cubicBezTo>
                  <a:cubicBezTo>
                    <a:pt x="761" y="1407"/>
                    <a:pt x="539" y="941"/>
                    <a:pt x="477" y="754"/>
                  </a:cubicBezTo>
                  <a:cubicBezTo>
                    <a:pt x="477" y="739"/>
                    <a:pt x="466" y="723"/>
                    <a:pt x="452" y="723"/>
                  </a:cubicBezTo>
                  <a:cubicBezTo>
                    <a:pt x="446" y="723"/>
                    <a:pt x="440" y="726"/>
                    <a:pt x="434" y="732"/>
                  </a:cubicBezTo>
                  <a:cubicBezTo>
                    <a:pt x="412" y="732"/>
                    <a:pt x="390" y="754"/>
                    <a:pt x="390" y="776"/>
                  </a:cubicBezTo>
                  <a:cubicBezTo>
                    <a:pt x="390" y="927"/>
                    <a:pt x="369" y="1231"/>
                    <a:pt x="282" y="1296"/>
                  </a:cubicBezTo>
                  <a:lnTo>
                    <a:pt x="239" y="1296"/>
                  </a:lnTo>
                  <a:cubicBezTo>
                    <a:pt x="217" y="1296"/>
                    <a:pt x="195" y="1274"/>
                    <a:pt x="152" y="1188"/>
                  </a:cubicBezTo>
                  <a:cubicBezTo>
                    <a:pt x="65" y="927"/>
                    <a:pt x="65" y="646"/>
                    <a:pt x="152" y="364"/>
                  </a:cubicBezTo>
                  <a:cubicBezTo>
                    <a:pt x="174" y="364"/>
                    <a:pt x="174" y="342"/>
                    <a:pt x="152" y="320"/>
                  </a:cubicBezTo>
                  <a:cubicBezTo>
                    <a:pt x="152" y="310"/>
                    <a:pt x="141" y="304"/>
                    <a:pt x="130" y="304"/>
                  </a:cubicBezTo>
                  <a:cubicBezTo>
                    <a:pt x="119" y="304"/>
                    <a:pt x="109" y="310"/>
                    <a:pt x="109" y="320"/>
                  </a:cubicBezTo>
                  <a:cubicBezTo>
                    <a:pt x="0" y="602"/>
                    <a:pt x="0" y="927"/>
                    <a:pt x="109" y="1209"/>
                  </a:cubicBezTo>
                  <a:cubicBezTo>
                    <a:pt x="130" y="1296"/>
                    <a:pt x="174" y="1339"/>
                    <a:pt x="239" y="1361"/>
                  </a:cubicBezTo>
                  <a:cubicBezTo>
                    <a:pt x="251" y="1367"/>
                    <a:pt x="264" y="1370"/>
                    <a:pt x="276" y="1370"/>
                  </a:cubicBezTo>
                  <a:cubicBezTo>
                    <a:pt x="305" y="1370"/>
                    <a:pt x="332" y="1355"/>
                    <a:pt x="347" y="1339"/>
                  </a:cubicBezTo>
                  <a:cubicBezTo>
                    <a:pt x="434" y="1231"/>
                    <a:pt x="477" y="1079"/>
                    <a:pt x="477" y="927"/>
                  </a:cubicBezTo>
                  <a:cubicBezTo>
                    <a:pt x="585" y="1144"/>
                    <a:pt x="759" y="1469"/>
                    <a:pt x="997" y="1469"/>
                  </a:cubicBezTo>
                  <a:lnTo>
                    <a:pt x="1041" y="1513"/>
                  </a:lnTo>
                  <a:cubicBezTo>
                    <a:pt x="1084" y="1491"/>
                    <a:pt x="1127" y="1469"/>
                    <a:pt x="1149" y="1404"/>
                  </a:cubicBezTo>
                  <a:cubicBezTo>
                    <a:pt x="1214" y="1253"/>
                    <a:pt x="1019" y="927"/>
                    <a:pt x="867" y="732"/>
                  </a:cubicBezTo>
                  <a:lnTo>
                    <a:pt x="867" y="732"/>
                  </a:lnTo>
                  <a:cubicBezTo>
                    <a:pt x="957" y="762"/>
                    <a:pt x="1067" y="813"/>
                    <a:pt x="1142" y="813"/>
                  </a:cubicBezTo>
                  <a:cubicBezTo>
                    <a:pt x="1175" y="813"/>
                    <a:pt x="1201" y="803"/>
                    <a:pt x="1214" y="776"/>
                  </a:cubicBezTo>
                  <a:cubicBezTo>
                    <a:pt x="1279" y="711"/>
                    <a:pt x="1236" y="581"/>
                    <a:pt x="1171" y="515"/>
                  </a:cubicBezTo>
                  <a:cubicBezTo>
                    <a:pt x="997" y="320"/>
                    <a:pt x="781" y="147"/>
                    <a:pt x="542" y="17"/>
                  </a:cubicBezTo>
                  <a:cubicBezTo>
                    <a:pt x="542" y="6"/>
                    <a:pt x="531" y="1"/>
                    <a:pt x="5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9"/>
            <p:cNvSpPr/>
            <p:nvPr/>
          </p:nvSpPr>
          <p:spPr>
            <a:xfrm>
              <a:off x="3878170" y="3778209"/>
              <a:ext cx="29183" cy="18952"/>
            </a:xfrm>
            <a:custGeom>
              <a:avLst/>
              <a:gdLst/>
              <a:ahLst/>
              <a:cxnLst/>
              <a:rect l="l" t="t" r="r" b="b"/>
              <a:pathLst>
                <a:path w="681" h="442" extrusionOk="0">
                  <a:moveTo>
                    <a:pt x="413" y="1"/>
                  </a:moveTo>
                  <a:cubicBezTo>
                    <a:pt x="285" y="1"/>
                    <a:pt x="139" y="110"/>
                    <a:pt x="139" y="110"/>
                  </a:cubicBezTo>
                  <a:cubicBezTo>
                    <a:pt x="1" y="249"/>
                    <a:pt x="114" y="441"/>
                    <a:pt x="316" y="441"/>
                  </a:cubicBezTo>
                  <a:cubicBezTo>
                    <a:pt x="336" y="441"/>
                    <a:pt x="356" y="439"/>
                    <a:pt x="377" y="436"/>
                  </a:cubicBezTo>
                  <a:cubicBezTo>
                    <a:pt x="594" y="436"/>
                    <a:pt x="681" y="175"/>
                    <a:pt x="529" y="45"/>
                  </a:cubicBezTo>
                  <a:cubicBezTo>
                    <a:pt x="497" y="13"/>
                    <a:pt x="456" y="1"/>
                    <a:pt x="41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9"/>
            <p:cNvSpPr/>
            <p:nvPr/>
          </p:nvSpPr>
          <p:spPr>
            <a:xfrm>
              <a:off x="4148441" y="4279282"/>
              <a:ext cx="29011" cy="18952"/>
            </a:xfrm>
            <a:custGeom>
              <a:avLst/>
              <a:gdLst/>
              <a:ahLst/>
              <a:cxnLst/>
              <a:rect l="l" t="t" r="r" b="b"/>
              <a:pathLst>
                <a:path w="677" h="442" extrusionOk="0">
                  <a:moveTo>
                    <a:pt x="403" y="0"/>
                  </a:moveTo>
                  <a:cubicBezTo>
                    <a:pt x="266" y="0"/>
                    <a:pt x="119" y="110"/>
                    <a:pt x="119" y="110"/>
                  </a:cubicBezTo>
                  <a:cubicBezTo>
                    <a:pt x="1" y="249"/>
                    <a:pt x="116" y="441"/>
                    <a:pt x="318" y="441"/>
                  </a:cubicBezTo>
                  <a:cubicBezTo>
                    <a:pt x="338" y="441"/>
                    <a:pt x="358" y="439"/>
                    <a:pt x="379" y="435"/>
                  </a:cubicBezTo>
                  <a:cubicBezTo>
                    <a:pt x="387" y="436"/>
                    <a:pt x="395" y="437"/>
                    <a:pt x="402" y="437"/>
                  </a:cubicBezTo>
                  <a:cubicBezTo>
                    <a:pt x="583" y="437"/>
                    <a:pt x="677" y="191"/>
                    <a:pt x="531" y="45"/>
                  </a:cubicBezTo>
                  <a:cubicBezTo>
                    <a:pt x="493" y="13"/>
                    <a:pt x="449" y="0"/>
                    <a:pt x="4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9"/>
            <p:cNvSpPr/>
            <p:nvPr/>
          </p:nvSpPr>
          <p:spPr>
            <a:xfrm>
              <a:off x="3889097" y="4291374"/>
              <a:ext cx="29440" cy="18738"/>
            </a:xfrm>
            <a:custGeom>
              <a:avLst/>
              <a:gdLst/>
              <a:ahLst/>
              <a:cxnLst/>
              <a:rect l="l" t="t" r="r" b="b"/>
              <a:pathLst>
                <a:path w="687" h="437" extrusionOk="0">
                  <a:moveTo>
                    <a:pt x="409" y="0"/>
                  </a:moveTo>
                  <a:cubicBezTo>
                    <a:pt x="278" y="0"/>
                    <a:pt x="144" y="110"/>
                    <a:pt x="144" y="110"/>
                  </a:cubicBezTo>
                  <a:cubicBezTo>
                    <a:pt x="0" y="254"/>
                    <a:pt x="129" y="437"/>
                    <a:pt x="346" y="437"/>
                  </a:cubicBezTo>
                  <a:cubicBezTo>
                    <a:pt x="358" y="437"/>
                    <a:pt x="370" y="436"/>
                    <a:pt x="383" y="435"/>
                  </a:cubicBezTo>
                  <a:cubicBezTo>
                    <a:pt x="578" y="435"/>
                    <a:pt x="686" y="175"/>
                    <a:pt x="534" y="45"/>
                  </a:cubicBezTo>
                  <a:cubicBezTo>
                    <a:pt x="496" y="13"/>
                    <a:pt x="453" y="0"/>
                    <a:pt x="40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9"/>
            <p:cNvSpPr/>
            <p:nvPr/>
          </p:nvSpPr>
          <p:spPr>
            <a:xfrm>
              <a:off x="3897968" y="3911774"/>
              <a:ext cx="114373" cy="92144"/>
            </a:xfrm>
            <a:custGeom>
              <a:avLst/>
              <a:gdLst/>
              <a:ahLst/>
              <a:cxnLst/>
              <a:rect l="l" t="t" r="r" b="b"/>
              <a:pathLst>
                <a:path w="2669" h="2149" extrusionOk="0">
                  <a:moveTo>
                    <a:pt x="1633" y="0"/>
                  </a:moveTo>
                  <a:cubicBezTo>
                    <a:pt x="752" y="0"/>
                    <a:pt x="1" y="1273"/>
                    <a:pt x="891" y="1874"/>
                  </a:cubicBezTo>
                  <a:cubicBezTo>
                    <a:pt x="1196" y="2068"/>
                    <a:pt x="1476" y="2149"/>
                    <a:pt x="1718" y="2149"/>
                  </a:cubicBezTo>
                  <a:cubicBezTo>
                    <a:pt x="2231" y="2149"/>
                    <a:pt x="2567" y="1781"/>
                    <a:pt x="2582" y="1353"/>
                  </a:cubicBezTo>
                  <a:cubicBezTo>
                    <a:pt x="2582" y="1353"/>
                    <a:pt x="2669" y="139"/>
                    <a:pt x="1758" y="9"/>
                  </a:cubicBezTo>
                  <a:cubicBezTo>
                    <a:pt x="1716" y="3"/>
                    <a:pt x="1674" y="0"/>
                    <a:pt x="163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9"/>
            <p:cNvSpPr/>
            <p:nvPr/>
          </p:nvSpPr>
          <p:spPr>
            <a:xfrm>
              <a:off x="3961218" y="4007907"/>
              <a:ext cx="66936" cy="99519"/>
            </a:xfrm>
            <a:custGeom>
              <a:avLst/>
              <a:gdLst/>
              <a:ahLst/>
              <a:cxnLst/>
              <a:rect l="l" t="t" r="r" b="b"/>
              <a:pathLst>
                <a:path w="1562" h="2321" extrusionOk="0">
                  <a:moveTo>
                    <a:pt x="1496" y="0"/>
                  </a:moveTo>
                  <a:cubicBezTo>
                    <a:pt x="1496" y="0"/>
                    <a:pt x="0" y="412"/>
                    <a:pt x="174" y="1388"/>
                  </a:cubicBezTo>
                  <a:cubicBezTo>
                    <a:pt x="313" y="2284"/>
                    <a:pt x="1312" y="2320"/>
                    <a:pt x="1474" y="2320"/>
                  </a:cubicBezTo>
                  <a:cubicBezTo>
                    <a:pt x="1489" y="2320"/>
                    <a:pt x="1496" y="2320"/>
                    <a:pt x="1496" y="2320"/>
                  </a:cubicBezTo>
                  <a:cubicBezTo>
                    <a:pt x="1496" y="2320"/>
                    <a:pt x="1561" y="781"/>
                    <a:pt x="149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9"/>
            <p:cNvSpPr/>
            <p:nvPr/>
          </p:nvSpPr>
          <p:spPr>
            <a:xfrm>
              <a:off x="3879456" y="3984667"/>
              <a:ext cx="62308" cy="96990"/>
            </a:xfrm>
            <a:custGeom>
              <a:avLst/>
              <a:gdLst/>
              <a:ahLst/>
              <a:cxnLst/>
              <a:rect l="l" t="t" r="r" b="b"/>
              <a:pathLst>
                <a:path w="1454" h="2262" extrusionOk="0">
                  <a:moveTo>
                    <a:pt x="66" y="0"/>
                  </a:moveTo>
                  <a:cubicBezTo>
                    <a:pt x="66" y="716"/>
                    <a:pt x="0" y="2190"/>
                    <a:pt x="0" y="2255"/>
                  </a:cubicBezTo>
                  <a:cubicBezTo>
                    <a:pt x="0" y="2259"/>
                    <a:pt x="10" y="2262"/>
                    <a:pt x="27" y="2262"/>
                  </a:cubicBezTo>
                  <a:cubicBezTo>
                    <a:pt x="180" y="2262"/>
                    <a:pt x="959" y="2068"/>
                    <a:pt x="1193" y="1366"/>
                  </a:cubicBezTo>
                  <a:cubicBezTo>
                    <a:pt x="1453" y="564"/>
                    <a:pt x="66" y="0"/>
                    <a:pt x="6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9"/>
            <p:cNvSpPr/>
            <p:nvPr/>
          </p:nvSpPr>
          <p:spPr>
            <a:xfrm>
              <a:off x="3871099" y="4186365"/>
              <a:ext cx="62265" cy="93002"/>
            </a:xfrm>
            <a:custGeom>
              <a:avLst/>
              <a:gdLst/>
              <a:ahLst/>
              <a:cxnLst/>
              <a:rect l="l" t="t" r="r" b="b"/>
              <a:pathLst>
                <a:path w="1453" h="2169" extrusionOk="0">
                  <a:moveTo>
                    <a:pt x="195" y="1"/>
                  </a:moveTo>
                  <a:cubicBezTo>
                    <a:pt x="0" y="261"/>
                    <a:pt x="152" y="2169"/>
                    <a:pt x="152" y="2169"/>
                  </a:cubicBezTo>
                  <a:cubicBezTo>
                    <a:pt x="152" y="2169"/>
                    <a:pt x="1453" y="1757"/>
                    <a:pt x="1431" y="933"/>
                  </a:cubicBezTo>
                  <a:cubicBezTo>
                    <a:pt x="1410" y="88"/>
                    <a:pt x="195" y="1"/>
                    <a:pt x="19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9"/>
            <p:cNvSpPr/>
            <p:nvPr/>
          </p:nvSpPr>
          <p:spPr>
            <a:xfrm>
              <a:off x="3957490" y="4165741"/>
              <a:ext cx="114116" cy="88200"/>
            </a:xfrm>
            <a:custGeom>
              <a:avLst/>
              <a:gdLst/>
              <a:ahLst/>
              <a:cxnLst/>
              <a:rect l="l" t="t" r="r" b="b"/>
              <a:pathLst>
                <a:path w="2663" h="2057" extrusionOk="0">
                  <a:moveTo>
                    <a:pt x="1347" y="0"/>
                  </a:moveTo>
                  <a:cubicBezTo>
                    <a:pt x="1324" y="0"/>
                    <a:pt x="1301" y="2"/>
                    <a:pt x="1280" y="5"/>
                  </a:cubicBezTo>
                  <a:cubicBezTo>
                    <a:pt x="1280" y="5"/>
                    <a:pt x="326" y="26"/>
                    <a:pt x="174" y="677"/>
                  </a:cubicBezTo>
                  <a:cubicBezTo>
                    <a:pt x="1" y="1327"/>
                    <a:pt x="109" y="1934"/>
                    <a:pt x="1041" y="2043"/>
                  </a:cubicBezTo>
                  <a:cubicBezTo>
                    <a:pt x="1120" y="2052"/>
                    <a:pt x="1197" y="2057"/>
                    <a:pt x="1272" y="2057"/>
                  </a:cubicBezTo>
                  <a:cubicBezTo>
                    <a:pt x="2071" y="2057"/>
                    <a:pt x="2663" y="1549"/>
                    <a:pt x="2386" y="915"/>
                  </a:cubicBezTo>
                  <a:cubicBezTo>
                    <a:pt x="2122" y="288"/>
                    <a:pt x="1670" y="0"/>
                    <a:pt x="134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9"/>
            <p:cNvSpPr/>
            <p:nvPr/>
          </p:nvSpPr>
          <p:spPr>
            <a:xfrm>
              <a:off x="4062479" y="4153521"/>
              <a:ext cx="92947" cy="56170"/>
            </a:xfrm>
            <a:custGeom>
              <a:avLst/>
              <a:gdLst/>
              <a:ahLst/>
              <a:cxnLst/>
              <a:rect l="l" t="t" r="r" b="b"/>
              <a:pathLst>
                <a:path w="2169" h="1310" extrusionOk="0">
                  <a:moveTo>
                    <a:pt x="601" y="0"/>
                  </a:moveTo>
                  <a:cubicBezTo>
                    <a:pt x="399" y="0"/>
                    <a:pt x="196" y="21"/>
                    <a:pt x="1" y="73"/>
                  </a:cubicBezTo>
                  <a:cubicBezTo>
                    <a:pt x="1" y="73"/>
                    <a:pt x="168" y="1310"/>
                    <a:pt x="1040" y="1310"/>
                  </a:cubicBezTo>
                  <a:cubicBezTo>
                    <a:pt x="1054" y="1310"/>
                    <a:pt x="1069" y="1310"/>
                    <a:pt x="1085" y="1309"/>
                  </a:cubicBezTo>
                  <a:cubicBezTo>
                    <a:pt x="2017" y="1265"/>
                    <a:pt x="2169" y="333"/>
                    <a:pt x="2169" y="333"/>
                  </a:cubicBezTo>
                  <a:cubicBezTo>
                    <a:pt x="2169" y="333"/>
                    <a:pt x="1405" y="0"/>
                    <a:pt x="6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9"/>
            <p:cNvSpPr/>
            <p:nvPr/>
          </p:nvSpPr>
          <p:spPr>
            <a:xfrm>
              <a:off x="3925779" y="4256771"/>
              <a:ext cx="69850" cy="50767"/>
            </a:xfrm>
            <a:custGeom>
              <a:avLst/>
              <a:gdLst/>
              <a:ahLst/>
              <a:cxnLst/>
              <a:rect l="l" t="t" r="r" b="b"/>
              <a:pathLst>
                <a:path w="1630" h="1184" extrusionOk="0">
                  <a:moveTo>
                    <a:pt x="900" y="1"/>
                  </a:moveTo>
                  <a:cubicBezTo>
                    <a:pt x="521" y="1"/>
                    <a:pt x="155" y="462"/>
                    <a:pt x="155" y="462"/>
                  </a:cubicBezTo>
                  <a:cubicBezTo>
                    <a:pt x="1" y="616"/>
                    <a:pt x="139" y="1183"/>
                    <a:pt x="630" y="1183"/>
                  </a:cubicBezTo>
                  <a:cubicBezTo>
                    <a:pt x="690" y="1183"/>
                    <a:pt x="756" y="1175"/>
                    <a:pt x="827" y="1156"/>
                  </a:cubicBezTo>
                  <a:cubicBezTo>
                    <a:pt x="1499" y="982"/>
                    <a:pt x="1630" y="483"/>
                    <a:pt x="1196" y="115"/>
                  </a:cubicBezTo>
                  <a:cubicBezTo>
                    <a:pt x="1101" y="33"/>
                    <a:pt x="1000" y="1"/>
                    <a:pt x="9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9"/>
            <p:cNvSpPr/>
            <p:nvPr/>
          </p:nvSpPr>
          <p:spPr>
            <a:xfrm>
              <a:off x="4170253" y="4175217"/>
              <a:ext cx="69721" cy="58271"/>
            </a:xfrm>
            <a:custGeom>
              <a:avLst/>
              <a:gdLst/>
              <a:ahLst/>
              <a:cxnLst/>
              <a:rect l="l" t="t" r="r" b="b"/>
              <a:pathLst>
                <a:path w="1627" h="1359" extrusionOk="0">
                  <a:moveTo>
                    <a:pt x="152" y="1"/>
                  </a:moveTo>
                  <a:cubicBezTo>
                    <a:pt x="152" y="1"/>
                    <a:pt x="1" y="1236"/>
                    <a:pt x="629" y="1345"/>
                  </a:cubicBezTo>
                  <a:cubicBezTo>
                    <a:pt x="684" y="1354"/>
                    <a:pt x="738" y="1358"/>
                    <a:pt x="793" y="1358"/>
                  </a:cubicBezTo>
                  <a:cubicBezTo>
                    <a:pt x="1125" y="1358"/>
                    <a:pt x="1440" y="1191"/>
                    <a:pt x="1627" y="911"/>
                  </a:cubicBezTo>
                  <a:cubicBezTo>
                    <a:pt x="1431" y="478"/>
                    <a:pt x="152" y="1"/>
                    <a:pt x="15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9"/>
            <p:cNvSpPr/>
            <p:nvPr/>
          </p:nvSpPr>
          <p:spPr>
            <a:xfrm>
              <a:off x="4190351" y="4248539"/>
              <a:ext cx="64493" cy="43178"/>
            </a:xfrm>
            <a:custGeom>
              <a:avLst/>
              <a:gdLst/>
              <a:ahLst/>
              <a:cxnLst/>
              <a:rect l="l" t="t" r="r" b="b"/>
              <a:pathLst>
                <a:path w="1505" h="1007" extrusionOk="0">
                  <a:moveTo>
                    <a:pt x="714" y="0"/>
                  </a:moveTo>
                  <a:cubicBezTo>
                    <a:pt x="460" y="0"/>
                    <a:pt x="247" y="242"/>
                    <a:pt x="247" y="242"/>
                  </a:cubicBezTo>
                  <a:cubicBezTo>
                    <a:pt x="1" y="583"/>
                    <a:pt x="284" y="1007"/>
                    <a:pt x="736" y="1007"/>
                  </a:cubicBezTo>
                  <a:cubicBezTo>
                    <a:pt x="801" y="1007"/>
                    <a:pt x="870" y="998"/>
                    <a:pt x="941" y="979"/>
                  </a:cubicBezTo>
                  <a:cubicBezTo>
                    <a:pt x="1504" y="827"/>
                    <a:pt x="1223" y="220"/>
                    <a:pt x="897" y="47"/>
                  </a:cubicBezTo>
                  <a:cubicBezTo>
                    <a:pt x="835" y="14"/>
                    <a:pt x="773" y="0"/>
                    <a:pt x="7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9"/>
            <p:cNvSpPr/>
            <p:nvPr/>
          </p:nvSpPr>
          <p:spPr>
            <a:xfrm>
              <a:off x="4256644" y="4216123"/>
              <a:ext cx="31625" cy="18266"/>
            </a:xfrm>
            <a:custGeom>
              <a:avLst/>
              <a:gdLst/>
              <a:ahLst/>
              <a:cxnLst/>
              <a:rect l="l" t="t" r="r" b="b"/>
              <a:pathLst>
                <a:path w="738" h="426" extrusionOk="0">
                  <a:moveTo>
                    <a:pt x="109" y="1"/>
                  </a:moveTo>
                  <a:lnTo>
                    <a:pt x="109" y="1"/>
                  </a:lnTo>
                  <a:cubicBezTo>
                    <a:pt x="109" y="1"/>
                    <a:pt x="1" y="369"/>
                    <a:pt x="283" y="412"/>
                  </a:cubicBezTo>
                  <a:cubicBezTo>
                    <a:pt x="319" y="422"/>
                    <a:pt x="355" y="426"/>
                    <a:pt x="391" y="426"/>
                  </a:cubicBezTo>
                  <a:cubicBezTo>
                    <a:pt x="526" y="426"/>
                    <a:pt x="652" y="364"/>
                    <a:pt x="738" y="261"/>
                  </a:cubicBezTo>
                  <a:cubicBezTo>
                    <a:pt x="543" y="131"/>
                    <a:pt x="326" y="44"/>
                    <a:pt x="10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9"/>
            <p:cNvSpPr/>
            <p:nvPr/>
          </p:nvSpPr>
          <p:spPr>
            <a:xfrm>
              <a:off x="3891540" y="4401099"/>
              <a:ext cx="9342" cy="17709"/>
            </a:xfrm>
            <a:custGeom>
              <a:avLst/>
              <a:gdLst/>
              <a:ahLst/>
              <a:cxnLst/>
              <a:rect l="l" t="t" r="r" b="b"/>
              <a:pathLst>
                <a:path w="218" h="413" extrusionOk="0">
                  <a:moveTo>
                    <a:pt x="130" y="1"/>
                  </a:moveTo>
                  <a:cubicBezTo>
                    <a:pt x="109" y="1"/>
                    <a:pt x="87" y="23"/>
                    <a:pt x="65" y="44"/>
                  </a:cubicBezTo>
                  <a:cubicBezTo>
                    <a:pt x="65" y="44"/>
                    <a:pt x="0" y="305"/>
                    <a:pt x="152" y="413"/>
                  </a:cubicBezTo>
                  <a:lnTo>
                    <a:pt x="174" y="413"/>
                  </a:lnTo>
                  <a:cubicBezTo>
                    <a:pt x="195" y="391"/>
                    <a:pt x="195" y="391"/>
                    <a:pt x="217" y="391"/>
                  </a:cubicBezTo>
                  <a:cubicBezTo>
                    <a:pt x="217" y="370"/>
                    <a:pt x="217" y="348"/>
                    <a:pt x="195" y="326"/>
                  </a:cubicBezTo>
                  <a:cubicBezTo>
                    <a:pt x="87" y="261"/>
                    <a:pt x="152" y="66"/>
                    <a:pt x="152" y="66"/>
                  </a:cubicBezTo>
                  <a:cubicBezTo>
                    <a:pt x="152" y="44"/>
                    <a:pt x="152" y="23"/>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9"/>
            <p:cNvSpPr/>
            <p:nvPr/>
          </p:nvSpPr>
          <p:spPr>
            <a:xfrm>
              <a:off x="3900839" y="4386263"/>
              <a:ext cx="9299" cy="16765"/>
            </a:xfrm>
            <a:custGeom>
              <a:avLst/>
              <a:gdLst/>
              <a:ahLst/>
              <a:cxnLst/>
              <a:rect l="l" t="t" r="r" b="b"/>
              <a:pathLst>
                <a:path w="217" h="391" extrusionOk="0">
                  <a:moveTo>
                    <a:pt x="130" y="0"/>
                  </a:moveTo>
                  <a:cubicBezTo>
                    <a:pt x="109" y="0"/>
                    <a:pt x="87" y="0"/>
                    <a:pt x="65" y="22"/>
                  </a:cubicBezTo>
                  <a:cubicBezTo>
                    <a:pt x="65" y="43"/>
                    <a:pt x="0" y="304"/>
                    <a:pt x="152" y="390"/>
                  </a:cubicBezTo>
                  <a:lnTo>
                    <a:pt x="174" y="390"/>
                  </a:lnTo>
                  <a:cubicBezTo>
                    <a:pt x="195" y="390"/>
                    <a:pt x="195" y="390"/>
                    <a:pt x="217" y="369"/>
                  </a:cubicBezTo>
                  <a:cubicBezTo>
                    <a:pt x="217" y="369"/>
                    <a:pt x="217" y="325"/>
                    <a:pt x="195" y="325"/>
                  </a:cubicBezTo>
                  <a:cubicBezTo>
                    <a:pt x="87" y="260"/>
                    <a:pt x="152" y="43"/>
                    <a:pt x="152" y="43"/>
                  </a:cubicBezTo>
                  <a:cubicBezTo>
                    <a:pt x="152" y="22"/>
                    <a:pt x="152" y="0"/>
                    <a:pt x="1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9"/>
            <p:cNvSpPr/>
            <p:nvPr/>
          </p:nvSpPr>
          <p:spPr>
            <a:xfrm>
              <a:off x="3893383" y="4429956"/>
              <a:ext cx="9342" cy="17666"/>
            </a:xfrm>
            <a:custGeom>
              <a:avLst/>
              <a:gdLst/>
              <a:ahLst/>
              <a:cxnLst/>
              <a:rect l="l" t="t" r="r" b="b"/>
              <a:pathLst>
                <a:path w="218" h="412" extrusionOk="0">
                  <a:moveTo>
                    <a:pt x="131" y="0"/>
                  </a:moveTo>
                  <a:cubicBezTo>
                    <a:pt x="109" y="0"/>
                    <a:pt x="87" y="22"/>
                    <a:pt x="66" y="43"/>
                  </a:cubicBezTo>
                  <a:cubicBezTo>
                    <a:pt x="66" y="43"/>
                    <a:pt x="1" y="304"/>
                    <a:pt x="152" y="412"/>
                  </a:cubicBezTo>
                  <a:lnTo>
                    <a:pt x="174" y="412"/>
                  </a:lnTo>
                  <a:cubicBezTo>
                    <a:pt x="196" y="390"/>
                    <a:pt x="196" y="390"/>
                    <a:pt x="217" y="390"/>
                  </a:cubicBezTo>
                  <a:cubicBezTo>
                    <a:pt x="217" y="369"/>
                    <a:pt x="217" y="347"/>
                    <a:pt x="196" y="325"/>
                  </a:cubicBezTo>
                  <a:cubicBezTo>
                    <a:pt x="87" y="260"/>
                    <a:pt x="152" y="65"/>
                    <a:pt x="152" y="65"/>
                  </a:cubicBezTo>
                  <a:cubicBezTo>
                    <a:pt x="152" y="43"/>
                    <a:pt x="131" y="0"/>
                    <a:pt x="1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9" name="Google Shape;879;p9"/>
            <p:cNvSpPr/>
            <p:nvPr/>
          </p:nvSpPr>
          <p:spPr>
            <a:xfrm>
              <a:off x="3904524" y="4418765"/>
              <a:ext cx="9342" cy="17494"/>
            </a:xfrm>
            <a:custGeom>
              <a:avLst/>
              <a:gdLst/>
              <a:ahLst/>
              <a:cxnLst/>
              <a:rect l="l" t="t" r="r" b="b"/>
              <a:pathLst>
                <a:path w="218" h="408" extrusionOk="0">
                  <a:moveTo>
                    <a:pt x="131" y="1"/>
                  </a:moveTo>
                  <a:cubicBezTo>
                    <a:pt x="88" y="1"/>
                    <a:pt x="66" y="23"/>
                    <a:pt x="66" y="44"/>
                  </a:cubicBezTo>
                  <a:cubicBezTo>
                    <a:pt x="66" y="44"/>
                    <a:pt x="1" y="304"/>
                    <a:pt x="153" y="391"/>
                  </a:cubicBezTo>
                  <a:cubicBezTo>
                    <a:pt x="153" y="402"/>
                    <a:pt x="158" y="407"/>
                    <a:pt x="163" y="407"/>
                  </a:cubicBezTo>
                  <a:cubicBezTo>
                    <a:pt x="169" y="407"/>
                    <a:pt x="174" y="402"/>
                    <a:pt x="174" y="391"/>
                  </a:cubicBezTo>
                  <a:cubicBezTo>
                    <a:pt x="196" y="391"/>
                    <a:pt x="196" y="391"/>
                    <a:pt x="218" y="369"/>
                  </a:cubicBezTo>
                  <a:cubicBezTo>
                    <a:pt x="218" y="369"/>
                    <a:pt x="218" y="326"/>
                    <a:pt x="196" y="326"/>
                  </a:cubicBezTo>
                  <a:cubicBezTo>
                    <a:pt x="88" y="261"/>
                    <a:pt x="153" y="44"/>
                    <a:pt x="153" y="44"/>
                  </a:cubicBezTo>
                  <a:cubicBezTo>
                    <a:pt x="153" y="23"/>
                    <a:pt x="131"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9"/>
            <p:cNvSpPr/>
            <p:nvPr/>
          </p:nvSpPr>
          <p:spPr>
            <a:xfrm>
              <a:off x="3888755" y="4373100"/>
              <a:ext cx="9342" cy="16894"/>
            </a:xfrm>
            <a:custGeom>
              <a:avLst/>
              <a:gdLst/>
              <a:ahLst/>
              <a:cxnLst/>
              <a:rect l="l" t="t" r="r" b="b"/>
              <a:pathLst>
                <a:path w="218" h="394" extrusionOk="0">
                  <a:moveTo>
                    <a:pt x="112" y="0"/>
                  </a:moveTo>
                  <a:cubicBezTo>
                    <a:pt x="99" y="0"/>
                    <a:pt x="87" y="7"/>
                    <a:pt x="87" y="25"/>
                  </a:cubicBezTo>
                  <a:cubicBezTo>
                    <a:pt x="65" y="25"/>
                    <a:pt x="0" y="285"/>
                    <a:pt x="152" y="394"/>
                  </a:cubicBezTo>
                  <a:lnTo>
                    <a:pt x="174" y="394"/>
                  </a:lnTo>
                  <a:cubicBezTo>
                    <a:pt x="195" y="372"/>
                    <a:pt x="217" y="372"/>
                    <a:pt x="217" y="350"/>
                  </a:cubicBezTo>
                  <a:cubicBezTo>
                    <a:pt x="217" y="350"/>
                    <a:pt x="217" y="329"/>
                    <a:pt x="195" y="307"/>
                  </a:cubicBezTo>
                  <a:cubicBezTo>
                    <a:pt x="87" y="242"/>
                    <a:pt x="152" y="25"/>
                    <a:pt x="152" y="25"/>
                  </a:cubicBezTo>
                  <a:cubicBezTo>
                    <a:pt x="152" y="13"/>
                    <a:pt x="130" y="0"/>
                    <a:pt x="1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9"/>
            <p:cNvSpPr/>
            <p:nvPr/>
          </p:nvSpPr>
          <p:spPr>
            <a:xfrm>
              <a:off x="3900839" y="4362637"/>
              <a:ext cx="9299" cy="17151"/>
            </a:xfrm>
            <a:custGeom>
              <a:avLst/>
              <a:gdLst/>
              <a:ahLst/>
              <a:cxnLst/>
              <a:rect l="l" t="t" r="r" b="b"/>
              <a:pathLst>
                <a:path w="217" h="400" extrusionOk="0">
                  <a:moveTo>
                    <a:pt x="111" y="0"/>
                  </a:moveTo>
                  <a:cubicBezTo>
                    <a:pt x="96" y="0"/>
                    <a:pt x="81" y="15"/>
                    <a:pt x="65" y="31"/>
                  </a:cubicBezTo>
                  <a:cubicBezTo>
                    <a:pt x="65" y="52"/>
                    <a:pt x="0" y="291"/>
                    <a:pt x="152" y="399"/>
                  </a:cubicBezTo>
                  <a:lnTo>
                    <a:pt x="174" y="399"/>
                  </a:lnTo>
                  <a:cubicBezTo>
                    <a:pt x="195" y="399"/>
                    <a:pt x="195" y="378"/>
                    <a:pt x="217" y="378"/>
                  </a:cubicBezTo>
                  <a:cubicBezTo>
                    <a:pt x="217" y="356"/>
                    <a:pt x="217" y="334"/>
                    <a:pt x="195" y="313"/>
                  </a:cubicBezTo>
                  <a:cubicBezTo>
                    <a:pt x="87" y="269"/>
                    <a:pt x="152" y="52"/>
                    <a:pt x="152" y="52"/>
                  </a:cubicBezTo>
                  <a:cubicBezTo>
                    <a:pt x="152" y="31"/>
                    <a:pt x="152" y="9"/>
                    <a:pt x="130" y="9"/>
                  </a:cubicBezTo>
                  <a:cubicBezTo>
                    <a:pt x="124" y="3"/>
                    <a:pt x="118" y="0"/>
                    <a:pt x="1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9"/>
            <p:cNvSpPr/>
            <p:nvPr/>
          </p:nvSpPr>
          <p:spPr>
            <a:xfrm>
              <a:off x="3889655" y="4351832"/>
              <a:ext cx="9342" cy="17709"/>
            </a:xfrm>
            <a:custGeom>
              <a:avLst/>
              <a:gdLst/>
              <a:ahLst/>
              <a:cxnLst/>
              <a:rect l="l" t="t" r="r" b="b"/>
              <a:pathLst>
                <a:path w="218" h="413" extrusionOk="0">
                  <a:moveTo>
                    <a:pt x="131" y="1"/>
                  </a:moveTo>
                  <a:cubicBezTo>
                    <a:pt x="109" y="1"/>
                    <a:pt x="88" y="23"/>
                    <a:pt x="88" y="44"/>
                  </a:cubicBezTo>
                  <a:cubicBezTo>
                    <a:pt x="66" y="44"/>
                    <a:pt x="1" y="304"/>
                    <a:pt x="153" y="413"/>
                  </a:cubicBezTo>
                  <a:lnTo>
                    <a:pt x="174" y="413"/>
                  </a:lnTo>
                  <a:cubicBezTo>
                    <a:pt x="196" y="391"/>
                    <a:pt x="218" y="391"/>
                    <a:pt x="218" y="391"/>
                  </a:cubicBezTo>
                  <a:cubicBezTo>
                    <a:pt x="218" y="369"/>
                    <a:pt x="218" y="348"/>
                    <a:pt x="196" y="326"/>
                  </a:cubicBezTo>
                  <a:cubicBezTo>
                    <a:pt x="88" y="261"/>
                    <a:pt x="153" y="66"/>
                    <a:pt x="153" y="66"/>
                  </a:cubicBezTo>
                  <a:cubicBezTo>
                    <a:pt x="153" y="44"/>
                    <a:pt x="153" y="23"/>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9"/>
            <p:cNvSpPr/>
            <p:nvPr/>
          </p:nvSpPr>
          <p:spPr>
            <a:xfrm>
              <a:off x="3970517" y="4404829"/>
              <a:ext cx="9299" cy="17709"/>
            </a:xfrm>
            <a:custGeom>
              <a:avLst/>
              <a:gdLst/>
              <a:ahLst/>
              <a:cxnLst/>
              <a:rect l="l" t="t" r="r" b="b"/>
              <a:pathLst>
                <a:path w="217" h="413" extrusionOk="0">
                  <a:moveTo>
                    <a:pt x="130" y="1"/>
                  </a:moveTo>
                  <a:cubicBezTo>
                    <a:pt x="109" y="1"/>
                    <a:pt x="87" y="22"/>
                    <a:pt x="65" y="44"/>
                  </a:cubicBezTo>
                  <a:cubicBezTo>
                    <a:pt x="65" y="44"/>
                    <a:pt x="0" y="304"/>
                    <a:pt x="152" y="413"/>
                  </a:cubicBezTo>
                  <a:lnTo>
                    <a:pt x="174" y="413"/>
                  </a:lnTo>
                  <a:cubicBezTo>
                    <a:pt x="195" y="391"/>
                    <a:pt x="195" y="391"/>
                    <a:pt x="195" y="391"/>
                  </a:cubicBezTo>
                  <a:cubicBezTo>
                    <a:pt x="217" y="369"/>
                    <a:pt x="217" y="348"/>
                    <a:pt x="195" y="326"/>
                  </a:cubicBezTo>
                  <a:cubicBezTo>
                    <a:pt x="87" y="261"/>
                    <a:pt x="152" y="66"/>
                    <a:pt x="152" y="66"/>
                  </a:cubicBezTo>
                  <a:cubicBezTo>
                    <a:pt x="152" y="44"/>
                    <a:pt x="152" y="22"/>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9"/>
            <p:cNvSpPr/>
            <p:nvPr/>
          </p:nvSpPr>
          <p:spPr>
            <a:xfrm>
              <a:off x="3979774" y="4389865"/>
              <a:ext cx="9342" cy="16894"/>
            </a:xfrm>
            <a:custGeom>
              <a:avLst/>
              <a:gdLst/>
              <a:ahLst/>
              <a:cxnLst/>
              <a:rect l="l" t="t" r="r" b="b"/>
              <a:pathLst>
                <a:path w="218" h="394" extrusionOk="0">
                  <a:moveTo>
                    <a:pt x="104" y="1"/>
                  </a:moveTo>
                  <a:cubicBezTo>
                    <a:pt x="89" y="1"/>
                    <a:pt x="74" y="8"/>
                    <a:pt x="66" y="24"/>
                  </a:cubicBezTo>
                  <a:cubicBezTo>
                    <a:pt x="66" y="46"/>
                    <a:pt x="1" y="306"/>
                    <a:pt x="153" y="393"/>
                  </a:cubicBezTo>
                  <a:lnTo>
                    <a:pt x="174" y="393"/>
                  </a:lnTo>
                  <a:cubicBezTo>
                    <a:pt x="196" y="393"/>
                    <a:pt x="196" y="393"/>
                    <a:pt x="196" y="371"/>
                  </a:cubicBezTo>
                  <a:cubicBezTo>
                    <a:pt x="218" y="350"/>
                    <a:pt x="218" y="328"/>
                    <a:pt x="196" y="328"/>
                  </a:cubicBezTo>
                  <a:cubicBezTo>
                    <a:pt x="88"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9"/>
            <p:cNvSpPr/>
            <p:nvPr/>
          </p:nvSpPr>
          <p:spPr>
            <a:xfrm>
              <a:off x="3972360" y="4433643"/>
              <a:ext cx="9342" cy="16808"/>
            </a:xfrm>
            <a:custGeom>
              <a:avLst/>
              <a:gdLst/>
              <a:ahLst/>
              <a:cxnLst/>
              <a:rect l="l" t="t" r="r" b="b"/>
              <a:pathLst>
                <a:path w="218" h="392" extrusionOk="0">
                  <a:moveTo>
                    <a:pt x="131" y="1"/>
                  </a:moveTo>
                  <a:cubicBezTo>
                    <a:pt x="109" y="1"/>
                    <a:pt x="87" y="1"/>
                    <a:pt x="66" y="22"/>
                  </a:cubicBezTo>
                  <a:cubicBezTo>
                    <a:pt x="66" y="44"/>
                    <a:pt x="1" y="304"/>
                    <a:pt x="152" y="391"/>
                  </a:cubicBezTo>
                  <a:lnTo>
                    <a:pt x="174" y="391"/>
                  </a:lnTo>
                  <a:cubicBezTo>
                    <a:pt x="196" y="391"/>
                    <a:pt x="196" y="391"/>
                    <a:pt x="217" y="369"/>
                  </a:cubicBezTo>
                  <a:cubicBezTo>
                    <a:pt x="217" y="369"/>
                    <a:pt x="217" y="326"/>
                    <a:pt x="196" y="326"/>
                  </a:cubicBezTo>
                  <a:cubicBezTo>
                    <a:pt x="87" y="261"/>
                    <a:pt x="152" y="44"/>
                    <a:pt x="152" y="44"/>
                  </a:cubicBezTo>
                  <a:cubicBezTo>
                    <a:pt x="152" y="22"/>
                    <a:pt x="152"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9"/>
            <p:cNvSpPr/>
            <p:nvPr/>
          </p:nvSpPr>
          <p:spPr>
            <a:xfrm>
              <a:off x="3983502" y="4422838"/>
              <a:ext cx="9342" cy="16422"/>
            </a:xfrm>
            <a:custGeom>
              <a:avLst/>
              <a:gdLst/>
              <a:ahLst/>
              <a:cxnLst/>
              <a:rect l="l" t="t" r="r" b="b"/>
              <a:pathLst>
                <a:path w="218" h="383" extrusionOk="0">
                  <a:moveTo>
                    <a:pt x="107" y="0"/>
                  </a:moveTo>
                  <a:cubicBezTo>
                    <a:pt x="91" y="0"/>
                    <a:pt x="75" y="5"/>
                    <a:pt x="66" y="14"/>
                  </a:cubicBezTo>
                  <a:cubicBezTo>
                    <a:pt x="66" y="36"/>
                    <a:pt x="1" y="296"/>
                    <a:pt x="152" y="383"/>
                  </a:cubicBezTo>
                  <a:lnTo>
                    <a:pt x="174" y="383"/>
                  </a:lnTo>
                  <a:cubicBezTo>
                    <a:pt x="196" y="383"/>
                    <a:pt x="196" y="383"/>
                    <a:pt x="196" y="361"/>
                  </a:cubicBezTo>
                  <a:cubicBezTo>
                    <a:pt x="218" y="361"/>
                    <a:pt x="218" y="318"/>
                    <a:pt x="196" y="318"/>
                  </a:cubicBezTo>
                  <a:cubicBezTo>
                    <a:pt x="87" y="253"/>
                    <a:pt x="152" y="36"/>
                    <a:pt x="152" y="36"/>
                  </a:cubicBezTo>
                  <a:cubicBezTo>
                    <a:pt x="152" y="11"/>
                    <a:pt x="130" y="0"/>
                    <a:pt x="1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7" name="Google Shape;887;p9"/>
            <p:cNvSpPr/>
            <p:nvPr/>
          </p:nvSpPr>
          <p:spPr>
            <a:xfrm>
              <a:off x="3967732" y="4376015"/>
              <a:ext cx="9299" cy="16765"/>
            </a:xfrm>
            <a:custGeom>
              <a:avLst/>
              <a:gdLst/>
              <a:ahLst/>
              <a:cxnLst/>
              <a:rect l="l" t="t" r="r" b="b"/>
              <a:pathLst>
                <a:path w="217" h="391" extrusionOk="0">
                  <a:moveTo>
                    <a:pt x="130" y="1"/>
                  </a:moveTo>
                  <a:cubicBezTo>
                    <a:pt x="109" y="1"/>
                    <a:pt x="87" y="1"/>
                    <a:pt x="87" y="22"/>
                  </a:cubicBezTo>
                  <a:cubicBezTo>
                    <a:pt x="65" y="44"/>
                    <a:pt x="0" y="304"/>
                    <a:pt x="152" y="391"/>
                  </a:cubicBezTo>
                  <a:lnTo>
                    <a:pt x="174" y="391"/>
                  </a:lnTo>
                  <a:cubicBezTo>
                    <a:pt x="195" y="391"/>
                    <a:pt x="195" y="391"/>
                    <a:pt x="195" y="369"/>
                  </a:cubicBezTo>
                  <a:cubicBezTo>
                    <a:pt x="217" y="369"/>
                    <a:pt x="217" y="326"/>
                    <a:pt x="195" y="326"/>
                  </a:cubicBezTo>
                  <a:cubicBezTo>
                    <a:pt x="87" y="261"/>
                    <a:pt x="152" y="44"/>
                    <a:pt x="152" y="44"/>
                  </a:cubicBezTo>
                  <a:cubicBezTo>
                    <a:pt x="152" y="22"/>
                    <a:pt x="152" y="1"/>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9"/>
            <p:cNvSpPr/>
            <p:nvPr/>
          </p:nvSpPr>
          <p:spPr>
            <a:xfrm>
              <a:off x="3979774" y="4366625"/>
              <a:ext cx="9342" cy="16894"/>
            </a:xfrm>
            <a:custGeom>
              <a:avLst/>
              <a:gdLst/>
              <a:ahLst/>
              <a:cxnLst/>
              <a:rect l="l" t="t" r="r" b="b"/>
              <a:pathLst>
                <a:path w="218" h="394" extrusionOk="0">
                  <a:moveTo>
                    <a:pt x="104" y="1"/>
                  </a:moveTo>
                  <a:cubicBezTo>
                    <a:pt x="89" y="1"/>
                    <a:pt x="74" y="8"/>
                    <a:pt x="66" y="24"/>
                  </a:cubicBezTo>
                  <a:cubicBezTo>
                    <a:pt x="66" y="46"/>
                    <a:pt x="1" y="306"/>
                    <a:pt x="153" y="393"/>
                  </a:cubicBezTo>
                  <a:lnTo>
                    <a:pt x="174" y="393"/>
                  </a:lnTo>
                  <a:cubicBezTo>
                    <a:pt x="196" y="393"/>
                    <a:pt x="196" y="393"/>
                    <a:pt x="196" y="371"/>
                  </a:cubicBezTo>
                  <a:cubicBezTo>
                    <a:pt x="218" y="350"/>
                    <a:pt x="218" y="328"/>
                    <a:pt x="196" y="328"/>
                  </a:cubicBezTo>
                  <a:cubicBezTo>
                    <a:pt x="88"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9" name="Google Shape;889;p9"/>
            <p:cNvSpPr/>
            <p:nvPr/>
          </p:nvSpPr>
          <p:spPr>
            <a:xfrm>
              <a:off x="3968632" y="4355562"/>
              <a:ext cx="9342" cy="16765"/>
            </a:xfrm>
            <a:custGeom>
              <a:avLst/>
              <a:gdLst/>
              <a:ahLst/>
              <a:cxnLst/>
              <a:rect l="l" t="t" r="r" b="b"/>
              <a:pathLst>
                <a:path w="218" h="391" extrusionOk="0">
                  <a:moveTo>
                    <a:pt x="131" y="1"/>
                  </a:moveTo>
                  <a:cubicBezTo>
                    <a:pt x="109" y="1"/>
                    <a:pt x="88" y="1"/>
                    <a:pt x="88" y="22"/>
                  </a:cubicBezTo>
                  <a:cubicBezTo>
                    <a:pt x="66" y="44"/>
                    <a:pt x="1" y="304"/>
                    <a:pt x="153" y="391"/>
                  </a:cubicBezTo>
                  <a:lnTo>
                    <a:pt x="174" y="391"/>
                  </a:lnTo>
                  <a:cubicBezTo>
                    <a:pt x="196" y="391"/>
                    <a:pt x="218" y="391"/>
                    <a:pt x="218" y="369"/>
                  </a:cubicBezTo>
                  <a:cubicBezTo>
                    <a:pt x="218" y="369"/>
                    <a:pt x="218" y="326"/>
                    <a:pt x="196" y="326"/>
                  </a:cubicBezTo>
                  <a:cubicBezTo>
                    <a:pt x="88" y="261"/>
                    <a:pt x="153" y="44"/>
                    <a:pt x="153" y="44"/>
                  </a:cubicBezTo>
                  <a:cubicBezTo>
                    <a:pt x="153" y="22"/>
                    <a:pt x="153"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9"/>
            <p:cNvSpPr/>
            <p:nvPr/>
          </p:nvSpPr>
          <p:spPr>
            <a:xfrm>
              <a:off x="4163740" y="4407531"/>
              <a:ext cx="9342" cy="16851"/>
            </a:xfrm>
            <a:custGeom>
              <a:avLst/>
              <a:gdLst/>
              <a:ahLst/>
              <a:cxnLst/>
              <a:rect l="l" t="t" r="r" b="b"/>
              <a:pathLst>
                <a:path w="218" h="393" extrusionOk="0">
                  <a:moveTo>
                    <a:pt x="104" y="1"/>
                  </a:moveTo>
                  <a:cubicBezTo>
                    <a:pt x="89" y="1"/>
                    <a:pt x="74" y="8"/>
                    <a:pt x="66" y="24"/>
                  </a:cubicBezTo>
                  <a:cubicBezTo>
                    <a:pt x="66" y="46"/>
                    <a:pt x="1" y="285"/>
                    <a:pt x="153" y="393"/>
                  </a:cubicBezTo>
                  <a:lnTo>
                    <a:pt x="174" y="393"/>
                  </a:lnTo>
                  <a:cubicBezTo>
                    <a:pt x="174" y="393"/>
                    <a:pt x="196" y="371"/>
                    <a:pt x="196" y="371"/>
                  </a:cubicBezTo>
                  <a:cubicBezTo>
                    <a:pt x="218" y="350"/>
                    <a:pt x="218" y="328"/>
                    <a:pt x="196" y="306"/>
                  </a:cubicBezTo>
                  <a:cubicBezTo>
                    <a:pt x="87"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9"/>
            <p:cNvSpPr/>
            <p:nvPr/>
          </p:nvSpPr>
          <p:spPr>
            <a:xfrm>
              <a:off x="4173039" y="4392266"/>
              <a:ext cx="9342" cy="17280"/>
            </a:xfrm>
            <a:custGeom>
              <a:avLst/>
              <a:gdLst/>
              <a:ahLst/>
              <a:cxnLst/>
              <a:rect l="l" t="t" r="r" b="b"/>
              <a:pathLst>
                <a:path w="218" h="403" extrusionOk="0">
                  <a:moveTo>
                    <a:pt x="98" y="0"/>
                  </a:moveTo>
                  <a:cubicBezTo>
                    <a:pt x="80" y="0"/>
                    <a:pt x="66" y="10"/>
                    <a:pt x="66" y="34"/>
                  </a:cubicBezTo>
                  <a:cubicBezTo>
                    <a:pt x="66" y="34"/>
                    <a:pt x="1" y="294"/>
                    <a:pt x="152" y="402"/>
                  </a:cubicBezTo>
                  <a:lnTo>
                    <a:pt x="174" y="402"/>
                  </a:lnTo>
                  <a:cubicBezTo>
                    <a:pt x="196" y="380"/>
                    <a:pt x="196" y="380"/>
                    <a:pt x="217" y="380"/>
                  </a:cubicBezTo>
                  <a:cubicBezTo>
                    <a:pt x="217" y="359"/>
                    <a:pt x="217" y="337"/>
                    <a:pt x="196" y="315"/>
                  </a:cubicBezTo>
                  <a:cubicBezTo>
                    <a:pt x="87" y="250"/>
                    <a:pt x="152" y="55"/>
                    <a:pt x="152" y="55"/>
                  </a:cubicBezTo>
                  <a:cubicBezTo>
                    <a:pt x="166" y="28"/>
                    <a:pt x="128" y="0"/>
                    <a:pt x="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9"/>
            <p:cNvSpPr/>
            <p:nvPr/>
          </p:nvSpPr>
          <p:spPr>
            <a:xfrm>
              <a:off x="4165625" y="4436430"/>
              <a:ext cx="9299" cy="16808"/>
            </a:xfrm>
            <a:custGeom>
              <a:avLst/>
              <a:gdLst/>
              <a:ahLst/>
              <a:cxnLst/>
              <a:rect l="l" t="t" r="r" b="b"/>
              <a:pathLst>
                <a:path w="217" h="392" extrusionOk="0">
                  <a:moveTo>
                    <a:pt x="109" y="1"/>
                  </a:moveTo>
                  <a:cubicBezTo>
                    <a:pt x="87" y="1"/>
                    <a:pt x="87" y="1"/>
                    <a:pt x="65" y="23"/>
                  </a:cubicBezTo>
                  <a:cubicBezTo>
                    <a:pt x="65" y="44"/>
                    <a:pt x="0" y="304"/>
                    <a:pt x="152" y="391"/>
                  </a:cubicBezTo>
                  <a:lnTo>
                    <a:pt x="174" y="391"/>
                  </a:lnTo>
                  <a:cubicBezTo>
                    <a:pt x="217" y="391"/>
                    <a:pt x="217" y="348"/>
                    <a:pt x="195" y="326"/>
                  </a:cubicBezTo>
                  <a:cubicBezTo>
                    <a:pt x="87" y="261"/>
                    <a:pt x="152" y="44"/>
                    <a:pt x="152" y="44"/>
                  </a:cubicBezTo>
                  <a:cubicBezTo>
                    <a:pt x="152" y="23"/>
                    <a:pt x="130"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 name="Google Shape;893;p9"/>
            <p:cNvSpPr/>
            <p:nvPr/>
          </p:nvSpPr>
          <p:spPr>
            <a:xfrm>
              <a:off x="4176767" y="4424339"/>
              <a:ext cx="9342" cy="17709"/>
            </a:xfrm>
            <a:custGeom>
              <a:avLst/>
              <a:gdLst/>
              <a:ahLst/>
              <a:cxnLst/>
              <a:rect l="l" t="t" r="r" b="b"/>
              <a:pathLst>
                <a:path w="218" h="413" extrusionOk="0">
                  <a:moveTo>
                    <a:pt x="109" y="1"/>
                  </a:moveTo>
                  <a:cubicBezTo>
                    <a:pt x="87" y="1"/>
                    <a:pt x="65" y="23"/>
                    <a:pt x="65" y="44"/>
                  </a:cubicBezTo>
                  <a:cubicBezTo>
                    <a:pt x="65" y="44"/>
                    <a:pt x="0" y="305"/>
                    <a:pt x="152" y="413"/>
                  </a:cubicBezTo>
                  <a:lnTo>
                    <a:pt x="174" y="413"/>
                  </a:lnTo>
                  <a:cubicBezTo>
                    <a:pt x="195" y="413"/>
                    <a:pt x="195" y="391"/>
                    <a:pt x="217" y="370"/>
                  </a:cubicBezTo>
                  <a:cubicBezTo>
                    <a:pt x="217" y="370"/>
                    <a:pt x="217" y="348"/>
                    <a:pt x="195" y="326"/>
                  </a:cubicBezTo>
                  <a:cubicBezTo>
                    <a:pt x="87" y="261"/>
                    <a:pt x="152" y="66"/>
                    <a:pt x="152" y="66"/>
                  </a:cubicBezTo>
                  <a:cubicBezTo>
                    <a:pt x="152" y="44"/>
                    <a:pt x="130"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4" name="Google Shape;894;p9"/>
            <p:cNvSpPr/>
            <p:nvPr/>
          </p:nvSpPr>
          <p:spPr>
            <a:xfrm>
              <a:off x="4160954" y="4378717"/>
              <a:ext cx="9342" cy="16851"/>
            </a:xfrm>
            <a:custGeom>
              <a:avLst/>
              <a:gdLst/>
              <a:ahLst/>
              <a:cxnLst/>
              <a:rect l="l" t="t" r="r" b="b"/>
              <a:pathLst>
                <a:path w="218" h="393" extrusionOk="0">
                  <a:moveTo>
                    <a:pt x="104" y="1"/>
                  </a:moveTo>
                  <a:cubicBezTo>
                    <a:pt x="89" y="1"/>
                    <a:pt x="74" y="8"/>
                    <a:pt x="66" y="24"/>
                  </a:cubicBezTo>
                  <a:cubicBezTo>
                    <a:pt x="66" y="24"/>
                    <a:pt x="1" y="284"/>
                    <a:pt x="152" y="393"/>
                  </a:cubicBezTo>
                  <a:lnTo>
                    <a:pt x="174" y="393"/>
                  </a:lnTo>
                  <a:cubicBezTo>
                    <a:pt x="196" y="371"/>
                    <a:pt x="196" y="371"/>
                    <a:pt x="196" y="371"/>
                  </a:cubicBezTo>
                  <a:cubicBezTo>
                    <a:pt x="218" y="350"/>
                    <a:pt x="218" y="328"/>
                    <a:pt x="196" y="306"/>
                  </a:cubicBezTo>
                  <a:cubicBezTo>
                    <a:pt x="87" y="241"/>
                    <a:pt x="152" y="46"/>
                    <a:pt x="152" y="46"/>
                  </a:cubicBezTo>
                  <a:cubicBezTo>
                    <a:pt x="152"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5" name="Google Shape;895;p9"/>
            <p:cNvSpPr/>
            <p:nvPr/>
          </p:nvSpPr>
          <p:spPr>
            <a:xfrm>
              <a:off x="4173039" y="4368512"/>
              <a:ext cx="9342" cy="16851"/>
            </a:xfrm>
            <a:custGeom>
              <a:avLst/>
              <a:gdLst/>
              <a:ahLst/>
              <a:cxnLst/>
              <a:rect l="l" t="t" r="r" b="b"/>
              <a:pathLst>
                <a:path w="218" h="393" extrusionOk="0">
                  <a:moveTo>
                    <a:pt x="103" y="0"/>
                  </a:moveTo>
                  <a:cubicBezTo>
                    <a:pt x="88" y="0"/>
                    <a:pt x="74" y="7"/>
                    <a:pt x="66" y="24"/>
                  </a:cubicBezTo>
                  <a:cubicBezTo>
                    <a:pt x="66" y="46"/>
                    <a:pt x="1" y="284"/>
                    <a:pt x="152" y="392"/>
                  </a:cubicBezTo>
                  <a:lnTo>
                    <a:pt x="174" y="392"/>
                  </a:lnTo>
                  <a:cubicBezTo>
                    <a:pt x="196" y="392"/>
                    <a:pt x="196" y="392"/>
                    <a:pt x="217" y="371"/>
                  </a:cubicBezTo>
                  <a:cubicBezTo>
                    <a:pt x="217" y="349"/>
                    <a:pt x="217" y="327"/>
                    <a:pt x="196" y="327"/>
                  </a:cubicBezTo>
                  <a:cubicBezTo>
                    <a:pt x="87" y="262"/>
                    <a:pt x="152" y="46"/>
                    <a:pt x="152" y="46"/>
                  </a:cubicBezTo>
                  <a:cubicBezTo>
                    <a:pt x="152" y="19"/>
                    <a:pt x="127" y="0"/>
                    <a:pt x="1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6" name="Google Shape;896;p9"/>
            <p:cNvSpPr/>
            <p:nvPr/>
          </p:nvSpPr>
          <p:spPr>
            <a:xfrm>
              <a:off x="4161897" y="4357406"/>
              <a:ext cx="10242" cy="17709"/>
            </a:xfrm>
            <a:custGeom>
              <a:avLst/>
              <a:gdLst/>
              <a:ahLst/>
              <a:cxnLst/>
              <a:rect l="l" t="t" r="r" b="b"/>
              <a:pathLst>
                <a:path w="239" h="413" extrusionOk="0">
                  <a:moveTo>
                    <a:pt x="130" y="1"/>
                  </a:moveTo>
                  <a:cubicBezTo>
                    <a:pt x="109" y="1"/>
                    <a:pt x="87" y="23"/>
                    <a:pt x="65" y="44"/>
                  </a:cubicBezTo>
                  <a:cubicBezTo>
                    <a:pt x="65" y="44"/>
                    <a:pt x="0" y="305"/>
                    <a:pt x="152" y="413"/>
                  </a:cubicBezTo>
                  <a:lnTo>
                    <a:pt x="174" y="413"/>
                  </a:lnTo>
                  <a:lnTo>
                    <a:pt x="174" y="391"/>
                  </a:lnTo>
                  <a:cubicBezTo>
                    <a:pt x="217" y="391"/>
                    <a:pt x="239" y="348"/>
                    <a:pt x="196" y="326"/>
                  </a:cubicBezTo>
                  <a:cubicBezTo>
                    <a:pt x="87" y="283"/>
                    <a:pt x="152" y="66"/>
                    <a:pt x="152" y="66"/>
                  </a:cubicBezTo>
                  <a:cubicBezTo>
                    <a:pt x="152" y="44"/>
                    <a:pt x="130" y="23"/>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7" name="Google Shape;897;p9"/>
            <p:cNvSpPr/>
            <p:nvPr/>
          </p:nvSpPr>
          <p:spPr>
            <a:xfrm>
              <a:off x="4069893" y="4331379"/>
              <a:ext cx="17698" cy="5660"/>
            </a:xfrm>
            <a:custGeom>
              <a:avLst/>
              <a:gdLst/>
              <a:ahLst/>
              <a:cxnLst/>
              <a:rect l="l" t="t" r="r" b="b"/>
              <a:pathLst>
                <a:path w="413" h="132" extrusionOk="0">
                  <a:moveTo>
                    <a:pt x="66" y="1"/>
                  </a:moveTo>
                  <a:cubicBezTo>
                    <a:pt x="44" y="1"/>
                    <a:pt x="23" y="1"/>
                    <a:pt x="1" y="23"/>
                  </a:cubicBezTo>
                  <a:cubicBezTo>
                    <a:pt x="1" y="44"/>
                    <a:pt x="1" y="66"/>
                    <a:pt x="23" y="88"/>
                  </a:cubicBezTo>
                  <a:cubicBezTo>
                    <a:pt x="88" y="109"/>
                    <a:pt x="153" y="131"/>
                    <a:pt x="239" y="131"/>
                  </a:cubicBezTo>
                  <a:cubicBezTo>
                    <a:pt x="283" y="131"/>
                    <a:pt x="348" y="109"/>
                    <a:pt x="391" y="66"/>
                  </a:cubicBezTo>
                  <a:cubicBezTo>
                    <a:pt x="413" y="44"/>
                    <a:pt x="413" y="23"/>
                    <a:pt x="391" y="1"/>
                  </a:cubicBezTo>
                  <a:lnTo>
                    <a:pt x="326" y="1"/>
                  </a:lnTo>
                  <a:cubicBezTo>
                    <a:pt x="305" y="37"/>
                    <a:pt x="268" y="49"/>
                    <a:pt x="230" y="49"/>
                  </a:cubicBezTo>
                  <a:cubicBezTo>
                    <a:pt x="153" y="49"/>
                    <a:pt x="66"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8" name="Google Shape;898;p9"/>
            <p:cNvSpPr/>
            <p:nvPr/>
          </p:nvSpPr>
          <p:spPr>
            <a:xfrm>
              <a:off x="4048552" y="4337296"/>
              <a:ext cx="18384" cy="6217"/>
            </a:xfrm>
            <a:custGeom>
              <a:avLst/>
              <a:gdLst/>
              <a:ahLst/>
              <a:cxnLst/>
              <a:rect l="l" t="t" r="r" b="b"/>
              <a:pathLst>
                <a:path w="429" h="145" extrusionOk="0">
                  <a:moveTo>
                    <a:pt x="378" y="0"/>
                  </a:moveTo>
                  <a:cubicBezTo>
                    <a:pt x="368" y="0"/>
                    <a:pt x="358" y="4"/>
                    <a:pt x="347" y="15"/>
                  </a:cubicBezTo>
                  <a:cubicBezTo>
                    <a:pt x="318" y="44"/>
                    <a:pt x="277" y="53"/>
                    <a:pt x="236" y="53"/>
                  </a:cubicBezTo>
                  <a:cubicBezTo>
                    <a:pt x="152" y="53"/>
                    <a:pt x="65" y="15"/>
                    <a:pt x="65" y="15"/>
                  </a:cubicBezTo>
                  <a:cubicBezTo>
                    <a:pt x="59" y="8"/>
                    <a:pt x="53" y="6"/>
                    <a:pt x="47" y="6"/>
                  </a:cubicBezTo>
                  <a:cubicBezTo>
                    <a:pt x="33" y="6"/>
                    <a:pt x="22" y="21"/>
                    <a:pt x="22" y="36"/>
                  </a:cubicBezTo>
                  <a:cubicBezTo>
                    <a:pt x="0" y="58"/>
                    <a:pt x="22" y="80"/>
                    <a:pt x="44" y="80"/>
                  </a:cubicBezTo>
                  <a:cubicBezTo>
                    <a:pt x="109" y="123"/>
                    <a:pt x="174" y="123"/>
                    <a:pt x="239" y="145"/>
                  </a:cubicBezTo>
                  <a:cubicBezTo>
                    <a:pt x="304" y="123"/>
                    <a:pt x="369" y="101"/>
                    <a:pt x="412" y="58"/>
                  </a:cubicBezTo>
                  <a:cubicBezTo>
                    <a:pt x="429" y="42"/>
                    <a:pt x="408" y="0"/>
                    <a:pt x="3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9" name="Google Shape;899;p9"/>
            <p:cNvSpPr/>
            <p:nvPr/>
          </p:nvSpPr>
          <p:spPr>
            <a:xfrm>
              <a:off x="4048852" y="4323318"/>
              <a:ext cx="18084" cy="6260"/>
            </a:xfrm>
            <a:custGeom>
              <a:avLst/>
              <a:gdLst/>
              <a:ahLst/>
              <a:cxnLst/>
              <a:rect l="l" t="t" r="r" b="b"/>
              <a:pathLst>
                <a:path w="422" h="146" extrusionOk="0">
                  <a:moveTo>
                    <a:pt x="371" y="1"/>
                  </a:moveTo>
                  <a:cubicBezTo>
                    <a:pt x="361" y="1"/>
                    <a:pt x="351" y="5"/>
                    <a:pt x="340" y="15"/>
                  </a:cubicBezTo>
                  <a:cubicBezTo>
                    <a:pt x="311" y="44"/>
                    <a:pt x="270" y="54"/>
                    <a:pt x="229" y="54"/>
                  </a:cubicBezTo>
                  <a:cubicBezTo>
                    <a:pt x="145" y="54"/>
                    <a:pt x="58" y="15"/>
                    <a:pt x="58" y="15"/>
                  </a:cubicBezTo>
                  <a:cubicBezTo>
                    <a:pt x="55" y="8"/>
                    <a:pt x="51" y="5"/>
                    <a:pt x="46" y="5"/>
                  </a:cubicBezTo>
                  <a:cubicBezTo>
                    <a:pt x="25" y="5"/>
                    <a:pt x="1" y="81"/>
                    <a:pt x="37" y="81"/>
                  </a:cubicBezTo>
                  <a:cubicBezTo>
                    <a:pt x="102" y="124"/>
                    <a:pt x="167" y="124"/>
                    <a:pt x="232" y="146"/>
                  </a:cubicBezTo>
                  <a:cubicBezTo>
                    <a:pt x="297" y="124"/>
                    <a:pt x="362" y="102"/>
                    <a:pt x="405" y="59"/>
                  </a:cubicBezTo>
                  <a:cubicBezTo>
                    <a:pt x="422" y="42"/>
                    <a:pt x="401" y="1"/>
                    <a:pt x="3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p9"/>
            <p:cNvSpPr/>
            <p:nvPr/>
          </p:nvSpPr>
          <p:spPr>
            <a:xfrm>
              <a:off x="4069893" y="4316758"/>
              <a:ext cx="17698" cy="5403"/>
            </a:xfrm>
            <a:custGeom>
              <a:avLst/>
              <a:gdLst/>
              <a:ahLst/>
              <a:cxnLst/>
              <a:rect l="l" t="t" r="r" b="b"/>
              <a:pathLst>
                <a:path w="413" h="126" extrusionOk="0">
                  <a:moveTo>
                    <a:pt x="34" y="0"/>
                  </a:moveTo>
                  <a:cubicBezTo>
                    <a:pt x="23" y="0"/>
                    <a:pt x="12" y="6"/>
                    <a:pt x="1" y="17"/>
                  </a:cubicBezTo>
                  <a:cubicBezTo>
                    <a:pt x="1" y="38"/>
                    <a:pt x="1" y="60"/>
                    <a:pt x="23" y="82"/>
                  </a:cubicBezTo>
                  <a:cubicBezTo>
                    <a:pt x="88" y="103"/>
                    <a:pt x="153" y="125"/>
                    <a:pt x="239" y="125"/>
                  </a:cubicBezTo>
                  <a:cubicBezTo>
                    <a:pt x="283" y="125"/>
                    <a:pt x="348" y="103"/>
                    <a:pt x="391" y="60"/>
                  </a:cubicBezTo>
                  <a:cubicBezTo>
                    <a:pt x="413" y="38"/>
                    <a:pt x="413" y="17"/>
                    <a:pt x="391" y="17"/>
                  </a:cubicBezTo>
                  <a:cubicBezTo>
                    <a:pt x="380" y="6"/>
                    <a:pt x="370" y="0"/>
                    <a:pt x="359" y="0"/>
                  </a:cubicBezTo>
                  <a:cubicBezTo>
                    <a:pt x="348" y="0"/>
                    <a:pt x="337" y="6"/>
                    <a:pt x="326" y="17"/>
                  </a:cubicBezTo>
                  <a:cubicBezTo>
                    <a:pt x="305" y="46"/>
                    <a:pt x="268" y="55"/>
                    <a:pt x="230" y="55"/>
                  </a:cubicBezTo>
                  <a:cubicBezTo>
                    <a:pt x="153" y="55"/>
                    <a:pt x="66" y="17"/>
                    <a:pt x="66" y="17"/>
                  </a:cubicBezTo>
                  <a:cubicBezTo>
                    <a:pt x="55" y="6"/>
                    <a:pt x="44" y="0"/>
                    <a:pt x="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1" name="Google Shape;901;p9"/>
            <p:cNvSpPr/>
            <p:nvPr/>
          </p:nvSpPr>
          <p:spPr>
            <a:xfrm>
              <a:off x="4088491" y="4324176"/>
              <a:ext cx="18641" cy="6346"/>
            </a:xfrm>
            <a:custGeom>
              <a:avLst/>
              <a:gdLst/>
              <a:ahLst/>
              <a:cxnLst/>
              <a:rect l="l" t="t" r="r" b="b"/>
              <a:pathLst>
                <a:path w="435" h="148" extrusionOk="0">
                  <a:moveTo>
                    <a:pt x="380" y="1"/>
                  </a:moveTo>
                  <a:cubicBezTo>
                    <a:pt x="369" y="1"/>
                    <a:pt x="358" y="6"/>
                    <a:pt x="347" y="17"/>
                  </a:cubicBezTo>
                  <a:cubicBezTo>
                    <a:pt x="319" y="53"/>
                    <a:pt x="278" y="65"/>
                    <a:pt x="236" y="65"/>
                  </a:cubicBezTo>
                  <a:cubicBezTo>
                    <a:pt x="152" y="65"/>
                    <a:pt x="66" y="17"/>
                    <a:pt x="66" y="17"/>
                  </a:cubicBezTo>
                  <a:cubicBezTo>
                    <a:pt x="44" y="17"/>
                    <a:pt x="22" y="17"/>
                    <a:pt x="22" y="39"/>
                  </a:cubicBezTo>
                  <a:cubicBezTo>
                    <a:pt x="1" y="61"/>
                    <a:pt x="22" y="82"/>
                    <a:pt x="44" y="82"/>
                  </a:cubicBezTo>
                  <a:cubicBezTo>
                    <a:pt x="109" y="126"/>
                    <a:pt x="174" y="147"/>
                    <a:pt x="239" y="147"/>
                  </a:cubicBezTo>
                  <a:cubicBezTo>
                    <a:pt x="304" y="147"/>
                    <a:pt x="369" y="126"/>
                    <a:pt x="413" y="82"/>
                  </a:cubicBezTo>
                  <a:cubicBezTo>
                    <a:pt x="434" y="61"/>
                    <a:pt x="434" y="39"/>
                    <a:pt x="413" y="17"/>
                  </a:cubicBezTo>
                  <a:cubicBezTo>
                    <a:pt x="402" y="6"/>
                    <a:pt x="391" y="1"/>
                    <a:pt x="3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2" name="Google Shape;902;p9"/>
            <p:cNvSpPr/>
            <p:nvPr/>
          </p:nvSpPr>
          <p:spPr>
            <a:xfrm>
              <a:off x="3962161" y="3733658"/>
              <a:ext cx="12084" cy="14921"/>
            </a:xfrm>
            <a:custGeom>
              <a:avLst/>
              <a:gdLst/>
              <a:ahLst/>
              <a:cxnLst/>
              <a:rect l="l" t="t" r="r" b="b"/>
              <a:pathLst>
                <a:path w="282" h="348" extrusionOk="0">
                  <a:moveTo>
                    <a:pt x="43" y="0"/>
                  </a:moveTo>
                  <a:cubicBezTo>
                    <a:pt x="22" y="0"/>
                    <a:pt x="22" y="22"/>
                    <a:pt x="0" y="44"/>
                  </a:cubicBezTo>
                  <a:cubicBezTo>
                    <a:pt x="0" y="65"/>
                    <a:pt x="22" y="87"/>
                    <a:pt x="43" y="87"/>
                  </a:cubicBezTo>
                  <a:cubicBezTo>
                    <a:pt x="173" y="109"/>
                    <a:pt x="195" y="326"/>
                    <a:pt x="195" y="326"/>
                  </a:cubicBezTo>
                  <a:cubicBezTo>
                    <a:pt x="217" y="347"/>
                    <a:pt x="217" y="347"/>
                    <a:pt x="239" y="347"/>
                  </a:cubicBezTo>
                  <a:lnTo>
                    <a:pt x="260" y="347"/>
                  </a:lnTo>
                  <a:cubicBezTo>
                    <a:pt x="260" y="347"/>
                    <a:pt x="282" y="326"/>
                    <a:pt x="282" y="304"/>
                  </a:cubicBezTo>
                  <a:cubicBezTo>
                    <a:pt x="282" y="304"/>
                    <a:pt x="239" y="22"/>
                    <a:pt x="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3" name="Google Shape;903;p9"/>
            <p:cNvSpPr/>
            <p:nvPr/>
          </p:nvSpPr>
          <p:spPr>
            <a:xfrm>
              <a:off x="3982602" y="3769890"/>
              <a:ext cx="10242" cy="15865"/>
            </a:xfrm>
            <a:custGeom>
              <a:avLst/>
              <a:gdLst/>
              <a:ahLst/>
              <a:cxnLst/>
              <a:rect l="l" t="t" r="r" b="b"/>
              <a:pathLst>
                <a:path w="239" h="370" extrusionOk="0">
                  <a:moveTo>
                    <a:pt x="65" y="1"/>
                  </a:moveTo>
                  <a:cubicBezTo>
                    <a:pt x="0" y="1"/>
                    <a:pt x="0" y="44"/>
                    <a:pt x="22" y="66"/>
                  </a:cubicBezTo>
                  <a:cubicBezTo>
                    <a:pt x="152" y="109"/>
                    <a:pt x="152" y="326"/>
                    <a:pt x="152" y="326"/>
                  </a:cubicBezTo>
                  <a:cubicBezTo>
                    <a:pt x="152" y="348"/>
                    <a:pt x="173" y="369"/>
                    <a:pt x="195" y="369"/>
                  </a:cubicBezTo>
                  <a:cubicBezTo>
                    <a:pt x="217" y="369"/>
                    <a:pt x="239" y="348"/>
                    <a:pt x="239" y="326"/>
                  </a:cubicBezTo>
                  <a:cubicBezTo>
                    <a:pt x="239" y="326"/>
                    <a:pt x="239" y="44"/>
                    <a:pt x="6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4" name="Google Shape;904;p9"/>
            <p:cNvSpPr/>
            <p:nvPr/>
          </p:nvSpPr>
          <p:spPr>
            <a:xfrm>
              <a:off x="3969575" y="3722381"/>
              <a:ext cx="13070" cy="14107"/>
            </a:xfrm>
            <a:custGeom>
              <a:avLst/>
              <a:gdLst/>
              <a:ahLst/>
              <a:cxnLst/>
              <a:rect l="l" t="t" r="r" b="b"/>
              <a:pathLst>
                <a:path w="305" h="329" extrusionOk="0">
                  <a:moveTo>
                    <a:pt x="33" y="0"/>
                  </a:moveTo>
                  <a:cubicBezTo>
                    <a:pt x="1" y="0"/>
                    <a:pt x="4" y="90"/>
                    <a:pt x="44" y="90"/>
                  </a:cubicBezTo>
                  <a:cubicBezTo>
                    <a:pt x="174" y="90"/>
                    <a:pt x="217" y="307"/>
                    <a:pt x="217" y="307"/>
                  </a:cubicBezTo>
                  <a:cubicBezTo>
                    <a:pt x="217" y="328"/>
                    <a:pt x="239" y="328"/>
                    <a:pt x="261" y="328"/>
                  </a:cubicBezTo>
                  <a:cubicBezTo>
                    <a:pt x="282" y="328"/>
                    <a:pt x="304" y="307"/>
                    <a:pt x="304" y="285"/>
                  </a:cubicBezTo>
                  <a:cubicBezTo>
                    <a:pt x="282" y="263"/>
                    <a:pt x="239" y="25"/>
                    <a:pt x="44" y="3"/>
                  </a:cubicBezTo>
                  <a:cubicBezTo>
                    <a:pt x="40" y="1"/>
                    <a:pt x="36" y="0"/>
                    <a:pt x="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9"/>
            <p:cNvSpPr/>
            <p:nvPr/>
          </p:nvSpPr>
          <p:spPr>
            <a:xfrm>
              <a:off x="3981659" y="3749352"/>
              <a:ext cx="12127" cy="15007"/>
            </a:xfrm>
            <a:custGeom>
              <a:avLst/>
              <a:gdLst/>
              <a:ahLst/>
              <a:cxnLst/>
              <a:rect l="l" t="t" r="r" b="b"/>
              <a:pathLst>
                <a:path w="283" h="350" extrusionOk="0">
                  <a:moveTo>
                    <a:pt x="33" y="0"/>
                  </a:moveTo>
                  <a:cubicBezTo>
                    <a:pt x="1" y="0"/>
                    <a:pt x="4" y="90"/>
                    <a:pt x="44" y="90"/>
                  </a:cubicBezTo>
                  <a:cubicBezTo>
                    <a:pt x="174" y="90"/>
                    <a:pt x="217" y="306"/>
                    <a:pt x="217" y="306"/>
                  </a:cubicBezTo>
                  <a:cubicBezTo>
                    <a:pt x="217" y="328"/>
                    <a:pt x="217" y="350"/>
                    <a:pt x="239" y="350"/>
                  </a:cubicBezTo>
                  <a:cubicBezTo>
                    <a:pt x="261" y="350"/>
                    <a:pt x="282" y="328"/>
                    <a:pt x="282" y="306"/>
                  </a:cubicBezTo>
                  <a:cubicBezTo>
                    <a:pt x="282" y="285"/>
                    <a:pt x="239" y="25"/>
                    <a:pt x="44" y="3"/>
                  </a:cubicBezTo>
                  <a:cubicBezTo>
                    <a:pt x="40" y="1"/>
                    <a:pt x="36" y="0"/>
                    <a:pt x="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6" name="Google Shape;906;p9"/>
            <p:cNvSpPr/>
            <p:nvPr/>
          </p:nvSpPr>
          <p:spPr>
            <a:xfrm>
              <a:off x="3965889" y="3751324"/>
              <a:ext cx="12084" cy="14921"/>
            </a:xfrm>
            <a:custGeom>
              <a:avLst/>
              <a:gdLst/>
              <a:ahLst/>
              <a:cxnLst/>
              <a:rect l="l" t="t" r="r" b="b"/>
              <a:pathLst>
                <a:path w="282" h="348" extrusionOk="0">
                  <a:moveTo>
                    <a:pt x="43" y="0"/>
                  </a:moveTo>
                  <a:cubicBezTo>
                    <a:pt x="4" y="0"/>
                    <a:pt x="0" y="90"/>
                    <a:pt x="32" y="90"/>
                  </a:cubicBezTo>
                  <a:cubicBezTo>
                    <a:pt x="36" y="90"/>
                    <a:pt x="39" y="89"/>
                    <a:pt x="43" y="87"/>
                  </a:cubicBezTo>
                  <a:cubicBezTo>
                    <a:pt x="173" y="109"/>
                    <a:pt x="217" y="326"/>
                    <a:pt x="217" y="326"/>
                  </a:cubicBezTo>
                  <a:cubicBezTo>
                    <a:pt x="217" y="347"/>
                    <a:pt x="217" y="347"/>
                    <a:pt x="238" y="347"/>
                  </a:cubicBezTo>
                  <a:cubicBezTo>
                    <a:pt x="260" y="347"/>
                    <a:pt x="282" y="326"/>
                    <a:pt x="282" y="304"/>
                  </a:cubicBezTo>
                  <a:cubicBezTo>
                    <a:pt x="282" y="304"/>
                    <a:pt x="238" y="22"/>
                    <a:pt x="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9"/>
            <p:cNvSpPr/>
            <p:nvPr/>
          </p:nvSpPr>
          <p:spPr>
            <a:xfrm>
              <a:off x="4099632" y="4332322"/>
              <a:ext cx="17698" cy="5617"/>
            </a:xfrm>
            <a:custGeom>
              <a:avLst/>
              <a:gdLst/>
              <a:ahLst/>
              <a:cxnLst/>
              <a:rect l="l" t="t" r="r" b="b"/>
              <a:pathLst>
                <a:path w="413" h="131" extrusionOk="0">
                  <a:moveTo>
                    <a:pt x="66" y="1"/>
                  </a:moveTo>
                  <a:cubicBezTo>
                    <a:pt x="44" y="1"/>
                    <a:pt x="22" y="1"/>
                    <a:pt x="22" y="22"/>
                  </a:cubicBezTo>
                  <a:cubicBezTo>
                    <a:pt x="1" y="44"/>
                    <a:pt x="22" y="66"/>
                    <a:pt x="44" y="87"/>
                  </a:cubicBezTo>
                  <a:cubicBezTo>
                    <a:pt x="87" y="109"/>
                    <a:pt x="174" y="131"/>
                    <a:pt x="239" y="131"/>
                  </a:cubicBezTo>
                  <a:cubicBezTo>
                    <a:pt x="304" y="131"/>
                    <a:pt x="348" y="109"/>
                    <a:pt x="391" y="66"/>
                  </a:cubicBezTo>
                  <a:cubicBezTo>
                    <a:pt x="413" y="44"/>
                    <a:pt x="413" y="22"/>
                    <a:pt x="391" y="1"/>
                  </a:cubicBezTo>
                  <a:lnTo>
                    <a:pt x="348" y="1"/>
                  </a:lnTo>
                  <a:cubicBezTo>
                    <a:pt x="319" y="37"/>
                    <a:pt x="278" y="49"/>
                    <a:pt x="236" y="49"/>
                  </a:cubicBezTo>
                  <a:cubicBezTo>
                    <a:pt x="153" y="49"/>
                    <a:pt x="66"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8" name="Google Shape;908;p9"/>
            <p:cNvSpPr/>
            <p:nvPr/>
          </p:nvSpPr>
          <p:spPr>
            <a:xfrm>
              <a:off x="4239932" y="4402900"/>
              <a:ext cx="9342" cy="16851"/>
            </a:xfrm>
            <a:custGeom>
              <a:avLst/>
              <a:gdLst/>
              <a:ahLst/>
              <a:cxnLst/>
              <a:rect l="l" t="t" r="r" b="b"/>
              <a:pathLst>
                <a:path w="218" h="393" extrusionOk="0">
                  <a:moveTo>
                    <a:pt x="103" y="0"/>
                  </a:moveTo>
                  <a:cubicBezTo>
                    <a:pt x="88" y="0"/>
                    <a:pt x="74" y="7"/>
                    <a:pt x="66" y="24"/>
                  </a:cubicBezTo>
                  <a:cubicBezTo>
                    <a:pt x="66" y="24"/>
                    <a:pt x="1" y="284"/>
                    <a:pt x="152" y="393"/>
                  </a:cubicBezTo>
                  <a:lnTo>
                    <a:pt x="174" y="393"/>
                  </a:lnTo>
                  <a:cubicBezTo>
                    <a:pt x="217" y="393"/>
                    <a:pt x="217" y="328"/>
                    <a:pt x="196" y="306"/>
                  </a:cubicBezTo>
                  <a:cubicBezTo>
                    <a:pt x="87" y="263"/>
                    <a:pt x="152" y="46"/>
                    <a:pt x="152" y="46"/>
                  </a:cubicBezTo>
                  <a:cubicBezTo>
                    <a:pt x="152" y="19"/>
                    <a:pt x="127" y="0"/>
                    <a:pt x="1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9" name="Google Shape;909;p9"/>
            <p:cNvSpPr/>
            <p:nvPr/>
          </p:nvSpPr>
          <p:spPr>
            <a:xfrm>
              <a:off x="4249231" y="4387078"/>
              <a:ext cx="8399" cy="16894"/>
            </a:xfrm>
            <a:custGeom>
              <a:avLst/>
              <a:gdLst/>
              <a:ahLst/>
              <a:cxnLst/>
              <a:rect l="l" t="t" r="r" b="b"/>
              <a:pathLst>
                <a:path w="196" h="394" extrusionOk="0">
                  <a:moveTo>
                    <a:pt x="103" y="1"/>
                  </a:moveTo>
                  <a:cubicBezTo>
                    <a:pt x="88" y="1"/>
                    <a:pt x="74" y="8"/>
                    <a:pt x="65" y="24"/>
                  </a:cubicBezTo>
                  <a:cubicBezTo>
                    <a:pt x="65" y="46"/>
                    <a:pt x="0" y="306"/>
                    <a:pt x="152" y="393"/>
                  </a:cubicBezTo>
                  <a:lnTo>
                    <a:pt x="174" y="393"/>
                  </a:lnTo>
                  <a:cubicBezTo>
                    <a:pt x="174" y="393"/>
                    <a:pt x="195" y="393"/>
                    <a:pt x="195" y="371"/>
                  </a:cubicBezTo>
                  <a:cubicBezTo>
                    <a:pt x="195" y="371"/>
                    <a:pt x="195" y="328"/>
                    <a:pt x="195" y="328"/>
                  </a:cubicBezTo>
                  <a:cubicBezTo>
                    <a:pt x="87" y="263"/>
                    <a:pt x="152" y="46"/>
                    <a:pt x="152" y="46"/>
                  </a:cubicBezTo>
                  <a:cubicBezTo>
                    <a:pt x="152" y="19"/>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9"/>
            <p:cNvSpPr/>
            <p:nvPr/>
          </p:nvSpPr>
          <p:spPr>
            <a:xfrm>
              <a:off x="4241774" y="4430856"/>
              <a:ext cx="9342" cy="17709"/>
            </a:xfrm>
            <a:custGeom>
              <a:avLst/>
              <a:gdLst/>
              <a:ahLst/>
              <a:cxnLst/>
              <a:rect l="l" t="t" r="r" b="b"/>
              <a:pathLst>
                <a:path w="218" h="413" extrusionOk="0">
                  <a:moveTo>
                    <a:pt x="109" y="1"/>
                  </a:moveTo>
                  <a:cubicBezTo>
                    <a:pt x="88" y="1"/>
                    <a:pt x="66" y="22"/>
                    <a:pt x="66" y="44"/>
                  </a:cubicBezTo>
                  <a:cubicBezTo>
                    <a:pt x="66" y="44"/>
                    <a:pt x="1" y="304"/>
                    <a:pt x="153" y="413"/>
                  </a:cubicBezTo>
                  <a:lnTo>
                    <a:pt x="174" y="413"/>
                  </a:lnTo>
                  <a:cubicBezTo>
                    <a:pt x="174" y="391"/>
                    <a:pt x="196" y="391"/>
                    <a:pt x="196" y="391"/>
                  </a:cubicBezTo>
                  <a:cubicBezTo>
                    <a:pt x="218" y="369"/>
                    <a:pt x="218" y="348"/>
                    <a:pt x="196" y="326"/>
                  </a:cubicBezTo>
                  <a:cubicBezTo>
                    <a:pt x="88" y="261"/>
                    <a:pt x="153" y="66"/>
                    <a:pt x="153" y="66"/>
                  </a:cubicBezTo>
                  <a:cubicBezTo>
                    <a:pt x="153" y="44"/>
                    <a:pt x="131" y="22"/>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9"/>
            <p:cNvSpPr/>
            <p:nvPr/>
          </p:nvSpPr>
          <p:spPr>
            <a:xfrm>
              <a:off x="4252959" y="4420265"/>
              <a:ext cx="8399" cy="16937"/>
            </a:xfrm>
            <a:custGeom>
              <a:avLst/>
              <a:gdLst/>
              <a:ahLst/>
              <a:cxnLst/>
              <a:rect l="l" t="t" r="r" b="b"/>
              <a:pathLst>
                <a:path w="196" h="395" extrusionOk="0">
                  <a:moveTo>
                    <a:pt x="88" y="0"/>
                  </a:moveTo>
                  <a:cubicBezTo>
                    <a:pt x="80" y="0"/>
                    <a:pt x="71" y="3"/>
                    <a:pt x="65" y="9"/>
                  </a:cubicBezTo>
                  <a:cubicBezTo>
                    <a:pt x="65" y="31"/>
                    <a:pt x="0" y="291"/>
                    <a:pt x="152" y="378"/>
                  </a:cubicBezTo>
                  <a:cubicBezTo>
                    <a:pt x="152" y="389"/>
                    <a:pt x="152" y="394"/>
                    <a:pt x="155" y="394"/>
                  </a:cubicBezTo>
                  <a:cubicBezTo>
                    <a:pt x="157" y="394"/>
                    <a:pt x="163" y="389"/>
                    <a:pt x="174" y="378"/>
                  </a:cubicBezTo>
                  <a:cubicBezTo>
                    <a:pt x="174" y="378"/>
                    <a:pt x="174" y="378"/>
                    <a:pt x="195" y="356"/>
                  </a:cubicBezTo>
                  <a:cubicBezTo>
                    <a:pt x="195" y="356"/>
                    <a:pt x="195" y="334"/>
                    <a:pt x="195" y="313"/>
                  </a:cubicBezTo>
                  <a:cubicBezTo>
                    <a:pt x="87" y="248"/>
                    <a:pt x="130" y="31"/>
                    <a:pt x="130" y="31"/>
                  </a:cubicBezTo>
                  <a:cubicBezTo>
                    <a:pt x="130" y="16"/>
                    <a:pt x="108" y="0"/>
                    <a:pt x="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9"/>
            <p:cNvSpPr/>
            <p:nvPr/>
          </p:nvSpPr>
          <p:spPr>
            <a:xfrm>
              <a:off x="4237146" y="4373571"/>
              <a:ext cx="9342" cy="16422"/>
            </a:xfrm>
            <a:custGeom>
              <a:avLst/>
              <a:gdLst/>
              <a:ahLst/>
              <a:cxnLst/>
              <a:rect l="l" t="t" r="r" b="b"/>
              <a:pathLst>
                <a:path w="218" h="383" extrusionOk="0">
                  <a:moveTo>
                    <a:pt x="107" y="0"/>
                  </a:moveTo>
                  <a:cubicBezTo>
                    <a:pt x="91" y="0"/>
                    <a:pt x="75" y="5"/>
                    <a:pt x="66" y="14"/>
                  </a:cubicBezTo>
                  <a:cubicBezTo>
                    <a:pt x="66" y="36"/>
                    <a:pt x="1" y="296"/>
                    <a:pt x="152" y="383"/>
                  </a:cubicBezTo>
                  <a:lnTo>
                    <a:pt x="174" y="383"/>
                  </a:lnTo>
                  <a:cubicBezTo>
                    <a:pt x="174" y="383"/>
                    <a:pt x="196" y="383"/>
                    <a:pt x="196" y="361"/>
                  </a:cubicBezTo>
                  <a:cubicBezTo>
                    <a:pt x="217" y="361"/>
                    <a:pt x="217" y="339"/>
                    <a:pt x="196" y="318"/>
                  </a:cubicBezTo>
                  <a:cubicBezTo>
                    <a:pt x="87" y="253"/>
                    <a:pt x="152" y="36"/>
                    <a:pt x="152" y="36"/>
                  </a:cubicBezTo>
                  <a:cubicBezTo>
                    <a:pt x="152" y="11"/>
                    <a:pt x="130" y="0"/>
                    <a:pt x="1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3" name="Google Shape;913;p9"/>
            <p:cNvSpPr/>
            <p:nvPr/>
          </p:nvSpPr>
          <p:spPr>
            <a:xfrm>
              <a:off x="4249231" y="4363838"/>
              <a:ext cx="9342" cy="16851"/>
            </a:xfrm>
            <a:custGeom>
              <a:avLst/>
              <a:gdLst/>
              <a:ahLst/>
              <a:cxnLst/>
              <a:rect l="l" t="t" r="r" b="b"/>
              <a:pathLst>
                <a:path w="218" h="393" extrusionOk="0">
                  <a:moveTo>
                    <a:pt x="103" y="1"/>
                  </a:moveTo>
                  <a:cubicBezTo>
                    <a:pt x="88" y="1"/>
                    <a:pt x="74" y="8"/>
                    <a:pt x="65" y="24"/>
                  </a:cubicBezTo>
                  <a:cubicBezTo>
                    <a:pt x="65" y="46"/>
                    <a:pt x="0" y="285"/>
                    <a:pt x="152" y="393"/>
                  </a:cubicBezTo>
                  <a:lnTo>
                    <a:pt x="174" y="393"/>
                  </a:lnTo>
                  <a:cubicBezTo>
                    <a:pt x="217" y="393"/>
                    <a:pt x="217" y="350"/>
                    <a:pt x="195" y="306"/>
                  </a:cubicBezTo>
                  <a:cubicBezTo>
                    <a:pt x="87" y="263"/>
                    <a:pt x="152" y="46"/>
                    <a:pt x="152" y="46"/>
                  </a:cubicBezTo>
                  <a:cubicBezTo>
                    <a:pt x="152" y="19"/>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4" name="Google Shape;914;p9"/>
            <p:cNvSpPr/>
            <p:nvPr/>
          </p:nvSpPr>
          <p:spPr>
            <a:xfrm>
              <a:off x="4238089" y="4352775"/>
              <a:ext cx="9299" cy="17709"/>
            </a:xfrm>
            <a:custGeom>
              <a:avLst/>
              <a:gdLst/>
              <a:ahLst/>
              <a:cxnLst/>
              <a:rect l="l" t="t" r="r" b="b"/>
              <a:pathLst>
                <a:path w="217" h="413" extrusionOk="0">
                  <a:moveTo>
                    <a:pt x="109" y="1"/>
                  </a:moveTo>
                  <a:cubicBezTo>
                    <a:pt x="87" y="1"/>
                    <a:pt x="65" y="22"/>
                    <a:pt x="65" y="22"/>
                  </a:cubicBezTo>
                  <a:cubicBezTo>
                    <a:pt x="65" y="44"/>
                    <a:pt x="0" y="304"/>
                    <a:pt x="152" y="413"/>
                  </a:cubicBezTo>
                  <a:lnTo>
                    <a:pt x="174" y="413"/>
                  </a:lnTo>
                  <a:cubicBezTo>
                    <a:pt x="174" y="391"/>
                    <a:pt x="195" y="391"/>
                    <a:pt x="195" y="369"/>
                  </a:cubicBezTo>
                  <a:cubicBezTo>
                    <a:pt x="217" y="369"/>
                    <a:pt x="217" y="347"/>
                    <a:pt x="195" y="326"/>
                  </a:cubicBezTo>
                  <a:cubicBezTo>
                    <a:pt x="87" y="261"/>
                    <a:pt x="152" y="44"/>
                    <a:pt x="152" y="44"/>
                  </a:cubicBezTo>
                  <a:cubicBezTo>
                    <a:pt x="152" y="44"/>
                    <a:pt x="130" y="22"/>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15" name="Google Shape;915;p9"/>
          <p:cNvSpPr txBox="1"/>
          <p:nvPr/>
        </p:nvSpPr>
        <p:spPr>
          <a:xfrm>
            <a:off x="3596581" y="1206902"/>
            <a:ext cx="4845570"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Helvetica Neue"/>
                <a:ea typeface="Helvetica Neue"/>
                <a:cs typeface="Helvetica Neue"/>
                <a:sym typeface="Helvetica Neue"/>
              </a:rPr>
              <a:t>Xây dựng thông tin người dùng từ thông tin thể loại những bộ phim họ đã đánh giá để từ đó dự đoán ra chỉ số đánh giá của những bộ phim mà họ chưa xem.</a:t>
            </a:r>
            <a:endParaRPr sz="1400" b="0" i="0" u="none" strike="noStrike" cap="none">
              <a:solidFill>
                <a:srgbClr val="000000"/>
              </a:solidFill>
              <a:latin typeface="Arial"/>
              <a:ea typeface="Arial"/>
              <a:cs typeface="Arial"/>
              <a:sym typeface="Arial"/>
            </a:endParaRPr>
          </a:p>
        </p:txBody>
      </p:sp>
      <p:pic>
        <p:nvPicPr>
          <p:cNvPr id="916" name="Google Shape;916;p9"/>
          <p:cNvPicPr preferRelativeResize="0"/>
          <p:nvPr/>
        </p:nvPicPr>
        <p:blipFill rotWithShape="1">
          <a:blip r:embed="rId3">
            <a:alphaModFix/>
          </a:blip>
          <a:srcRect/>
          <a:stretch/>
        </p:blipFill>
        <p:spPr>
          <a:xfrm>
            <a:off x="376386" y="2777400"/>
            <a:ext cx="2864625" cy="2289444"/>
          </a:xfrm>
          <a:prstGeom prst="rect">
            <a:avLst/>
          </a:prstGeom>
          <a:noFill/>
          <a:ln>
            <a:noFill/>
          </a:ln>
        </p:spPr>
      </p:pic>
      <p:pic>
        <p:nvPicPr>
          <p:cNvPr id="917" name="Google Shape;917;p9"/>
          <p:cNvPicPr preferRelativeResize="0"/>
          <p:nvPr/>
        </p:nvPicPr>
        <p:blipFill rotWithShape="1">
          <a:blip r:embed="rId4">
            <a:alphaModFix/>
          </a:blip>
          <a:srcRect/>
          <a:stretch/>
        </p:blipFill>
        <p:spPr>
          <a:xfrm>
            <a:off x="4289266" y="3102413"/>
            <a:ext cx="4741050" cy="1282210"/>
          </a:xfrm>
          <a:prstGeom prst="rect">
            <a:avLst/>
          </a:prstGeom>
          <a:noFill/>
          <a:ln>
            <a:noFill/>
          </a:ln>
        </p:spPr>
      </p:pic>
      <p:sp>
        <p:nvSpPr>
          <p:cNvPr id="918" name="Google Shape;918;p9"/>
          <p:cNvSpPr/>
          <p:nvPr/>
        </p:nvSpPr>
        <p:spPr>
          <a:xfrm>
            <a:off x="3530184" y="3425252"/>
            <a:ext cx="569626" cy="511346"/>
          </a:xfrm>
          <a:prstGeom prst="rightArrow">
            <a:avLst>
              <a:gd name="adj1" fmla="val 50000"/>
              <a:gd name="adj2" fmla="val 50000"/>
            </a:avLst>
          </a:prstGeom>
          <a:solidFill>
            <a:schemeClr val="accent1"/>
          </a:solidFill>
          <a:ln w="25400" cap="flat" cmpd="sng">
            <a:solidFill>
              <a:srgbClr val="6187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grpSp>
        <p:nvGrpSpPr>
          <p:cNvPr id="923" name="Google Shape;923;p10"/>
          <p:cNvGrpSpPr/>
          <p:nvPr/>
        </p:nvGrpSpPr>
        <p:grpSpPr>
          <a:xfrm>
            <a:off x="620316" y="1101214"/>
            <a:ext cx="1154857" cy="1631197"/>
            <a:chOff x="3675177" y="3646744"/>
            <a:chExt cx="679085" cy="849244"/>
          </a:xfrm>
        </p:grpSpPr>
        <p:sp>
          <p:nvSpPr>
            <p:cNvPr id="924" name="Google Shape;924;p10"/>
            <p:cNvSpPr/>
            <p:nvPr/>
          </p:nvSpPr>
          <p:spPr>
            <a:xfrm>
              <a:off x="3966189" y="3646744"/>
              <a:ext cx="176252" cy="519207"/>
            </a:xfrm>
            <a:custGeom>
              <a:avLst/>
              <a:gdLst/>
              <a:ahLst/>
              <a:cxnLst/>
              <a:rect l="l" t="t" r="r" b="b"/>
              <a:pathLst>
                <a:path w="4113" h="12109" extrusionOk="0">
                  <a:moveTo>
                    <a:pt x="2723" y="1355"/>
                  </a:moveTo>
                  <a:lnTo>
                    <a:pt x="2723" y="1355"/>
                  </a:lnTo>
                  <a:cubicBezTo>
                    <a:pt x="2717" y="1391"/>
                    <a:pt x="2699" y="1428"/>
                    <a:pt x="2681" y="1464"/>
                  </a:cubicBezTo>
                  <a:cubicBezTo>
                    <a:pt x="2649" y="1561"/>
                    <a:pt x="2580" y="1610"/>
                    <a:pt x="2510" y="1610"/>
                  </a:cubicBezTo>
                  <a:cubicBezTo>
                    <a:pt x="2487" y="1610"/>
                    <a:pt x="2464" y="1605"/>
                    <a:pt x="2443" y="1594"/>
                  </a:cubicBezTo>
                  <a:cubicBezTo>
                    <a:pt x="2399" y="1572"/>
                    <a:pt x="2378" y="1594"/>
                    <a:pt x="2378" y="1529"/>
                  </a:cubicBezTo>
                  <a:cubicBezTo>
                    <a:pt x="2378" y="1464"/>
                    <a:pt x="2508" y="1377"/>
                    <a:pt x="2659" y="1355"/>
                  </a:cubicBezTo>
                  <a:close/>
                  <a:moveTo>
                    <a:pt x="2638" y="3328"/>
                  </a:moveTo>
                  <a:cubicBezTo>
                    <a:pt x="2768" y="3328"/>
                    <a:pt x="2898" y="3393"/>
                    <a:pt x="2985" y="3480"/>
                  </a:cubicBezTo>
                  <a:cubicBezTo>
                    <a:pt x="2876" y="3610"/>
                    <a:pt x="2746" y="3675"/>
                    <a:pt x="2594" y="3675"/>
                  </a:cubicBezTo>
                  <a:cubicBezTo>
                    <a:pt x="2464" y="3675"/>
                    <a:pt x="2378" y="3632"/>
                    <a:pt x="2356" y="3567"/>
                  </a:cubicBezTo>
                  <a:cubicBezTo>
                    <a:pt x="2334" y="3502"/>
                    <a:pt x="2421" y="3393"/>
                    <a:pt x="2508" y="3350"/>
                  </a:cubicBezTo>
                  <a:cubicBezTo>
                    <a:pt x="2551" y="3350"/>
                    <a:pt x="2594" y="3328"/>
                    <a:pt x="2638" y="3328"/>
                  </a:cubicBezTo>
                  <a:close/>
                  <a:moveTo>
                    <a:pt x="2849" y="5579"/>
                  </a:moveTo>
                  <a:cubicBezTo>
                    <a:pt x="2865" y="5579"/>
                    <a:pt x="2881" y="5580"/>
                    <a:pt x="2898" y="5583"/>
                  </a:cubicBezTo>
                  <a:lnTo>
                    <a:pt x="2963" y="5583"/>
                  </a:lnTo>
                  <a:cubicBezTo>
                    <a:pt x="3115" y="5605"/>
                    <a:pt x="3245" y="5691"/>
                    <a:pt x="3332" y="5821"/>
                  </a:cubicBezTo>
                  <a:cubicBezTo>
                    <a:pt x="3310" y="5865"/>
                    <a:pt x="3288" y="5887"/>
                    <a:pt x="3267" y="5930"/>
                  </a:cubicBezTo>
                  <a:cubicBezTo>
                    <a:pt x="3215" y="6008"/>
                    <a:pt x="3123" y="6047"/>
                    <a:pt x="3031" y="6047"/>
                  </a:cubicBezTo>
                  <a:cubicBezTo>
                    <a:pt x="2969" y="6047"/>
                    <a:pt x="2907" y="6030"/>
                    <a:pt x="2855" y="5995"/>
                  </a:cubicBezTo>
                  <a:cubicBezTo>
                    <a:pt x="2659" y="5908"/>
                    <a:pt x="2573" y="5821"/>
                    <a:pt x="2594" y="5735"/>
                  </a:cubicBezTo>
                  <a:cubicBezTo>
                    <a:pt x="2651" y="5640"/>
                    <a:pt x="2741" y="5579"/>
                    <a:pt x="2849" y="5579"/>
                  </a:cubicBezTo>
                  <a:close/>
                  <a:moveTo>
                    <a:pt x="3153" y="7005"/>
                  </a:moveTo>
                  <a:cubicBezTo>
                    <a:pt x="3184" y="7005"/>
                    <a:pt x="3214" y="7020"/>
                    <a:pt x="3245" y="7036"/>
                  </a:cubicBezTo>
                  <a:cubicBezTo>
                    <a:pt x="3267" y="7036"/>
                    <a:pt x="3310" y="7057"/>
                    <a:pt x="3332" y="7079"/>
                  </a:cubicBezTo>
                  <a:cubicBezTo>
                    <a:pt x="3267" y="7209"/>
                    <a:pt x="3158" y="7317"/>
                    <a:pt x="3028" y="7361"/>
                  </a:cubicBezTo>
                  <a:cubicBezTo>
                    <a:pt x="2992" y="7379"/>
                    <a:pt x="2952" y="7389"/>
                    <a:pt x="2914" y="7389"/>
                  </a:cubicBezTo>
                  <a:cubicBezTo>
                    <a:pt x="2859" y="7389"/>
                    <a:pt x="2806" y="7368"/>
                    <a:pt x="2768" y="7317"/>
                  </a:cubicBezTo>
                  <a:cubicBezTo>
                    <a:pt x="2725" y="7274"/>
                    <a:pt x="2768" y="7231"/>
                    <a:pt x="2790" y="7187"/>
                  </a:cubicBezTo>
                  <a:cubicBezTo>
                    <a:pt x="2855" y="7079"/>
                    <a:pt x="2985" y="7014"/>
                    <a:pt x="3115" y="7014"/>
                  </a:cubicBezTo>
                  <a:cubicBezTo>
                    <a:pt x="3127" y="7008"/>
                    <a:pt x="3140" y="7005"/>
                    <a:pt x="3153" y="7005"/>
                  </a:cubicBezTo>
                  <a:close/>
                  <a:moveTo>
                    <a:pt x="3006" y="8878"/>
                  </a:moveTo>
                  <a:cubicBezTo>
                    <a:pt x="3093" y="8878"/>
                    <a:pt x="3180" y="8900"/>
                    <a:pt x="3267" y="8943"/>
                  </a:cubicBezTo>
                  <a:cubicBezTo>
                    <a:pt x="3136" y="9052"/>
                    <a:pt x="2985" y="9139"/>
                    <a:pt x="2811" y="9160"/>
                  </a:cubicBezTo>
                  <a:cubicBezTo>
                    <a:pt x="2794" y="9162"/>
                    <a:pt x="2776" y="9163"/>
                    <a:pt x="2760" y="9163"/>
                  </a:cubicBezTo>
                  <a:cubicBezTo>
                    <a:pt x="2594" y="9163"/>
                    <a:pt x="2486" y="9074"/>
                    <a:pt x="2486" y="9074"/>
                  </a:cubicBezTo>
                  <a:cubicBezTo>
                    <a:pt x="2464" y="9052"/>
                    <a:pt x="2486" y="9030"/>
                    <a:pt x="2529" y="9008"/>
                  </a:cubicBezTo>
                  <a:cubicBezTo>
                    <a:pt x="2681" y="8922"/>
                    <a:pt x="2833" y="8900"/>
                    <a:pt x="3006" y="8900"/>
                  </a:cubicBezTo>
                  <a:lnTo>
                    <a:pt x="3006" y="8878"/>
                  </a:lnTo>
                  <a:close/>
                  <a:moveTo>
                    <a:pt x="3288" y="10678"/>
                  </a:moveTo>
                  <a:cubicBezTo>
                    <a:pt x="3223" y="10786"/>
                    <a:pt x="3115" y="10895"/>
                    <a:pt x="3006" y="10938"/>
                  </a:cubicBezTo>
                  <a:cubicBezTo>
                    <a:pt x="2941" y="10938"/>
                    <a:pt x="2876" y="10916"/>
                    <a:pt x="2833" y="10873"/>
                  </a:cubicBezTo>
                  <a:cubicBezTo>
                    <a:pt x="2811" y="10851"/>
                    <a:pt x="2811" y="10830"/>
                    <a:pt x="2833" y="10808"/>
                  </a:cubicBezTo>
                  <a:cubicBezTo>
                    <a:pt x="2941" y="10721"/>
                    <a:pt x="3093" y="10678"/>
                    <a:pt x="3223" y="10678"/>
                  </a:cubicBezTo>
                  <a:close/>
                  <a:moveTo>
                    <a:pt x="1280" y="0"/>
                  </a:moveTo>
                  <a:cubicBezTo>
                    <a:pt x="1145" y="0"/>
                    <a:pt x="1010" y="25"/>
                    <a:pt x="882" y="76"/>
                  </a:cubicBezTo>
                  <a:cubicBezTo>
                    <a:pt x="275" y="358"/>
                    <a:pt x="14" y="1138"/>
                    <a:pt x="14" y="1160"/>
                  </a:cubicBezTo>
                  <a:cubicBezTo>
                    <a:pt x="1" y="1188"/>
                    <a:pt x="39" y="1215"/>
                    <a:pt x="69" y="1215"/>
                  </a:cubicBezTo>
                  <a:cubicBezTo>
                    <a:pt x="87" y="1215"/>
                    <a:pt x="101" y="1206"/>
                    <a:pt x="101" y="1182"/>
                  </a:cubicBezTo>
                  <a:cubicBezTo>
                    <a:pt x="101" y="1182"/>
                    <a:pt x="340" y="401"/>
                    <a:pt x="903" y="163"/>
                  </a:cubicBezTo>
                  <a:cubicBezTo>
                    <a:pt x="1032" y="112"/>
                    <a:pt x="1163" y="87"/>
                    <a:pt x="1293" y="87"/>
                  </a:cubicBezTo>
                  <a:cubicBezTo>
                    <a:pt x="1492" y="87"/>
                    <a:pt x="1687" y="145"/>
                    <a:pt x="1857" y="250"/>
                  </a:cubicBezTo>
                  <a:cubicBezTo>
                    <a:pt x="2508" y="575"/>
                    <a:pt x="2746" y="987"/>
                    <a:pt x="2746" y="1269"/>
                  </a:cubicBezTo>
                  <a:lnTo>
                    <a:pt x="2659" y="1269"/>
                  </a:lnTo>
                  <a:cubicBezTo>
                    <a:pt x="2464" y="1290"/>
                    <a:pt x="2334" y="1399"/>
                    <a:pt x="2313" y="1507"/>
                  </a:cubicBezTo>
                  <a:cubicBezTo>
                    <a:pt x="2313" y="1550"/>
                    <a:pt x="2313" y="1615"/>
                    <a:pt x="2421" y="1659"/>
                  </a:cubicBezTo>
                  <a:cubicBezTo>
                    <a:pt x="2451" y="1674"/>
                    <a:pt x="2484" y="1681"/>
                    <a:pt x="2517" y="1681"/>
                  </a:cubicBezTo>
                  <a:cubicBezTo>
                    <a:pt x="2625" y="1681"/>
                    <a:pt x="2735" y="1607"/>
                    <a:pt x="2768" y="1507"/>
                  </a:cubicBezTo>
                  <a:cubicBezTo>
                    <a:pt x="2790" y="1442"/>
                    <a:pt x="2811" y="1399"/>
                    <a:pt x="2811" y="1334"/>
                  </a:cubicBezTo>
                  <a:cubicBezTo>
                    <a:pt x="3006" y="1377"/>
                    <a:pt x="3158" y="1485"/>
                    <a:pt x="3223" y="1659"/>
                  </a:cubicBezTo>
                  <a:cubicBezTo>
                    <a:pt x="3418" y="2222"/>
                    <a:pt x="3375" y="2830"/>
                    <a:pt x="3093" y="3350"/>
                  </a:cubicBezTo>
                  <a:lnTo>
                    <a:pt x="3050" y="3415"/>
                  </a:lnTo>
                  <a:cubicBezTo>
                    <a:pt x="2959" y="3310"/>
                    <a:pt x="2827" y="3246"/>
                    <a:pt x="2690" y="3246"/>
                  </a:cubicBezTo>
                  <a:cubicBezTo>
                    <a:pt x="2629" y="3246"/>
                    <a:pt x="2567" y="3258"/>
                    <a:pt x="2508" y="3285"/>
                  </a:cubicBezTo>
                  <a:cubicBezTo>
                    <a:pt x="2378" y="3328"/>
                    <a:pt x="2291" y="3437"/>
                    <a:pt x="2291" y="3567"/>
                  </a:cubicBezTo>
                  <a:cubicBezTo>
                    <a:pt x="2313" y="3632"/>
                    <a:pt x="2356" y="3740"/>
                    <a:pt x="2616" y="3740"/>
                  </a:cubicBezTo>
                  <a:cubicBezTo>
                    <a:pt x="2790" y="3740"/>
                    <a:pt x="2941" y="3675"/>
                    <a:pt x="3050" y="3545"/>
                  </a:cubicBezTo>
                  <a:cubicBezTo>
                    <a:pt x="3071" y="3567"/>
                    <a:pt x="3093" y="3588"/>
                    <a:pt x="3115" y="3610"/>
                  </a:cubicBezTo>
                  <a:cubicBezTo>
                    <a:pt x="3483" y="4260"/>
                    <a:pt x="3570" y="5019"/>
                    <a:pt x="3375" y="5735"/>
                  </a:cubicBezTo>
                  <a:cubicBezTo>
                    <a:pt x="3288" y="5605"/>
                    <a:pt x="3136" y="5518"/>
                    <a:pt x="2963" y="5496"/>
                  </a:cubicBezTo>
                  <a:cubicBezTo>
                    <a:pt x="2933" y="5489"/>
                    <a:pt x="2903" y="5485"/>
                    <a:pt x="2873" y="5485"/>
                  </a:cubicBezTo>
                  <a:cubicBezTo>
                    <a:pt x="2732" y="5485"/>
                    <a:pt x="2601" y="5566"/>
                    <a:pt x="2529" y="5691"/>
                  </a:cubicBezTo>
                  <a:cubicBezTo>
                    <a:pt x="2508" y="5756"/>
                    <a:pt x="2508" y="5908"/>
                    <a:pt x="2811" y="6060"/>
                  </a:cubicBezTo>
                  <a:cubicBezTo>
                    <a:pt x="2884" y="6092"/>
                    <a:pt x="2960" y="6109"/>
                    <a:pt x="3033" y="6109"/>
                  </a:cubicBezTo>
                  <a:cubicBezTo>
                    <a:pt x="3156" y="6109"/>
                    <a:pt x="3272" y="6060"/>
                    <a:pt x="3353" y="5952"/>
                  </a:cubicBezTo>
                  <a:cubicBezTo>
                    <a:pt x="3353" y="5930"/>
                    <a:pt x="3375" y="5908"/>
                    <a:pt x="3397" y="5887"/>
                  </a:cubicBezTo>
                  <a:cubicBezTo>
                    <a:pt x="3440" y="6038"/>
                    <a:pt x="3483" y="6190"/>
                    <a:pt x="3483" y="6342"/>
                  </a:cubicBezTo>
                  <a:cubicBezTo>
                    <a:pt x="3505" y="6559"/>
                    <a:pt x="3462" y="6797"/>
                    <a:pt x="3375" y="7014"/>
                  </a:cubicBezTo>
                  <a:cubicBezTo>
                    <a:pt x="3332" y="6992"/>
                    <a:pt x="3310" y="6971"/>
                    <a:pt x="3267" y="6949"/>
                  </a:cubicBezTo>
                  <a:cubicBezTo>
                    <a:pt x="3217" y="6932"/>
                    <a:pt x="3164" y="6924"/>
                    <a:pt x="3111" y="6924"/>
                  </a:cubicBezTo>
                  <a:cubicBezTo>
                    <a:pt x="2958" y="6924"/>
                    <a:pt x="2805" y="6993"/>
                    <a:pt x="2725" y="7122"/>
                  </a:cubicBezTo>
                  <a:cubicBezTo>
                    <a:pt x="2659" y="7187"/>
                    <a:pt x="2659" y="7296"/>
                    <a:pt x="2703" y="7361"/>
                  </a:cubicBezTo>
                  <a:cubicBezTo>
                    <a:pt x="2761" y="7419"/>
                    <a:pt x="2847" y="7447"/>
                    <a:pt x="2931" y="7447"/>
                  </a:cubicBezTo>
                  <a:cubicBezTo>
                    <a:pt x="2973" y="7447"/>
                    <a:pt x="3014" y="7440"/>
                    <a:pt x="3050" y="7426"/>
                  </a:cubicBezTo>
                  <a:cubicBezTo>
                    <a:pt x="3201" y="7361"/>
                    <a:pt x="3310" y="7274"/>
                    <a:pt x="3397" y="7122"/>
                  </a:cubicBezTo>
                  <a:cubicBezTo>
                    <a:pt x="3548" y="7339"/>
                    <a:pt x="3613" y="7708"/>
                    <a:pt x="3570" y="8206"/>
                  </a:cubicBezTo>
                  <a:cubicBezTo>
                    <a:pt x="3548" y="8445"/>
                    <a:pt x="3462" y="8683"/>
                    <a:pt x="3332" y="8878"/>
                  </a:cubicBezTo>
                  <a:cubicBezTo>
                    <a:pt x="3210" y="8832"/>
                    <a:pt x="3088" y="8809"/>
                    <a:pt x="2968" y="8809"/>
                  </a:cubicBezTo>
                  <a:cubicBezTo>
                    <a:pt x="2810" y="8809"/>
                    <a:pt x="2655" y="8848"/>
                    <a:pt x="2508" y="8922"/>
                  </a:cubicBezTo>
                  <a:cubicBezTo>
                    <a:pt x="2421" y="8987"/>
                    <a:pt x="2421" y="9052"/>
                    <a:pt x="2421" y="9074"/>
                  </a:cubicBezTo>
                  <a:cubicBezTo>
                    <a:pt x="2440" y="9168"/>
                    <a:pt x="2574" y="9229"/>
                    <a:pt x="2751" y="9229"/>
                  </a:cubicBezTo>
                  <a:cubicBezTo>
                    <a:pt x="2778" y="9229"/>
                    <a:pt x="2805" y="9228"/>
                    <a:pt x="2833" y="9225"/>
                  </a:cubicBezTo>
                  <a:cubicBezTo>
                    <a:pt x="3028" y="9204"/>
                    <a:pt x="3223" y="9117"/>
                    <a:pt x="3353" y="8965"/>
                  </a:cubicBezTo>
                  <a:lnTo>
                    <a:pt x="3375" y="8987"/>
                  </a:lnTo>
                  <a:cubicBezTo>
                    <a:pt x="3592" y="9139"/>
                    <a:pt x="3635" y="9399"/>
                    <a:pt x="3592" y="9767"/>
                  </a:cubicBezTo>
                  <a:cubicBezTo>
                    <a:pt x="3548" y="10049"/>
                    <a:pt x="3462" y="10331"/>
                    <a:pt x="3332" y="10613"/>
                  </a:cubicBezTo>
                  <a:cubicBezTo>
                    <a:pt x="3290" y="10604"/>
                    <a:pt x="3248" y="10599"/>
                    <a:pt x="3207" y="10599"/>
                  </a:cubicBezTo>
                  <a:cubicBezTo>
                    <a:pt x="3055" y="10599"/>
                    <a:pt x="2909" y="10658"/>
                    <a:pt x="2790" y="10743"/>
                  </a:cubicBezTo>
                  <a:cubicBezTo>
                    <a:pt x="2746" y="10786"/>
                    <a:pt x="2725" y="10851"/>
                    <a:pt x="2768" y="10916"/>
                  </a:cubicBezTo>
                  <a:cubicBezTo>
                    <a:pt x="2821" y="10970"/>
                    <a:pt x="2890" y="11009"/>
                    <a:pt x="2960" y="11009"/>
                  </a:cubicBezTo>
                  <a:cubicBezTo>
                    <a:pt x="2976" y="11009"/>
                    <a:pt x="2991" y="11007"/>
                    <a:pt x="3006" y="11003"/>
                  </a:cubicBezTo>
                  <a:cubicBezTo>
                    <a:pt x="3180" y="10938"/>
                    <a:pt x="3288" y="10830"/>
                    <a:pt x="3375" y="10678"/>
                  </a:cubicBezTo>
                  <a:cubicBezTo>
                    <a:pt x="3440" y="10700"/>
                    <a:pt x="3505" y="10721"/>
                    <a:pt x="3548" y="10765"/>
                  </a:cubicBezTo>
                  <a:cubicBezTo>
                    <a:pt x="3874" y="10938"/>
                    <a:pt x="3960" y="11393"/>
                    <a:pt x="3765" y="12065"/>
                  </a:cubicBezTo>
                  <a:cubicBezTo>
                    <a:pt x="3765" y="12065"/>
                    <a:pt x="3787" y="12087"/>
                    <a:pt x="3809" y="12109"/>
                  </a:cubicBezTo>
                  <a:cubicBezTo>
                    <a:pt x="3830" y="12109"/>
                    <a:pt x="3852" y="12109"/>
                    <a:pt x="3852" y="12065"/>
                  </a:cubicBezTo>
                  <a:cubicBezTo>
                    <a:pt x="4112" y="11177"/>
                    <a:pt x="3852" y="10830"/>
                    <a:pt x="3592" y="10678"/>
                  </a:cubicBezTo>
                  <a:cubicBezTo>
                    <a:pt x="3548" y="10656"/>
                    <a:pt x="3483" y="10635"/>
                    <a:pt x="3418" y="10613"/>
                  </a:cubicBezTo>
                  <a:cubicBezTo>
                    <a:pt x="3548" y="10353"/>
                    <a:pt x="3635" y="10071"/>
                    <a:pt x="3657" y="9767"/>
                  </a:cubicBezTo>
                  <a:cubicBezTo>
                    <a:pt x="3744" y="9269"/>
                    <a:pt x="3570" y="9030"/>
                    <a:pt x="3440" y="8922"/>
                  </a:cubicBezTo>
                  <a:lnTo>
                    <a:pt x="3397" y="8922"/>
                  </a:lnTo>
                  <a:cubicBezTo>
                    <a:pt x="3548" y="8705"/>
                    <a:pt x="3635" y="8466"/>
                    <a:pt x="3657" y="8228"/>
                  </a:cubicBezTo>
                  <a:cubicBezTo>
                    <a:pt x="3700" y="7534"/>
                    <a:pt x="3570" y="7231"/>
                    <a:pt x="3440" y="7079"/>
                  </a:cubicBezTo>
                  <a:cubicBezTo>
                    <a:pt x="3548" y="6840"/>
                    <a:pt x="3592" y="6580"/>
                    <a:pt x="3570" y="6342"/>
                  </a:cubicBezTo>
                  <a:cubicBezTo>
                    <a:pt x="3570" y="6147"/>
                    <a:pt x="3527" y="5973"/>
                    <a:pt x="3440" y="5821"/>
                  </a:cubicBezTo>
                  <a:cubicBezTo>
                    <a:pt x="3657" y="5063"/>
                    <a:pt x="3570" y="4239"/>
                    <a:pt x="3158" y="3567"/>
                  </a:cubicBezTo>
                  <a:cubicBezTo>
                    <a:pt x="3136" y="3545"/>
                    <a:pt x="3115" y="3502"/>
                    <a:pt x="3093" y="3480"/>
                  </a:cubicBezTo>
                  <a:cubicBezTo>
                    <a:pt x="3115" y="3458"/>
                    <a:pt x="3136" y="3415"/>
                    <a:pt x="3158" y="3393"/>
                  </a:cubicBezTo>
                  <a:cubicBezTo>
                    <a:pt x="3462" y="2851"/>
                    <a:pt x="3505" y="2201"/>
                    <a:pt x="3288" y="1637"/>
                  </a:cubicBezTo>
                  <a:cubicBezTo>
                    <a:pt x="3201" y="1442"/>
                    <a:pt x="3028" y="1290"/>
                    <a:pt x="2811" y="1269"/>
                  </a:cubicBezTo>
                  <a:cubicBezTo>
                    <a:pt x="2811" y="987"/>
                    <a:pt x="2616" y="531"/>
                    <a:pt x="1879" y="163"/>
                  </a:cubicBezTo>
                  <a:cubicBezTo>
                    <a:pt x="1695" y="58"/>
                    <a:pt x="1488" y="0"/>
                    <a:pt x="12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10"/>
            <p:cNvSpPr/>
            <p:nvPr/>
          </p:nvSpPr>
          <p:spPr>
            <a:xfrm>
              <a:off x="3675177" y="3695754"/>
              <a:ext cx="617591" cy="656030"/>
            </a:xfrm>
            <a:custGeom>
              <a:avLst/>
              <a:gdLst/>
              <a:ahLst/>
              <a:cxnLst/>
              <a:rect l="l" t="t" r="r" b="b"/>
              <a:pathLst>
                <a:path w="14412" h="15300" extrusionOk="0">
                  <a:moveTo>
                    <a:pt x="6482" y="1"/>
                  </a:moveTo>
                  <a:cubicBezTo>
                    <a:pt x="4601" y="1"/>
                    <a:pt x="0" y="1812"/>
                    <a:pt x="843" y="2120"/>
                  </a:cubicBezTo>
                  <a:cubicBezTo>
                    <a:pt x="1732" y="2445"/>
                    <a:pt x="4963" y="2510"/>
                    <a:pt x="4963" y="2510"/>
                  </a:cubicBezTo>
                  <a:cubicBezTo>
                    <a:pt x="4963" y="2510"/>
                    <a:pt x="4529" y="13828"/>
                    <a:pt x="4811" y="14695"/>
                  </a:cubicBezTo>
                  <a:cubicBezTo>
                    <a:pt x="4955" y="15128"/>
                    <a:pt x="7291" y="15300"/>
                    <a:pt x="9564" y="15300"/>
                  </a:cubicBezTo>
                  <a:cubicBezTo>
                    <a:pt x="11727" y="15300"/>
                    <a:pt x="13833" y="15144"/>
                    <a:pt x="13938" y="14912"/>
                  </a:cubicBezTo>
                  <a:cubicBezTo>
                    <a:pt x="14411" y="13802"/>
                    <a:pt x="13715" y="10742"/>
                    <a:pt x="9021" y="10742"/>
                  </a:cubicBezTo>
                  <a:cubicBezTo>
                    <a:pt x="8764" y="10742"/>
                    <a:pt x="8496" y="10752"/>
                    <a:pt x="8215" y="10771"/>
                  </a:cubicBezTo>
                  <a:cubicBezTo>
                    <a:pt x="8215" y="10771"/>
                    <a:pt x="8388" y="212"/>
                    <a:pt x="6762" y="17"/>
                  </a:cubicBezTo>
                  <a:cubicBezTo>
                    <a:pt x="6678" y="6"/>
                    <a:pt x="6584" y="1"/>
                    <a:pt x="648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10"/>
            <p:cNvSpPr/>
            <p:nvPr/>
          </p:nvSpPr>
          <p:spPr>
            <a:xfrm>
              <a:off x="3877613" y="3731815"/>
              <a:ext cx="25112" cy="34431"/>
            </a:xfrm>
            <a:custGeom>
              <a:avLst/>
              <a:gdLst/>
              <a:ahLst/>
              <a:cxnLst/>
              <a:rect l="l" t="t" r="r" b="b"/>
              <a:pathLst>
                <a:path w="586" h="803" extrusionOk="0">
                  <a:moveTo>
                    <a:pt x="542" y="0"/>
                  </a:moveTo>
                  <a:cubicBezTo>
                    <a:pt x="520" y="0"/>
                    <a:pt x="499" y="22"/>
                    <a:pt x="499" y="43"/>
                  </a:cubicBezTo>
                  <a:cubicBezTo>
                    <a:pt x="499" y="369"/>
                    <a:pt x="455" y="715"/>
                    <a:pt x="369" y="737"/>
                  </a:cubicBezTo>
                  <a:cubicBezTo>
                    <a:pt x="260" y="737"/>
                    <a:pt x="130" y="434"/>
                    <a:pt x="87" y="195"/>
                  </a:cubicBezTo>
                  <a:cubicBezTo>
                    <a:pt x="87" y="173"/>
                    <a:pt x="65" y="173"/>
                    <a:pt x="43" y="173"/>
                  </a:cubicBezTo>
                  <a:cubicBezTo>
                    <a:pt x="22" y="173"/>
                    <a:pt x="0" y="195"/>
                    <a:pt x="22" y="217"/>
                  </a:cubicBezTo>
                  <a:cubicBezTo>
                    <a:pt x="22" y="325"/>
                    <a:pt x="152" y="802"/>
                    <a:pt x="347" y="802"/>
                  </a:cubicBezTo>
                  <a:lnTo>
                    <a:pt x="369" y="802"/>
                  </a:lnTo>
                  <a:cubicBezTo>
                    <a:pt x="585" y="759"/>
                    <a:pt x="585" y="173"/>
                    <a:pt x="585" y="43"/>
                  </a:cubicBezTo>
                  <a:cubicBezTo>
                    <a:pt x="585" y="22"/>
                    <a:pt x="564" y="0"/>
                    <a:pt x="5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10"/>
            <p:cNvSpPr/>
            <p:nvPr/>
          </p:nvSpPr>
          <p:spPr>
            <a:xfrm>
              <a:off x="3769839" y="3767275"/>
              <a:ext cx="22326" cy="31472"/>
            </a:xfrm>
            <a:custGeom>
              <a:avLst/>
              <a:gdLst/>
              <a:ahLst/>
              <a:cxnLst/>
              <a:rect l="l" t="t" r="r" b="b"/>
              <a:pathLst>
                <a:path w="521" h="734" extrusionOk="0">
                  <a:moveTo>
                    <a:pt x="342" y="1"/>
                  </a:moveTo>
                  <a:cubicBezTo>
                    <a:pt x="316" y="1"/>
                    <a:pt x="288" y="31"/>
                    <a:pt x="304" y="62"/>
                  </a:cubicBezTo>
                  <a:cubicBezTo>
                    <a:pt x="304" y="62"/>
                    <a:pt x="477" y="279"/>
                    <a:pt x="412" y="452"/>
                  </a:cubicBezTo>
                  <a:cubicBezTo>
                    <a:pt x="369" y="561"/>
                    <a:pt x="239" y="626"/>
                    <a:pt x="44" y="647"/>
                  </a:cubicBezTo>
                  <a:cubicBezTo>
                    <a:pt x="22" y="647"/>
                    <a:pt x="0" y="669"/>
                    <a:pt x="0" y="691"/>
                  </a:cubicBezTo>
                  <a:cubicBezTo>
                    <a:pt x="0" y="712"/>
                    <a:pt x="22" y="734"/>
                    <a:pt x="44" y="734"/>
                  </a:cubicBezTo>
                  <a:cubicBezTo>
                    <a:pt x="282" y="691"/>
                    <a:pt x="412" y="626"/>
                    <a:pt x="477" y="496"/>
                  </a:cubicBezTo>
                  <a:cubicBezTo>
                    <a:pt x="521" y="322"/>
                    <a:pt x="477" y="149"/>
                    <a:pt x="369" y="19"/>
                  </a:cubicBezTo>
                  <a:cubicBezTo>
                    <a:pt x="362" y="6"/>
                    <a:pt x="352" y="1"/>
                    <a:pt x="3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10"/>
            <p:cNvSpPr/>
            <p:nvPr/>
          </p:nvSpPr>
          <p:spPr>
            <a:xfrm>
              <a:off x="3806049" y="3727398"/>
              <a:ext cx="36296" cy="75079"/>
            </a:xfrm>
            <a:custGeom>
              <a:avLst/>
              <a:gdLst/>
              <a:ahLst/>
              <a:cxnLst/>
              <a:rect l="l" t="t" r="r" b="b"/>
              <a:pathLst>
                <a:path w="847" h="1751" extrusionOk="0">
                  <a:moveTo>
                    <a:pt x="44" y="0"/>
                  </a:moveTo>
                  <a:cubicBezTo>
                    <a:pt x="33" y="0"/>
                    <a:pt x="22" y="5"/>
                    <a:pt x="22" y="16"/>
                  </a:cubicBezTo>
                  <a:cubicBezTo>
                    <a:pt x="1" y="38"/>
                    <a:pt x="1" y="60"/>
                    <a:pt x="22" y="81"/>
                  </a:cubicBezTo>
                  <a:cubicBezTo>
                    <a:pt x="22" y="81"/>
                    <a:pt x="846" y="1014"/>
                    <a:pt x="434" y="1707"/>
                  </a:cubicBezTo>
                  <a:cubicBezTo>
                    <a:pt x="413" y="1707"/>
                    <a:pt x="413" y="1729"/>
                    <a:pt x="434" y="1751"/>
                  </a:cubicBezTo>
                  <a:lnTo>
                    <a:pt x="478" y="1751"/>
                  </a:lnTo>
                  <a:cubicBezTo>
                    <a:pt x="673" y="1382"/>
                    <a:pt x="651" y="949"/>
                    <a:pt x="456" y="602"/>
                  </a:cubicBezTo>
                  <a:cubicBezTo>
                    <a:pt x="348" y="385"/>
                    <a:pt x="218" y="190"/>
                    <a:pt x="66" y="16"/>
                  </a:cubicBezTo>
                  <a:cubicBezTo>
                    <a:pt x="66" y="5"/>
                    <a:pt x="55" y="0"/>
                    <a:pt x="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10"/>
            <p:cNvSpPr/>
            <p:nvPr/>
          </p:nvSpPr>
          <p:spPr>
            <a:xfrm>
              <a:off x="3722444" y="3763158"/>
              <a:ext cx="15684" cy="21653"/>
            </a:xfrm>
            <a:custGeom>
              <a:avLst/>
              <a:gdLst/>
              <a:ahLst/>
              <a:cxnLst/>
              <a:rect l="l" t="t" r="r" b="b"/>
              <a:pathLst>
                <a:path w="366" h="505" extrusionOk="0">
                  <a:moveTo>
                    <a:pt x="306" y="0"/>
                  </a:moveTo>
                  <a:cubicBezTo>
                    <a:pt x="298" y="0"/>
                    <a:pt x="290" y="2"/>
                    <a:pt x="282" y="6"/>
                  </a:cubicBezTo>
                  <a:cubicBezTo>
                    <a:pt x="261" y="28"/>
                    <a:pt x="0" y="266"/>
                    <a:pt x="22" y="461"/>
                  </a:cubicBezTo>
                  <a:cubicBezTo>
                    <a:pt x="22" y="483"/>
                    <a:pt x="22" y="505"/>
                    <a:pt x="44" y="505"/>
                  </a:cubicBezTo>
                  <a:lnTo>
                    <a:pt x="66" y="505"/>
                  </a:lnTo>
                  <a:cubicBezTo>
                    <a:pt x="87" y="483"/>
                    <a:pt x="87" y="483"/>
                    <a:pt x="87" y="461"/>
                  </a:cubicBezTo>
                  <a:cubicBezTo>
                    <a:pt x="87" y="331"/>
                    <a:pt x="261" y="136"/>
                    <a:pt x="347" y="71"/>
                  </a:cubicBezTo>
                  <a:cubicBezTo>
                    <a:pt x="365" y="36"/>
                    <a:pt x="339" y="0"/>
                    <a:pt x="3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10"/>
            <p:cNvSpPr/>
            <p:nvPr/>
          </p:nvSpPr>
          <p:spPr>
            <a:xfrm>
              <a:off x="3966789" y="3667669"/>
              <a:ext cx="78077" cy="58571"/>
            </a:xfrm>
            <a:custGeom>
              <a:avLst/>
              <a:gdLst/>
              <a:ahLst/>
              <a:cxnLst/>
              <a:rect l="l" t="t" r="r" b="b"/>
              <a:pathLst>
                <a:path w="1822" h="1366" extrusionOk="0">
                  <a:moveTo>
                    <a:pt x="1648" y="0"/>
                  </a:moveTo>
                  <a:lnTo>
                    <a:pt x="0" y="1084"/>
                  </a:lnTo>
                  <a:lnTo>
                    <a:pt x="131" y="1344"/>
                  </a:lnTo>
                  <a:cubicBezTo>
                    <a:pt x="131" y="1344"/>
                    <a:pt x="346" y="1365"/>
                    <a:pt x="615" y="1365"/>
                  </a:cubicBezTo>
                  <a:cubicBezTo>
                    <a:pt x="1019" y="1365"/>
                    <a:pt x="1544" y="1318"/>
                    <a:pt x="1648" y="1084"/>
                  </a:cubicBezTo>
                  <a:cubicBezTo>
                    <a:pt x="1822" y="694"/>
                    <a:pt x="1648" y="0"/>
                    <a:pt x="164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10"/>
            <p:cNvSpPr/>
            <p:nvPr/>
          </p:nvSpPr>
          <p:spPr>
            <a:xfrm>
              <a:off x="3932421" y="3647430"/>
              <a:ext cx="30682" cy="59300"/>
            </a:xfrm>
            <a:custGeom>
              <a:avLst/>
              <a:gdLst/>
              <a:ahLst/>
              <a:cxnLst/>
              <a:rect l="l" t="t" r="r" b="b"/>
              <a:pathLst>
                <a:path w="716" h="1383" extrusionOk="0">
                  <a:moveTo>
                    <a:pt x="418" y="1"/>
                  </a:moveTo>
                  <a:cubicBezTo>
                    <a:pt x="329" y="1"/>
                    <a:pt x="239" y="29"/>
                    <a:pt x="174" y="82"/>
                  </a:cubicBezTo>
                  <a:cubicBezTo>
                    <a:pt x="65" y="147"/>
                    <a:pt x="0" y="234"/>
                    <a:pt x="0" y="364"/>
                  </a:cubicBezTo>
                  <a:cubicBezTo>
                    <a:pt x="0" y="429"/>
                    <a:pt x="44" y="472"/>
                    <a:pt x="109" y="515"/>
                  </a:cubicBezTo>
                  <a:lnTo>
                    <a:pt x="109" y="1339"/>
                  </a:lnTo>
                  <a:cubicBezTo>
                    <a:pt x="109" y="1361"/>
                    <a:pt x="130" y="1383"/>
                    <a:pt x="152" y="1383"/>
                  </a:cubicBezTo>
                  <a:cubicBezTo>
                    <a:pt x="174" y="1383"/>
                    <a:pt x="195" y="1361"/>
                    <a:pt x="195" y="1339"/>
                  </a:cubicBezTo>
                  <a:lnTo>
                    <a:pt x="195" y="472"/>
                  </a:lnTo>
                  <a:cubicBezTo>
                    <a:pt x="195" y="472"/>
                    <a:pt x="174" y="450"/>
                    <a:pt x="174" y="450"/>
                  </a:cubicBezTo>
                  <a:cubicBezTo>
                    <a:pt x="130" y="429"/>
                    <a:pt x="87" y="385"/>
                    <a:pt x="87" y="342"/>
                  </a:cubicBezTo>
                  <a:cubicBezTo>
                    <a:pt x="87" y="255"/>
                    <a:pt x="130" y="190"/>
                    <a:pt x="217" y="147"/>
                  </a:cubicBezTo>
                  <a:cubicBezTo>
                    <a:pt x="273" y="105"/>
                    <a:pt x="347" y="81"/>
                    <a:pt x="422" y="81"/>
                  </a:cubicBezTo>
                  <a:cubicBezTo>
                    <a:pt x="463" y="81"/>
                    <a:pt x="504" y="88"/>
                    <a:pt x="542" y="103"/>
                  </a:cubicBezTo>
                  <a:cubicBezTo>
                    <a:pt x="586" y="125"/>
                    <a:pt x="607" y="147"/>
                    <a:pt x="629" y="212"/>
                  </a:cubicBezTo>
                  <a:cubicBezTo>
                    <a:pt x="629" y="299"/>
                    <a:pt x="477" y="407"/>
                    <a:pt x="412" y="450"/>
                  </a:cubicBezTo>
                  <a:cubicBezTo>
                    <a:pt x="412" y="450"/>
                    <a:pt x="391" y="472"/>
                    <a:pt x="412" y="494"/>
                  </a:cubicBezTo>
                  <a:lnTo>
                    <a:pt x="651" y="1361"/>
                  </a:lnTo>
                  <a:cubicBezTo>
                    <a:pt x="651" y="1361"/>
                    <a:pt x="651" y="1383"/>
                    <a:pt x="672" y="1383"/>
                  </a:cubicBezTo>
                  <a:lnTo>
                    <a:pt x="694" y="1383"/>
                  </a:lnTo>
                  <a:cubicBezTo>
                    <a:pt x="716" y="1383"/>
                    <a:pt x="716" y="1361"/>
                    <a:pt x="716" y="1339"/>
                  </a:cubicBezTo>
                  <a:lnTo>
                    <a:pt x="477" y="515"/>
                  </a:lnTo>
                  <a:cubicBezTo>
                    <a:pt x="542" y="472"/>
                    <a:pt x="694" y="342"/>
                    <a:pt x="694" y="212"/>
                  </a:cubicBezTo>
                  <a:cubicBezTo>
                    <a:pt x="694" y="125"/>
                    <a:pt x="651" y="82"/>
                    <a:pt x="586" y="38"/>
                  </a:cubicBezTo>
                  <a:cubicBezTo>
                    <a:pt x="534" y="13"/>
                    <a:pt x="476" y="1"/>
                    <a:pt x="4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10"/>
            <p:cNvSpPr/>
            <p:nvPr/>
          </p:nvSpPr>
          <p:spPr>
            <a:xfrm>
              <a:off x="3895268" y="3653948"/>
              <a:ext cx="30682" cy="59300"/>
            </a:xfrm>
            <a:custGeom>
              <a:avLst/>
              <a:gdLst/>
              <a:ahLst/>
              <a:cxnLst/>
              <a:rect l="l" t="t" r="r" b="b"/>
              <a:pathLst>
                <a:path w="716" h="1383" extrusionOk="0">
                  <a:moveTo>
                    <a:pt x="402" y="0"/>
                  </a:moveTo>
                  <a:cubicBezTo>
                    <a:pt x="317" y="0"/>
                    <a:pt x="231" y="29"/>
                    <a:pt x="152" y="82"/>
                  </a:cubicBezTo>
                  <a:cubicBezTo>
                    <a:pt x="65" y="147"/>
                    <a:pt x="0" y="233"/>
                    <a:pt x="0" y="363"/>
                  </a:cubicBezTo>
                  <a:cubicBezTo>
                    <a:pt x="0" y="428"/>
                    <a:pt x="43" y="472"/>
                    <a:pt x="108" y="515"/>
                  </a:cubicBezTo>
                  <a:lnTo>
                    <a:pt x="108" y="1339"/>
                  </a:lnTo>
                  <a:cubicBezTo>
                    <a:pt x="108" y="1361"/>
                    <a:pt x="130" y="1382"/>
                    <a:pt x="152" y="1382"/>
                  </a:cubicBezTo>
                  <a:cubicBezTo>
                    <a:pt x="173" y="1382"/>
                    <a:pt x="173" y="1361"/>
                    <a:pt x="173" y="1339"/>
                  </a:cubicBezTo>
                  <a:lnTo>
                    <a:pt x="173" y="472"/>
                  </a:lnTo>
                  <a:cubicBezTo>
                    <a:pt x="173" y="472"/>
                    <a:pt x="173" y="450"/>
                    <a:pt x="152" y="450"/>
                  </a:cubicBezTo>
                  <a:cubicBezTo>
                    <a:pt x="108" y="428"/>
                    <a:pt x="65" y="385"/>
                    <a:pt x="65" y="342"/>
                  </a:cubicBezTo>
                  <a:cubicBezTo>
                    <a:pt x="87" y="255"/>
                    <a:pt x="130" y="190"/>
                    <a:pt x="217" y="147"/>
                  </a:cubicBezTo>
                  <a:cubicBezTo>
                    <a:pt x="273" y="105"/>
                    <a:pt x="347" y="81"/>
                    <a:pt x="422" y="81"/>
                  </a:cubicBezTo>
                  <a:cubicBezTo>
                    <a:pt x="463" y="81"/>
                    <a:pt x="504" y="88"/>
                    <a:pt x="542" y="103"/>
                  </a:cubicBezTo>
                  <a:cubicBezTo>
                    <a:pt x="585" y="125"/>
                    <a:pt x="607" y="168"/>
                    <a:pt x="607" y="212"/>
                  </a:cubicBezTo>
                  <a:cubicBezTo>
                    <a:pt x="607" y="298"/>
                    <a:pt x="455" y="407"/>
                    <a:pt x="412" y="450"/>
                  </a:cubicBezTo>
                  <a:cubicBezTo>
                    <a:pt x="390" y="450"/>
                    <a:pt x="390" y="472"/>
                    <a:pt x="390" y="493"/>
                  </a:cubicBezTo>
                  <a:lnTo>
                    <a:pt x="629" y="1361"/>
                  </a:lnTo>
                  <a:cubicBezTo>
                    <a:pt x="629" y="1361"/>
                    <a:pt x="650" y="1382"/>
                    <a:pt x="672" y="1382"/>
                  </a:cubicBezTo>
                  <a:cubicBezTo>
                    <a:pt x="694" y="1382"/>
                    <a:pt x="716" y="1361"/>
                    <a:pt x="716" y="1339"/>
                  </a:cubicBezTo>
                  <a:lnTo>
                    <a:pt x="477" y="515"/>
                  </a:lnTo>
                  <a:cubicBezTo>
                    <a:pt x="542" y="472"/>
                    <a:pt x="694" y="342"/>
                    <a:pt x="694" y="212"/>
                  </a:cubicBezTo>
                  <a:cubicBezTo>
                    <a:pt x="694" y="125"/>
                    <a:pt x="629" y="82"/>
                    <a:pt x="564" y="38"/>
                  </a:cubicBezTo>
                  <a:cubicBezTo>
                    <a:pt x="512" y="13"/>
                    <a:pt x="458" y="0"/>
                    <a:pt x="4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10"/>
            <p:cNvSpPr/>
            <p:nvPr/>
          </p:nvSpPr>
          <p:spPr>
            <a:xfrm>
              <a:off x="3980973" y="3693696"/>
              <a:ext cx="45338" cy="29757"/>
            </a:xfrm>
            <a:custGeom>
              <a:avLst/>
              <a:gdLst/>
              <a:ahLst/>
              <a:cxnLst/>
              <a:rect l="l" t="t" r="r" b="b"/>
              <a:pathLst>
                <a:path w="1058" h="694" extrusionOk="0">
                  <a:moveTo>
                    <a:pt x="1014" y="0"/>
                  </a:moveTo>
                  <a:lnTo>
                    <a:pt x="38" y="390"/>
                  </a:lnTo>
                  <a:cubicBezTo>
                    <a:pt x="1" y="409"/>
                    <a:pt x="12" y="460"/>
                    <a:pt x="57" y="460"/>
                  </a:cubicBezTo>
                  <a:cubicBezTo>
                    <a:pt x="64" y="460"/>
                    <a:pt x="72" y="458"/>
                    <a:pt x="81" y="455"/>
                  </a:cubicBezTo>
                  <a:lnTo>
                    <a:pt x="949" y="109"/>
                  </a:lnTo>
                  <a:lnTo>
                    <a:pt x="949" y="109"/>
                  </a:lnTo>
                  <a:cubicBezTo>
                    <a:pt x="849" y="406"/>
                    <a:pt x="587" y="613"/>
                    <a:pt x="278" y="613"/>
                  </a:cubicBezTo>
                  <a:cubicBezTo>
                    <a:pt x="249" y="613"/>
                    <a:pt x="219" y="611"/>
                    <a:pt x="190" y="607"/>
                  </a:cubicBezTo>
                  <a:cubicBezTo>
                    <a:pt x="168" y="607"/>
                    <a:pt x="168" y="607"/>
                    <a:pt x="146" y="629"/>
                  </a:cubicBezTo>
                  <a:cubicBezTo>
                    <a:pt x="146" y="651"/>
                    <a:pt x="168" y="672"/>
                    <a:pt x="190" y="694"/>
                  </a:cubicBezTo>
                  <a:lnTo>
                    <a:pt x="320" y="694"/>
                  </a:lnTo>
                  <a:cubicBezTo>
                    <a:pt x="862" y="694"/>
                    <a:pt x="1035" y="43"/>
                    <a:pt x="1035" y="43"/>
                  </a:cubicBezTo>
                  <a:cubicBezTo>
                    <a:pt x="1057" y="43"/>
                    <a:pt x="1057" y="22"/>
                    <a:pt x="10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10"/>
            <p:cNvSpPr/>
            <p:nvPr/>
          </p:nvSpPr>
          <p:spPr>
            <a:xfrm>
              <a:off x="3956547" y="3782925"/>
              <a:ext cx="61365" cy="91158"/>
            </a:xfrm>
            <a:custGeom>
              <a:avLst/>
              <a:gdLst/>
              <a:ahLst/>
              <a:cxnLst/>
              <a:rect l="l" t="t" r="r" b="b"/>
              <a:pathLst>
                <a:path w="1432" h="2126" extrusionOk="0">
                  <a:moveTo>
                    <a:pt x="1107" y="0"/>
                  </a:moveTo>
                  <a:cubicBezTo>
                    <a:pt x="1107" y="0"/>
                    <a:pt x="239" y="477"/>
                    <a:pt x="109" y="1150"/>
                  </a:cubicBezTo>
                  <a:cubicBezTo>
                    <a:pt x="1" y="1822"/>
                    <a:pt x="1432" y="2125"/>
                    <a:pt x="1432" y="2125"/>
                  </a:cubicBezTo>
                  <a:cubicBezTo>
                    <a:pt x="1432" y="2125"/>
                    <a:pt x="1389" y="347"/>
                    <a:pt x="110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10"/>
            <p:cNvSpPr/>
            <p:nvPr/>
          </p:nvSpPr>
          <p:spPr>
            <a:xfrm>
              <a:off x="3909795" y="3763287"/>
              <a:ext cx="64450" cy="43178"/>
            </a:xfrm>
            <a:custGeom>
              <a:avLst/>
              <a:gdLst/>
              <a:ahLst/>
              <a:cxnLst/>
              <a:rect l="l" t="t" r="r" b="b"/>
              <a:pathLst>
                <a:path w="1504" h="1007" extrusionOk="0">
                  <a:moveTo>
                    <a:pt x="705" y="0"/>
                  </a:moveTo>
                  <a:cubicBezTo>
                    <a:pt x="445" y="0"/>
                    <a:pt x="246" y="242"/>
                    <a:pt x="246" y="242"/>
                  </a:cubicBezTo>
                  <a:cubicBezTo>
                    <a:pt x="0" y="583"/>
                    <a:pt x="284" y="1007"/>
                    <a:pt x="736" y="1007"/>
                  </a:cubicBezTo>
                  <a:cubicBezTo>
                    <a:pt x="801" y="1007"/>
                    <a:pt x="869" y="998"/>
                    <a:pt x="940" y="979"/>
                  </a:cubicBezTo>
                  <a:cubicBezTo>
                    <a:pt x="1504" y="805"/>
                    <a:pt x="1222" y="198"/>
                    <a:pt x="897" y="47"/>
                  </a:cubicBezTo>
                  <a:cubicBezTo>
                    <a:pt x="831" y="13"/>
                    <a:pt x="766" y="0"/>
                    <a:pt x="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10"/>
            <p:cNvSpPr/>
            <p:nvPr/>
          </p:nvSpPr>
          <p:spPr>
            <a:xfrm>
              <a:off x="4095904" y="4212778"/>
              <a:ext cx="83691" cy="56041"/>
            </a:xfrm>
            <a:custGeom>
              <a:avLst/>
              <a:gdLst/>
              <a:ahLst/>
              <a:cxnLst/>
              <a:rect l="l" t="t" r="r" b="b"/>
              <a:pathLst>
                <a:path w="1953" h="1307" extrusionOk="0">
                  <a:moveTo>
                    <a:pt x="914" y="0"/>
                  </a:moveTo>
                  <a:cubicBezTo>
                    <a:pt x="578" y="0"/>
                    <a:pt x="305" y="317"/>
                    <a:pt x="305" y="317"/>
                  </a:cubicBezTo>
                  <a:cubicBezTo>
                    <a:pt x="1" y="754"/>
                    <a:pt x="362" y="1306"/>
                    <a:pt x="951" y="1306"/>
                  </a:cubicBezTo>
                  <a:cubicBezTo>
                    <a:pt x="1035" y="1306"/>
                    <a:pt x="1123" y="1295"/>
                    <a:pt x="1215" y="1271"/>
                  </a:cubicBezTo>
                  <a:cubicBezTo>
                    <a:pt x="1952" y="1054"/>
                    <a:pt x="1562" y="274"/>
                    <a:pt x="1150" y="57"/>
                  </a:cubicBezTo>
                  <a:cubicBezTo>
                    <a:pt x="1070" y="17"/>
                    <a:pt x="990" y="0"/>
                    <a:pt x="9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10"/>
            <p:cNvSpPr/>
            <p:nvPr/>
          </p:nvSpPr>
          <p:spPr>
            <a:xfrm>
              <a:off x="3879327" y="4088946"/>
              <a:ext cx="113516" cy="75336"/>
            </a:xfrm>
            <a:custGeom>
              <a:avLst/>
              <a:gdLst/>
              <a:ahLst/>
              <a:cxnLst/>
              <a:rect l="l" t="t" r="r" b="b"/>
              <a:pathLst>
                <a:path w="2649" h="1757" extrusionOk="0">
                  <a:moveTo>
                    <a:pt x="1232" y="0"/>
                  </a:moveTo>
                  <a:cubicBezTo>
                    <a:pt x="789" y="0"/>
                    <a:pt x="437" y="408"/>
                    <a:pt x="437" y="408"/>
                  </a:cubicBezTo>
                  <a:cubicBezTo>
                    <a:pt x="0" y="1016"/>
                    <a:pt x="495" y="1756"/>
                    <a:pt x="1294" y="1756"/>
                  </a:cubicBezTo>
                  <a:cubicBezTo>
                    <a:pt x="1408" y="1756"/>
                    <a:pt x="1527" y="1741"/>
                    <a:pt x="1651" y="1709"/>
                  </a:cubicBezTo>
                  <a:cubicBezTo>
                    <a:pt x="2649" y="1427"/>
                    <a:pt x="2128" y="365"/>
                    <a:pt x="1564" y="83"/>
                  </a:cubicBezTo>
                  <a:cubicBezTo>
                    <a:pt x="1451" y="24"/>
                    <a:pt x="1338" y="0"/>
                    <a:pt x="12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10"/>
            <p:cNvSpPr/>
            <p:nvPr/>
          </p:nvSpPr>
          <p:spPr>
            <a:xfrm>
              <a:off x="3884084" y="3832192"/>
              <a:ext cx="64150" cy="80010"/>
            </a:xfrm>
            <a:custGeom>
              <a:avLst/>
              <a:gdLst/>
              <a:ahLst/>
              <a:cxnLst/>
              <a:rect l="l" t="t" r="r" b="b"/>
              <a:pathLst>
                <a:path w="1497" h="1866" extrusionOk="0">
                  <a:moveTo>
                    <a:pt x="66" y="1"/>
                  </a:moveTo>
                  <a:cubicBezTo>
                    <a:pt x="23" y="109"/>
                    <a:pt x="1" y="1865"/>
                    <a:pt x="1" y="1865"/>
                  </a:cubicBezTo>
                  <a:cubicBezTo>
                    <a:pt x="1" y="1865"/>
                    <a:pt x="1302" y="1757"/>
                    <a:pt x="1410" y="846"/>
                  </a:cubicBezTo>
                  <a:cubicBezTo>
                    <a:pt x="1497" y="152"/>
                    <a:pt x="66" y="1"/>
                    <a:pt x="6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10"/>
            <p:cNvSpPr/>
            <p:nvPr/>
          </p:nvSpPr>
          <p:spPr>
            <a:xfrm>
              <a:off x="3958433" y="4293303"/>
              <a:ext cx="49280" cy="199896"/>
            </a:xfrm>
            <a:custGeom>
              <a:avLst/>
              <a:gdLst/>
              <a:ahLst/>
              <a:cxnLst/>
              <a:rect l="l" t="t" r="r" b="b"/>
              <a:pathLst>
                <a:path w="1150" h="4662" extrusionOk="0">
                  <a:moveTo>
                    <a:pt x="0" y="0"/>
                  </a:moveTo>
                  <a:lnTo>
                    <a:pt x="152" y="4661"/>
                  </a:lnTo>
                  <a:lnTo>
                    <a:pt x="998" y="4575"/>
                  </a:lnTo>
                  <a:lnTo>
                    <a:pt x="1149" y="87"/>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10"/>
            <p:cNvSpPr/>
            <p:nvPr/>
          </p:nvSpPr>
          <p:spPr>
            <a:xfrm>
              <a:off x="3882241" y="4293303"/>
              <a:ext cx="48338" cy="199896"/>
            </a:xfrm>
            <a:custGeom>
              <a:avLst/>
              <a:gdLst/>
              <a:ahLst/>
              <a:cxnLst/>
              <a:rect l="l" t="t" r="r" b="b"/>
              <a:pathLst>
                <a:path w="1128" h="4662" extrusionOk="0">
                  <a:moveTo>
                    <a:pt x="1" y="0"/>
                  </a:moveTo>
                  <a:lnTo>
                    <a:pt x="152" y="4661"/>
                  </a:lnTo>
                  <a:lnTo>
                    <a:pt x="998" y="4596"/>
                  </a:lnTo>
                  <a:lnTo>
                    <a:pt x="1128" y="108"/>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10"/>
            <p:cNvSpPr/>
            <p:nvPr/>
          </p:nvSpPr>
          <p:spPr>
            <a:xfrm>
              <a:off x="4220434" y="4282112"/>
              <a:ext cx="59479" cy="198996"/>
            </a:xfrm>
            <a:custGeom>
              <a:avLst/>
              <a:gdLst/>
              <a:ahLst/>
              <a:cxnLst/>
              <a:rect l="l" t="t" r="r" b="b"/>
              <a:pathLst>
                <a:path w="1388" h="4641" extrusionOk="0">
                  <a:moveTo>
                    <a:pt x="0" y="1"/>
                  </a:moveTo>
                  <a:lnTo>
                    <a:pt x="564" y="4641"/>
                  </a:lnTo>
                  <a:lnTo>
                    <a:pt x="1388" y="4489"/>
                  </a:lnTo>
                  <a:lnTo>
                    <a:pt x="114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10"/>
            <p:cNvSpPr/>
            <p:nvPr/>
          </p:nvSpPr>
          <p:spPr>
            <a:xfrm>
              <a:off x="4145184" y="4289573"/>
              <a:ext cx="59479" cy="198052"/>
            </a:xfrm>
            <a:custGeom>
              <a:avLst/>
              <a:gdLst/>
              <a:ahLst/>
              <a:cxnLst/>
              <a:rect l="l" t="t" r="r" b="b"/>
              <a:pathLst>
                <a:path w="1388" h="4619" extrusionOk="0">
                  <a:moveTo>
                    <a:pt x="0" y="0"/>
                  </a:moveTo>
                  <a:lnTo>
                    <a:pt x="542" y="4618"/>
                  </a:lnTo>
                  <a:lnTo>
                    <a:pt x="1388" y="4488"/>
                  </a:lnTo>
                  <a:lnTo>
                    <a:pt x="1128"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10"/>
            <p:cNvSpPr/>
            <p:nvPr/>
          </p:nvSpPr>
          <p:spPr>
            <a:xfrm>
              <a:off x="4003942" y="4270921"/>
              <a:ext cx="150541" cy="80053"/>
            </a:xfrm>
            <a:custGeom>
              <a:avLst/>
              <a:gdLst/>
              <a:ahLst/>
              <a:cxnLst/>
              <a:rect l="l" t="t" r="r" b="b"/>
              <a:pathLst>
                <a:path w="3513" h="1867" extrusionOk="0">
                  <a:moveTo>
                    <a:pt x="1662" y="0"/>
                  </a:moveTo>
                  <a:cubicBezTo>
                    <a:pt x="326" y="0"/>
                    <a:pt x="1" y="1802"/>
                    <a:pt x="1" y="1823"/>
                  </a:cubicBezTo>
                  <a:cubicBezTo>
                    <a:pt x="1" y="1845"/>
                    <a:pt x="22" y="1866"/>
                    <a:pt x="44" y="1866"/>
                  </a:cubicBezTo>
                  <a:cubicBezTo>
                    <a:pt x="66" y="1866"/>
                    <a:pt x="87" y="1845"/>
                    <a:pt x="87" y="1845"/>
                  </a:cubicBezTo>
                  <a:cubicBezTo>
                    <a:pt x="87" y="1824"/>
                    <a:pt x="395" y="90"/>
                    <a:pt x="1683" y="90"/>
                  </a:cubicBezTo>
                  <a:cubicBezTo>
                    <a:pt x="1762" y="90"/>
                    <a:pt x="1844" y="96"/>
                    <a:pt x="1930" y="110"/>
                  </a:cubicBezTo>
                  <a:cubicBezTo>
                    <a:pt x="2841" y="240"/>
                    <a:pt x="3426" y="1780"/>
                    <a:pt x="3426" y="1801"/>
                  </a:cubicBezTo>
                  <a:cubicBezTo>
                    <a:pt x="3426" y="1823"/>
                    <a:pt x="3448" y="1823"/>
                    <a:pt x="3470" y="1823"/>
                  </a:cubicBezTo>
                  <a:cubicBezTo>
                    <a:pt x="3491" y="1823"/>
                    <a:pt x="3513" y="1801"/>
                    <a:pt x="3491" y="1780"/>
                  </a:cubicBezTo>
                  <a:cubicBezTo>
                    <a:pt x="3470" y="1714"/>
                    <a:pt x="2884" y="175"/>
                    <a:pt x="1930" y="23"/>
                  </a:cubicBezTo>
                  <a:cubicBezTo>
                    <a:pt x="1837" y="8"/>
                    <a:pt x="1747" y="0"/>
                    <a:pt x="16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10"/>
            <p:cNvSpPr/>
            <p:nvPr/>
          </p:nvSpPr>
          <p:spPr>
            <a:xfrm>
              <a:off x="3885026" y="4468032"/>
              <a:ext cx="42767" cy="25169"/>
            </a:xfrm>
            <a:custGeom>
              <a:avLst/>
              <a:gdLst/>
              <a:ahLst/>
              <a:cxnLst/>
              <a:rect l="l" t="t" r="r" b="b"/>
              <a:pathLst>
                <a:path w="998" h="587" extrusionOk="0">
                  <a:moveTo>
                    <a:pt x="66" y="1"/>
                  </a:moveTo>
                  <a:lnTo>
                    <a:pt x="1" y="586"/>
                  </a:lnTo>
                  <a:lnTo>
                    <a:pt x="998" y="586"/>
                  </a:lnTo>
                  <a:lnTo>
                    <a:pt x="9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10"/>
            <p:cNvSpPr/>
            <p:nvPr/>
          </p:nvSpPr>
          <p:spPr>
            <a:xfrm>
              <a:off x="3961218" y="4468032"/>
              <a:ext cx="40924" cy="27956"/>
            </a:xfrm>
            <a:custGeom>
              <a:avLst/>
              <a:gdLst/>
              <a:ahLst/>
              <a:cxnLst/>
              <a:rect l="l" t="t" r="r" b="b"/>
              <a:pathLst>
                <a:path w="955" h="652" extrusionOk="0">
                  <a:moveTo>
                    <a:pt x="65" y="1"/>
                  </a:moveTo>
                  <a:lnTo>
                    <a:pt x="0" y="651"/>
                  </a:lnTo>
                  <a:lnTo>
                    <a:pt x="954" y="651"/>
                  </a:lnTo>
                  <a:lnTo>
                    <a:pt x="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10"/>
            <p:cNvSpPr/>
            <p:nvPr/>
          </p:nvSpPr>
          <p:spPr>
            <a:xfrm>
              <a:off x="4162840" y="4468032"/>
              <a:ext cx="44609" cy="25169"/>
            </a:xfrm>
            <a:custGeom>
              <a:avLst/>
              <a:gdLst/>
              <a:ahLst/>
              <a:cxnLst/>
              <a:rect l="l" t="t" r="r" b="b"/>
              <a:pathLst>
                <a:path w="1041" h="587" extrusionOk="0">
                  <a:moveTo>
                    <a:pt x="87" y="1"/>
                  </a:moveTo>
                  <a:lnTo>
                    <a:pt x="0" y="586"/>
                  </a:lnTo>
                  <a:lnTo>
                    <a:pt x="1041" y="586"/>
                  </a:lnTo>
                  <a:lnTo>
                    <a:pt x="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10"/>
            <p:cNvSpPr/>
            <p:nvPr/>
          </p:nvSpPr>
          <p:spPr>
            <a:xfrm>
              <a:off x="4239932" y="4465245"/>
              <a:ext cx="42767" cy="27956"/>
            </a:xfrm>
            <a:custGeom>
              <a:avLst/>
              <a:gdLst/>
              <a:ahLst/>
              <a:cxnLst/>
              <a:rect l="l" t="t" r="r" b="b"/>
              <a:pathLst>
                <a:path w="998" h="652" extrusionOk="0">
                  <a:moveTo>
                    <a:pt x="66" y="1"/>
                  </a:moveTo>
                  <a:lnTo>
                    <a:pt x="1" y="651"/>
                  </a:lnTo>
                  <a:lnTo>
                    <a:pt x="998" y="651"/>
                  </a:lnTo>
                  <a:lnTo>
                    <a:pt x="93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10"/>
            <p:cNvSpPr/>
            <p:nvPr/>
          </p:nvSpPr>
          <p:spPr>
            <a:xfrm>
              <a:off x="4214863" y="4214451"/>
              <a:ext cx="107817" cy="79796"/>
            </a:xfrm>
            <a:custGeom>
              <a:avLst/>
              <a:gdLst/>
              <a:ahLst/>
              <a:cxnLst/>
              <a:rect l="l" t="t" r="r" b="b"/>
              <a:pathLst>
                <a:path w="2516" h="1861" extrusionOk="0">
                  <a:moveTo>
                    <a:pt x="738" y="1"/>
                  </a:moveTo>
                  <a:cubicBezTo>
                    <a:pt x="320" y="1"/>
                    <a:pt x="0" y="126"/>
                    <a:pt x="0" y="126"/>
                  </a:cubicBezTo>
                  <a:lnTo>
                    <a:pt x="304" y="668"/>
                  </a:lnTo>
                  <a:cubicBezTo>
                    <a:pt x="469" y="617"/>
                    <a:pt x="621" y="595"/>
                    <a:pt x="761" y="595"/>
                  </a:cubicBezTo>
                  <a:cubicBezTo>
                    <a:pt x="1804" y="595"/>
                    <a:pt x="2125" y="1861"/>
                    <a:pt x="2125" y="1861"/>
                  </a:cubicBezTo>
                  <a:lnTo>
                    <a:pt x="2515" y="1579"/>
                  </a:lnTo>
                  <a:cubicBezTo>
                    <a:pt x="2168" y="267"/>
                    <a:pt x="1348" y="1"/>
                    <a:pt x="73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10"/>
            <p:cNvSpPr/>
            <p:nvPr/>
          </p:nvSpPr>
          <p:spPr>
            <a:xfrm>
              <a:off x="4299411" y="4278639"/>
              <a:ext cx="54851" cy="64874"/>
            </a:xfrm>
            <a:custGeom>
              <a:avLst/>
              <a:gdLst/>
              <a:ahLst/>
              <a:cxnLst/>
              <a:rect l="l" t="t" r="r" b="b"/>
              <a:pathLst>
                <a:path w="1280" h="1513" extrusionOk="0">
                  <a:moveTo>
                    <a:pt x="520" y="1"/>
                  </a:moveTo>
                  <a:cubicBezTo>
                    <a:pt x="510" y="1"/>
                    <a:pt x="499" y="6"/>
                    <a:pt x="499" y="17"/>
                  </a:cubicBezTo>
                  <a:cubicBezTo>
                    <a:pt x="477" y="39"/>
                    <a:pt x="477" y="60"/>
                    <a:pt x="499" y="60"/>
                  </a:cubicBezTo>
                  <a:cubicBezTo>
                    <a:pt x="716" y="190"/>
                    <a:pt x="911" y="364"/>
                    <a:pt x="1106" y="537"/>
                  </a:cubicBezTo>
                  <a:cubicBezTo>
                    <a:pt x="1149" y="646"/>
                    <a:pt x="1193" y="667"/>
                    <a:pt x="1149" y="711"/>
                  </a:cubicBezTo>
                  <a:cubicBezTo>
                    <a:pt x="1146" y="713"/>
                    <a:pt x="1140" y="715"/>
                    <a:pt x="1132" y="715"/>
                  </a:cubicBezTo>
                  <a:cubicBezTo>
                    <a:pt x="1077" y="715"/>
                    <a:pt x="910" y="656"/>
                    <a:pt x="759" y="581"/>
                  </a:cubicBezTo>
                  <a:cubicBezTo>
                    <a:pt x="751" y="576"/>
                    <a:pt x="742" y="575"/>
                    <a:pt x="735" y="575"/>
                  </a:cubicBezTo>
                  <a:cubicBezTo>
                    <a:pt x="702" y="575"/>
                    <a:pt x="680" y="606"/>
                    <a:pt x="716" y="624"/>
                  </a:cubicBezTo>
                  <a:cubicBezTo>
                    <a:pt x="867" y="841"/>
                    <a:pt x="1127" y="1231"/>
                    <a:pt x="1062" y="1361"/>
                  </a:cubicBezTo>
                  <a:cubicBezTo>
                    <a:pt x="1062" y="1383"/>
                    <a:pt x="1041" y="1404"/>
                    <a:pt x="1019" y="1404"/>
                  </a:cubicBezTo>
                  <a:cubicBezTo>
                    <a:pt x="1009" y="1406"/>
                    <a:pt x="999" y="1407"/>
                    <a:pt x="990" y="1407"/>
                  </a:cubicBezTo>
                  <a:cubicBezTo>
                    <a:pt x="761" y="1407"/>
                    <a:pt x="539" y="941"/>
                    <a:pt x="477" y="754"/>
                  </a:cubicBezTo>
                  <a:cubicBezTo>
                    <a:pt x="477" y="739"/>
                    <a:pt x="466" y="723"/>
                    <a:pt x="452" y="723"/>
                  </a:cubicBezTo>
                  <a:cubicBezTo>
                    <a:pt x="446" y="723"/>
                    <a:pt x="440" y="726"/>
                    <a:pt x="434" y="732"/>
                  </a:cubicBezTo>
                  <a:cubicBezTo>
                    <a:pt x="412" y="732"/>
                    <a:pt x="390" y="754"/>
                    <a:pt x="390" y="776"/>
                  </a:cubicBezTo>
                  <a:cubicBezTo>
                    <a:pt x="390" y="927"/>
                    <a:pt x="369" y="1231"/>
                    <a:pt x="282" y="1296"/>
                  </a:cubicBezTo>
                  <a:lnTo>
                    <a:pt x="239" y="1296"/>
                  </a:lnTo>
                  <a:cubicBezTo>
                    <a:pt x="217" y="1296"/>
                    <a:pt x="195" y="1274"/>
                    <a:pt x="152" y="1188"/>
                  </a:cubicBezTo>
                  <a:cubicBezTo>
                    <a:pt x="65" y="927"/>
                    <a:pt x="65" y="646"/>
                    <a:pt x="152" y="364"/>
                  </a:cubicBezTo>
                  <a:cubicBezTo>
                    <a:pt x="174" y="364"/>
                    <a:pt x="174" y="342"/>
                    <a:pt x="152" y="320"/>
                  </a:cubicBezTo>
                  <a:cubicBezTo>
                    <a:pt x="152" y="310"/>
                    <a:pt x="141" y="304"/>
                    <a:pt x="130" y="304"/>
                  </a:cubicBezTo>
                  <a:cubicBezTo>
                    <a:pt x="119" y="304"/>
                    <a:pt x="109" y="310"/>
                    <a:pt x="109" y="320"/>
                  </a:cubicBezTo>
                  <a:cubicBezTo>
                    <a:pt x="0" y="602"/>
                    <a:pt x="0" y="927"/>
                    <a:pt x="109" y="1209"/>
                  </a:cubicBezTo>
                  <a:cubicBezTo>
                    <a:pt x="130" y="1296"/>
                    <a:pt x="174" y="1339"/>
                    <a:pt x="239" y="1361"/>
                  </a:cubicBezTo>
                  <a:cubicBezTo>
                    <a:pt x="251" y="1367"/>
                    <a:pt x="264" y="1370"/>
                    <a:pt x="276" y="1370"/>
                  </a:cubicBezTo>
                  <a:cubicBezTo>
                    <a:pt x="305" y="1370"/>
                    <a:pt x="332" y="1355"/>
                    <a:pt x="347" y="1339"/>
                  </a:cubicBezTo>
                  <a:cubicBezTo>
                    <a:pt x="434" y="1231"/>
                    <a:pt x="477" y="1079"/>
                    <a:pt x="477" y="927"/>
                  </a:cubicBezTo>
                  <a:cubicBezTo>
                    <a:pt x="585" y="1144"/>
                    <a:pt x="759" y="1469"/>
                    <a:pt x="997" y="1469"/>
                  </a:cubicBezTo>
                  <a:lnTo>
                    <a:pt x="1041" y="1513"/>
                  </a:lnTo>
                  <a:cubicBezTo>
                    <a:pt x="1084" y="1491"/>
                    <a:pt x="1127" y="1469"/>
                    <a:pt x="1149" y="1404"/>
                  </a:cubicBezTo>
                  <a:cubicBezTo>
                    <a:pt x="1214" y="1253"/>
                    <a:pt x="1019" y="927"/>
                    <a:pt x="867" y="732"/>
                  </a:cubicBezTo>
                  <a:lnTo>
                    <a:pt x="867" y="732"/>
                  </a:lnTo>
                  <a:cubicBezTo>
                    <a:pt x="957" y="762"/>
                    <a:pt x="1067" y="813"/>
                    <a:pt x="1142" y="813"/>
                  </a:cubicBezTo>
                  <a:cubicBezTo>
                    <a:pt x="1175" y="813"/>
                    <a:pt x="1201" y="803"/>
                    <a:pt x="1214" y="776"/>
                  </a:cubicBezTo>
                  <a:cubicBezTo>
                    <a:pt x="1279" y="711"/>
                    <a:pt x="1236" y="581"/>
                    <a:pt x="1171" y="515"/>
                  </a:cubicBezTo>
                  <a:cubicBezTo>
                    <a:pt x="997" y="320"/>
                    <a:pt x="781" y="147"/>
                    <a:pt x="542" y="17"/>
                  </a:cubicBezTo>
                  <a:cubicBezTo>
                    <a:pt x="542" y="6"/>
                    <a:pt x="531" y="1"/>
                    <a:pt x="5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10"/>
            <p:cNvSpPr/>
            <p:nvPr/>
          </p:nvSpPr>
          <p:spPr>
            <a:xfrm>
              <a:off x="3878170" y="3778209"/>
              <a:ext cx="29183" cy="18952"/>
            </a:xfrm>
            <a:custGeom>
              <a:avLst/>
              <a:gdLst/>
              <a:ahLst/>
              <a:cxnLst/>
              <a:rect l="l" t="t" r="r" b="b"/>
              <a:pathLst>
                <a:path w="681" h="442" extrusionOk="0">
                  <a:moveTo>
                    <a:pt x="413" y="1"/>
                  </a:moveTo>
                  <a:cubicBezTo>
                    <a:pt x="285" y="1"/>
                    <a:pt x="139" y="110"/>
                    <a:pt x="139" y="110"/>
                  </a:cubicBezTo>
                  <a:cubicBezTo>
                    <a:pt x="1" y="249"/>
                    <a:pt x="114" y="441"/>
                    <a:pt x="316" y="441"/>
                  </a:cubicBezTo>
                  <a:cubicBezTo>
                    <a:pt x="336" y="441"/>
                    <a:pt x="356" y="439"/>
                    <a:pt x="377" y="436"/>
                  </a:cubicBezTo>
                  <a:cubicBezTo>
                    <a:pt x="594" y="436"/>
                    <a:pt x="681" y="175"/>
                    <a:pt x="529" y="45"/>
                  </a:cubicBezTo>
                  <a:cubicBezTo>
                    <a:pt x="497" y="13"/>
                    <a:pt x="456" y="1"/>
                    <a:pt x="41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10"/>
            <p:cNvSpPr/>
            <p:nvPr/>
          </p:nvSpPr>
          <p:spPr>
            <a:xfrm>
              <a:off x="4148441" y="4279282"/>
              <a:ext cx="29011" cy="18952"/>
            </a:xfrm>
            <a:custGeom>
              <a:avLst/>
              <a:gdLst/>
              <a:ahLst/>
              <a:cxnLst/>
              <a:rect l="l" t="t" r="r" b="b"/>
              <a:pathLst>
                <a:path w="677" h="442" extrusionOk="0">
                  <a:moveTo>
                    <a:pt x="403" y="0"/>
                  </a:moveTo>
                  <a:cubicBezTo>
                    <a:pt x="266" y="0"/>
                    <a:pt x="119" y="110"/>
                    <a:pt x="119" y="110"/>
                  </a:cubicBezTo>
                  <a:cubicBezTo>
                    <a:pt x="1" y="249"/>
                    <a:pt x="116" y="441"/>
                    <a:pt x="318" y="441"/>
                  </a:cubicBezTo>
                  <a:cubicBezTo>
                    <a:pt x="338" y="441"/>
                    <a:pt x="358" y="439"/>
                    <a:pt x="379" y="435"/>
                  </a:cubicBezTo>
                  <a:cubicBezTo>
                    <a:pt x="387" y="436"/>
                    <a:pt x="395" y="437"/>
                    <a:pt x="402" y="437"/>
                  </a:cubicBezTo>
                  <a:cubicBezTo>
                    <a:pt x="583" y="437"/>
                    <a:pt x="677" y="191"/>
                    <a:pt x="531" y="45"/>
                  </a:cubicBezTo>
                  <a:cubicBezTo>
                    <a:pt x="493" y="13"/>
                    <a:pt x="449" y="0"/>
                    <a:pt x="4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2" name="Google Shape;952;p10"/>
            <p:cNvSpPr/>
            <p:nvPr/>
          </p:nvSpPr>
          <p:spPr>
            <a:xfrm>
              <a:off x="3889097" y="4291374"/>
              <a:ext cx="29440" cy="18738"/>
            </a:xfrm>
            <a:custGeom>
              <a:avLst/>
              <a:gdLst/>
              <a:ahLst/>
              <a:cxnLst/>
              <a:rect l="l" t="t" r="r" b="b"/>
              <a:pathLst>
                <a:path w="687" h="437" extrusionOk="0">
                  <a:moveTo>
                    <a:pt x="409" y="0"/>
                  </a:moveTo>
                  <a:cubicBezTo>
                    <a:pt x="278" y="0"/>
                    <a:pt x="144" y="110"/>
                    <a:pt x="144" y="110"/>
                  </a:cubicBezTo>
                  <a:cubicBezTo>
                    <a:pt x="0" y="254"/>
                    <a:pt x="129" y="437"/>
                    <a:pt x="346" y="437"/>
                  </a:cubicBezTo>
                  <a:cubicBezTo>
                    <a:pt x="358" y="437"/>
                    <a:pt x="370" y="436"/>
                    <a:pt x="383" y="435"/>
                  </a:cubicBezTo>
                  <a:cubicBezTo>
                    <a:pt x="578" y="435"/>
                    <a:pt x="686" y="175"/>
                    <a:pt x="534" y="45"/>
                  </a:cubicBezTo>
                  <a:cubicBezTo>
                    <a:pt x="496" y="13"/>
                    <a:pt x="453" y="0"/>
                    <a:pt x="40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3" name="Google Shape;953;p10"/>
            <p:cNvSpPr/>
            <p:nvPr/>
          </p:nvSpPr>
          <p:spPr>
            <a:xfrm>
              <a:off x="3897968" y="3911774"/>
              <a:ext cx="114373" cy="92144"/>
            </a:xfrm>
            <a:custGeom>
              <a:avLst/>
              <a:gdLst/>
              <a:ahLst/>
              <a:cxnLst/>
              <a:rect l="l" t="t" r="r" b="b"/>
              <a:pathLst>
                <a:path w="2669" h="2149" extrusionOk="0">
                  <a:moveTo>
                    <a:pt x="1633" y="0"/>
                  </a:moveTo>
                  <a:cubicBezTo>
                    <a:pt x="752" y="0"/>
                    <a:pt x="1" y="1273"/>
                    <a:pt x="891" y="1874"/>
                  </a:cubicBezTo>
                  <a:cubicBezTo>
                    <a:pt x="1196" y="2068"/>
                    <a:pt x="1476" y="2149"/>
                    <a:pt x="1718" y="2149"/>
                  </a:cubicBezTo>
                  <a:cubicBezTo>
                    <a:pt x="2231" y="2149"/>
                    <a:pt x="2567" y="1781"/>
                    <a:pt x="2582" y="1353"/>
                  </a:cubicBezTo>
                  <a:cubicBezTo>
                    <a:pt x="2582" y="1353"/>
                    <a:pt x="2669" y="139"/>
                    <a:pt x="1758" y="9"/>
                  </a:cubicBezTo>
                  <a:cubicBezTo>
                    <a:pt x="1716" y="3"/>
                    <a:pt x="1674" y="0"/>
                    <a:pt x="163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10"/>
            <p:cNvSpPr/>
            <p:nvPr/>
          </p:nvSpPr>
          <p:spPr>
            <a:xfrm>
              <a:off x="3961218" y="4007907"/>
              <a:ext cx="66936" cy="99519"/>
            </a:xfrm>
            <a:custGeom>
              <a:avLst/>
              <a:gdLst/>
              <a:ahLst/>
              <a:cxnLst/>
              <a:rect l="l" t="t" r="r" b="b"/>
              <a:pathLst>
                <a:path w="1562" h="2321" extrusionOk="0">
                  <a:moveTo>
                    <a:pt x="1496" y="0"/>
                  </a:moveTo>
                  <a:cubicBezTo>
                    <a:pt x="1496" y="0"/>
                    <a:pt x="0" y="412"/>
                    <a:pt x="174" y="1388"/>
                  </a:cubicBezTo>
                  <a:cubicBezTo>
                    <a:pt x="313" y="2284"/>
                    <a:pt x="1312" y="2320"/>
                    <a:pt x="1474" y="2320"/>
                  </a:cubicBezTo>
                  <a:cubicBezTo>
                    <a:pt x="1489" y="2320"/>
                    <a:pt x="1496" y="2320"/>
                    <a:pt x="1496" y="2320"/>
                  </a:cubicBezTo>
                  <a:cubicBezTo>
                    <a:pt x="1496" y="2320"/>
                    <a:pt x="1561" y="781"/>
                    <a:pt x="149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10"/>
            <p:cNvSpPr/>
            <p:nvPr/>
          </p:nvSpPr>
          <p:spPr>
            <a:xfrm>
              <a:off x="3879456" y="3984667"/>
              <a:ext cx="62308" cy="96990"/>
            </a:xfrm>
            <a:custGeom>
              <a:avLst/>
              <a:gdLst/>
              <a:ahLst/>
              <a:cxnLst/>
              <a:rect l="l" t="t" r="r" b="b"/>
              <a:pathLst>
                <a:path w="1454" h="2262" extrusionOk="0">
                  <a:moveTo>
                    <a:pt x="66" y="0"/>
                  </a:moveTo>
                  <a:cubicBezTo>
                    <a:pt x="66" y="716"/>
                    <a:pt x="0" y="2190"/>
                    <a:pt x="0" y="2255"/>
                  </a:cubicBezTo>
                  <a:cubicBezTo>
                    <a:pt x="0" y="2259"/>
                    <a:pt x="10" y="2262"/>
                    <a:pt x="27" y="2262"/>
                  </a:cubicBezTo>
                  <a:cubicBezTo>
                    <a:pt x="180" y="2262"/>
                    <a:pt x="959" y="2068"/>
                    <a:pt x="1193" y="1366"/>
                  </a:cubicBezTo>
                  <a:cubicBezTo>
                    <a:pt x="1453" y="564"/>
                    <a:pt x="66" y="0"/>
                    <a:pt x="6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10"/>
            <p:cNvSpPr/>
            <p:nvPr/>
          </p:nvSpPr>
          <p:spPr>
            <a:xfrm>
              <a:off x="3871099" y="4186365"/>
              <a:ext cx="62265" cy="93002"/>
            </a:xfrm>
            <a:custGeom>
              <a:avLst/>
              <a:gdLst/>
              <a:ahLst/>
              <a:cxnLst/>
              <a:rect l="l" t="t" r="r" b="b"/>
              <a:pathLst>
                <a:path w="1453" h="2169" extrusionOk="0">
                  <a:moveTo>
                    <a:pt x="195" y="1"/>
                  </a:moveTo>
                  <a:cubicBezTo>
                    <a:pt x="0" y="261"/>
                    <a:pt x="152" y="2169"/>
                    <a:pt x="152" y="2169"/>
                  </a:cubicBezTo>
                  <a:cubicBezTo>
                    <a:pt x="152" y="2169"/>
                    <a:pt x="1453" y="1757"/>
                    <a:pt x="1431" y="933"/>
                  </a:cubicBezTo>
                  <a:cubicBezTo>
                    <a:pt x="1410" y="88"/>
                    <a:pt x="195" y="1"/>
                    <a:pt x="19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7" name="Google Shape;957;p10"/>
            <p:cNvSpPr/>
            <p:nvPr/>
          </p:nvSpPr>
          <p:spPr>
            <a:xfrm>
              <a:off x="3957490" y="4165741"/>
              <a:ext cx="114116" cy="88200"/>
            </a:xfrm>
            <a:custGeom>
              <a:avLst/>
              <a:gdLst/>
              <a:ahLst/>
              <a:cxnLst/>
              <a:rect l="l" t="t" r="r" b="b"/>
              <a:pathLst>
                <a:path w="2663" h="2057" extrusionOk="0">
                  <a:moveTo>
                    <a:pt x="1347" y="0"/>
                  </a:moveTo>
                  <a:cubicBezTo>
                    <a:pt x="1324" y="0"/>
                    <a:pt x="1301" y="2"/>
                    <a:pt x="1280" y="5"/>
                  </a:cubicBezTo>
                  <a:cubicBezTo>
                    <a:pt x="1280" y="5"/>
                    <a:pt x="326" y="26"/>
                    <a:pt x="174" y="677"/>
                  </a:cubicBezTo>
                  <a:cubicBezTo>
                    <a:pt x="1" y="1327"/>
                    <a:pt x="109" y="1934"/>
                    <a:pt x="1041" y="2043"/>
                  </a:cubicBezTo>
                  <a:cubicBezTo>
                    <a:pt x="1120" y="2052"/>
                    <a:pt x="1197" y="2057"/>
                    <a:pt x="1272" y="2057"/>
                  </a:cubicBezTo>
                  <a:cubicBezTo>
                    <a:pt x="2071" y="2057"/>
                    <a:pt x="2663" y="1549"/>
                    <a:pt x="2386" y="915"/>
                  </a:cubicBezTo>
                  <a:cubicBezTo>
                    <a:pt x="2122" y="288"/>
                    <a:pt x="1670" y="0"/>
                    <a:pt x="134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10"/>
            <p:cNvSpPr/>
            <p:nvPr/>
          </p:nvSpPr>
          <p:spPr>
            <a:xfrm>
              <a:off x="4062479" y="4153521"/>
              <a:ext cx="92947" cy="56170"/>
            </a:xfrm>
            <a:custGeom>
              <a:avLst/>
              <a:gdLst/>
              <a:ahLst/>
              <a:cxnLst/>
              <a:rect l="l" t="t" r="r" b="b"/>
              <a:pathLst>
                <a:path w="2169" h="1310" extrusionOk="0">
                  <a:moveTo>
                    <a:pt x="601" y="0"/>
                  </a:moveTo>
                  <a:cubicBezTo>
                    <a:pt x="399" y="0"/>
                    <a:pt x="196" y="21"/>
                    <a:pt x="1" y="73"/>
                  </a:cubicBezTo>
                  <a:cubicBezTo>
                    <a:pt x="1" y="73"/>
                    <a:pt x="168" y="1310"/>
                    <a:pt x="1040" y="1310"/>
                  </a:cubicBezTo>
                  <a:cubicBezTo>
                    <a:pt x="1054" y="1310"/>
                    <a:pt x="1069" y="1310"/>
                    <a:pt x="1085" y="1309"/>
                  </a:cubicBezTo>
                  <a:cubicBezTo>
                    <a:pt x="2017" y="1265"/>
                    <a:pt x="2169" y="333"/>
                    <a:pt x="2169" y="333"/>
                  </a:cubicBezTo>
                  <a:cubicBezTo>
                    <a:pt x="2169" y="333"/>
                    <a:pt x="1405" y="0"/>
                    <a:pt x="6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10"/>
            <p:cNvSpPr/>
            <p:nvPr/>
          </p:nvSpPr>
          <p:spPr>
            <a:xfrm>
              <a:off x="3925779" y="4256771"/>
              <a:ext cx="69850" cy="50767"/>
            </a:xfrm>
            <a:custGeom>
              <a:avLst/>
              <a:gdLst/>
              <a:ahLst/>
              <a:cxnLst/>
              <a:rect l="l" t="t" r="r" b="b"/>
              <a:pathLst>
                <a:path w="1630" h="1184" extrusionOk="0">
                  <a:moveTo>
                    <a:pt x="900" y="1"/>
                  </a:moveTo>
                  <a:cubicBezTo>
                    <a:pt x="521" y="1"/>
                    <a:pt x="155" y="462"/>
                    <a:pt x="155" y="462"/>
                  </a:cubicBezTo>
                  <a:cubicBezTo>
                    <a:pt x="1" y="616"/>
                    <a:pt x="139" y="1183"/>
                    <a:pt x="630" y="1183"/>
                  </a:cubicBezTo>
                  <a:cubicBezTo>
                    <a:pt x="690" y="1183"/>
                    <a:pt x="756" y="1175"/>
                    <a:pt x="827" y="1156"/>
                  </a:cubicBezTo>
                  <a:cubicBezTo>
                    <a:pt x="1499" y="982"/>
                    <a:pt x="1630" y="483"/>
                    <a:pt x="1196" y="115"/>
                  </a:cubicBezTo>
                  <a:cubicBezTo>
                    <a:pt x="1101" y="33"/>
                    <a:pt x="1000" y="1"/>
                    <a:pt x="9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10"/>
            <p:cNvSpPr/>
            <p:nvPr/>
          </p:nvSpPr>
          <p:spPr>
            <a:xfrm>
              <a:off x="4170253" y="4175217"/>
              <a:ext cx="69721" cy="58271"/>
            </a:xfrm>
            <a:custGeom>
              <a:avLst/>
              <a:gdLst/>
              <a:ahLst/>
              <a:cxnLst/>
              <a:rect l="l" t="t" r="r" b="b"/>
              <a:pathLst>
                <a:path w="1627" h="1359" extrusionOk="0">
                  <a:moveTo>
                    <a:pt x="152" y="1"/>
                  </a:moveTo>
                  <a:cubicBezTo>
                    <a:pt x="152" y="1"/>
                    <a:pt x="1" y="1236"/>
                    <a:pt x="629" y="1345"/>
                  </a:cubicBezTo>
                  <a:cubicBezTo>
                    <a:pt x="684" y="1354"/>
                    <a:pt x="738" y="1358"/>
                    <a:pt x="793" y="1358"/>
                  </a:cubicBezTo>
                  <a:cubicBezTo>
                    <a:pt x="1125" y="1358"/>
                    <a:pt x="1440" y="1191"/>
                    <a:pt x="1627" y="911"/>
                  </a:cubicBezTo>
                  <a:cubicBezTo>
                    <a:pt x="1431" y="478"/>
                    <a:pt x="152" y="1"/>
                    <a:pt x="15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10"/>
            <p:cNvSpPr/>
            <p:nvPr/>
          </p:nvSpPr>
          <p:spPr>
            <a:xfrm>
              <a:off x="4190351" y="4248539"/>
              <a:ext cx="64493" cy="43178"/>
            </a:xfrm>
            <a:custGeom>
              <a:avLst/>
              <a:gdLst/>
              <a:ahLst/>
              <a:cxnLst/>
              <a:rect l="l" t="t" r="r" b="b"/>
              <a:pathLst>
                <a:path w="1505" h="1007" extrusionOk="0">
                  <a:moveTo>
                    <a:pt x="714" y="0"/>
                  </a:moveTo>
                  <a:cubicBezTo>
                    <a:pt x="460" y="0"/>
                    <a:pt x="247" y="242"/>
                    <a:pt x="247" y="242"/>
                  </a:cubicBezTo>
                  <a:cubicBezTo>
                    <a:pt x="1" y="583"/>
                    <a:pt x="284" y="1007"/>
                    <a:pt x="736" y="1007"/>
                  </a:cubicBezTo>
                  <a:cubicBezTo>
                    <a:pt x="801" y="1007"/>
                    <a:pt x="870" y="998"/>
                    <a:pt x="941" y="979"/>
                  </a:cubicBezTo>
                  <a:cubicBezTo>
                    <a:pt x="1504" y="827"/>
                    <a:pt x="1223" y="220"/>
                    <a:pt x="897" y="47"/>
                  </a:cubicBezTo>
                  <a:cubicBezTo>
                    <a:pt x="835" y="14"/>
                    <a:pt x="773" y="0"/>
                    <a:pt x="7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10"/>
            <p:cNvSpPr/>
            <p:nvPr/>
          </p:nvSpPr>
          <p:spPr>
            <a:xfrm>
              <a:off x="4256644" y="4216123"/>
              <a:ext cx="31625" cy="18266"/>
            </a:xfrm>
            <a:custGeom>
              <a:avLst/>
              <a:gdLst/>
              <a:ahLst/>
              <a:cxnLst/>
              <a:rect l="l" t="t" r="r" b="b"/>
              <a:pathLst>
                <a:path w="738" h="426" extrusionOk="0">
                  <a:moveTo>
                    <a:pt x="109" y="1"/>
                  </a:moveTo>
                  <a:lnTo>
                    <a:pt x="109" y="1"/>
                  </a:lnTo>
                  <a:cubicBezTo>
                    <a:pt x="109" y="1"/>
                    <a:pt x="1" y="369"/>
                    <a:pt x="283" y="412"/>
                  </a:cubicBezTo>
                  <a:cubicBezTo>
                    <a:pt x="319" y="422"/>
                    <a:pt x="355" y="426"/>
                    <a:pt x="391" y="426"/>
                  </a:cubicBezTo>
                  <a:cubicBezTo>
                    <a:pt x="526" y="426"/>
                    <a:pt x="652" y="364"/>
                    <a:pt x="738" y="261"/>
                  </a:cubicBezTo>
                  <a:cubicBezTo>
                    <a:pt x="543" y="131"/>
                    <a:pt x="326" y="44"/>
                    <a:pt x="10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10"/>
            <p:cNvSpPr/>
            <p:nvPr/>
          </p:nvSpPr>
          <p:spPr>
            <a:xfrm>
              <a:off x="3891540" y="4401099"/>
              <a:ext cx="9342" cy="17709"/>
            </a:xfrm>
            <a:custGeom>
              <a:avLst/>
              <a:gdLst/>
              <a:ahLst/>
              <a:cxnLst/>
              <a:rect l="l" t="t" r="r" b="b"/>
              <a:pathLst>
                <a:path w="218" h="413" extrusionOk="0">
                  <a:moveTo>
                    <a:pt x="130" y="1"/>
                  </a:moveTo>
                  <a:cubicBezTo>
                    <a:pt x="109" y="1"/>
                    <a:pt x="87" y="23"/>
                    <a:pt x="65" y="44"/>
                  </a:cubicBezTo>
                  <a:cubicBezTo>
                    <a:pt x="65" y="44"/>
                    <a:pt x="0" y="305"/>
                    <a:pt x="152" y="413"/>
                  </a:cubicBezTo>
                  <a:lnTo>
                    <a:pt x="174" y="413"/>
                  </a:lnTo>
                  <a:cubicBezTo>
                    <a:pt x="195" y="391"/>
                    <a:pt x="195" y="391"/>
                    <a:pt x="217" y="391"/>
                  </a:cubicBezTo>
                  <a:cubicBezTo>
                    <a:pt x="217" y="370"/>
                    <a:pt x="217" y="348"/>
                    <a:pt x="195" y="326"/>
                  </a:cubicBezTo>
                  <a:cubicBezTo>
                    <a:pt x="87" y="261"/>
                    <a:pt x="152" y="66"/>
                    <a:pt x="152" y="66"/>
                  </a:cubicBezTo>
                  <a:cubicBezTo>
                    <a:pt x="152" y="44"/>
                    <a:pt x="152" y="23"/>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10"/>
            <p:cNvSpPr/>
            <p:nvPr/>
          </p:nvSpPr>
          <p:spPr>
            <a:xfrm>
              <a:off x="3900839" y="4386263"/>
              <a:ext cx="9299" cy="16765"/>
            </a:xfrm>
            <a:custGeom>
              <a:avLst/>
              <a:gdLst/>
              <a:ahLst/>
              <a:cxnLst/>
              <a:rect l="l" t="t" r="r" b="b"/>
              <a:pathLst>
                <a:path w="217" h="391" extrusionOk="0">
                  <a:moveTo>
                    <a:pt x="130" y="0"/>
                  </a:moveTo>
                  <a:cubicBezTo>
                    <a:pt x="109" y="0"/>
                    <a:pt x="87" y="0"/>
                    <a:pt x="65" y="22"/>
                  </a:cubicBezTo>
                  <a:cubicBezTo>
                    <a:pt x="65" y="43"/>
                    <a:pt x="0" y="304"/>
                    <a:pt x="152" y="390"/>
                  </a:cubicBezTo>
                  <a:lnTo>
                    <a:pt x="174" y="390"/>
                  </a:lnTo>
                  <a:cubicBezTo>
                    <a:pt x="195" y="390"/>
                    <a:pt x="195" y="390"/>
                    <a:pt x="217" y="369"/>
                  </a:cubicBezTo>
                  <a:cubicBezTo>
                    <a:pt x="217" y="369"/>
                    <a:pt x="217" y="325"/>
                    <a:pt x="195" y="325"/>
                  </a:cubicBezTo>
                  <a:cubicBezTo>
                    <a:pt x="87" y="260"/>
                    <a:pt x="152" y="43"/>
                    <a:pt x="152" y="43"/>
                  </a:cubicBezTo>
                  <a:cubicBezTo>
                    <a:pt x="152" y="22"/>
                    <a:pt x="152" y="0"/>
                    <a:pt x="1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5" name="Google Shape;965;p10"/>
            <p:cNvSpPr/>
            <p:nvPr/>
          </p:nvSpPr>
          <p:spPr>
            <a:xfrm>
              <a:off x="3893383" y="4429956"/>
              <a:ext cx="9342" cy="17666"/>
            </a:xfrm>
            <a:custGeom>
              <a:avLst/>
              <a:gdLst/>
              <a:ahLst/>
              <a:cxnLst/>
              <a:rect l="l" t="t" r="r" b="b"/>
              <a:pathLst>
                <a:path w="218" h="412" extrusionOk="0">
                  <a:moveTo>
                    <a:pt x="131" y="0"/>
                  </a:moveTo>
                  <a:cubicBezTo>
                    <a:pt x="109" y="0"/>
                    <a:pt x="87" y="22"/>
                    <a:pt x="66" y="43"/>
                  </a:cubicBezTo>
                  <a:cubicBezTo>
                    <a:pt x="66" y="43"/>
                    <a:pt x="1" y="304"/>
                    <a:pt x="152" y="412"/>
                  </a:cubicBezTo>
                  <a:lnTo>
                    <a:pt x="174" y="412"/>
                  </a:lnTo>
                  <a:cubicBezTo>
                    <a:pt x="196" y="390"/>
                    <a:pt x="196" y="390"/>
                    <a:pt x="217" y="390"/>
                  </a:cubicBezTo>
                  <a:cubicBezTo>
                    <a:pt x="217" y="369"/>
                    <a:pt x="217" y="347"/>
                    <a:pt x="196" y="325"/>
                  </a:cubicBezTo>
                  <a:cubicBezTo>
                    <a:pt x="87" y="260"/>
                    <a:pt x="152" y="65"/>
                    <a:pt x="152" y="65"/>
                  </a:cubicBezTo>
                  <a:cubicBezTo>
                    <a:pt x="152" y="43"/>
                    <a:pt x="131" y="0"/>
                    <a:pt x="1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10"/>
            <p:cNvSpPr/>
            <p:nvPr/>
          </p:nvSpPr>
          <p:spPr>
            <a:xfrm>
              <a:off x="3904524" y="4418765"/>
              <a:ext cx="9342" cy="17494"/>
            </a:xfrm>
            <a:custGeom>
              <a:avLst/>
              <a:gdLst/>
              <a:ahLst/>
              <a:cxnLst/>
              <a:rect l="l" t="t" r="r" b="b"/>
              <a:pathLst>
                <a:path w="218" h="408" extrusionOk="0">
                  <a:moveTo>
                    <a:pt x="131" y="1"/>
                  </a:moveTo>
                  <a:cubicBezTo>
                    <a:pt x="88" y="1"/>
                    <a:pt x="66" y="23"/>
                    <a:pt x="66" y="44"/>
                  </a:cubicBezTo>
                  <a:cubicBezTo>
                    <a:pt x="66" y="44"/>
                    <a:pt x="1" y="304"/>
                    <a:pt x="153" y="391"/>
                  </a:cubicBezTo>
                  <a:cubicBezTo>
                    <a:pt x="153" y="402"/>
                    <a:pt x="158" y="407"/>
                    <a:pt x="163" y="407"/>
                  </a:cubicBezTo>
                  <a:cubicBezTo>
                    <a:pt x="169" y="407"/>
                    <a:pt x="174" y="402"/>
                    <a:pt x="174" y="391"/>
                  </a:cubicBezTo>
                  <a:cubicBezTo>
                    <a:pt x="196" y="391"/>
                    <a:pt x="196" y="391"/>
                    <a:pt x="218" y="369"/>
                  </a:cubicBezTo>
                  <a:cubicBezTo>
                    <a:pt x="218" y="369"/>
                    <a:pt x="218" y="326"/>
                    <a:pt x="196" y="326"/>
                  </a:cubicBezTo>
                  <a:cubicBezTo>
                    <a:pt x="88" y="261"/>
                    <a:pt x="153" y="44"/>
                    <a:pt x="153" y="44"/>
                  </a:cubicBezTo>
                  <a:cubicBezTo>
                    <a:pt x="153" y="23"/>
                    <a:pt x="131"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7" name="Google Shape;967;p10"/>
            <p:cNvSpPr/>
            <p:nvPr/>
          </p:nvSpPr>
          <p:spPr>
            <a:xfrm>
              <a:off x="3888755" y="4373100"/>
              <a:ext cx="9342" cy="16894"/>
            </a:xfrm>
            <a:custGeom>
              <a:avLst/>
              <a:gdLst/>
              <a:ahLst/>
              <a:cxnLst/>
              <a:rect l="l" t="t" r="r" b="b"/>
              <a:pathLst>
                <a:path w="218" h="394" extrusionOk="0">
                  <a:moveTo>
                    <a:pt x="112" y="0"/>
                  </a:moveTo>
                  <a:cubicBezTo>
                    <a:pt x="99" y="0"/>
                    <a:pt x="87" y="7"/>
                    <a:pt x="87" y="25"/>
                  </a:cubicBezTo>
                  <a:cubicBezTo>
                    <a:pt x="65" y="25"/>
                    <a:pt x="0" y="285"/>
                    <a:pt x="152" y="394"/>
                  </a:cubicBezTo>
                  <a:lnTo>
                    <a:pt x="174" y="394"/>
                  </a:lnTo>
                  <a:cubicBezTo>
                    <a:pt x="195" y="372"/>
                    <a:pt x="217" y="372"/>
                    <a:pt x="217" y="350"/>
                  </a:cubicBezTo>
                  <a:cubicBezTo>
                    <a:pt x="217" y="350"/>
                    <a:pt x="217" y="329"/>
                    <a:pt x="195" y="307"/>
                  </a:cubicBezTo>
                  <a:cubicBezTo>
                    <a:pt x="87" y="242"/>
                    <a:pt x="152" y="25"/>
                    <a:pt x="152" y="25"/>
                  </a:cubicBezTo>
                  <a:cubicBezTo>
                    <a:pt x="152" y="13"/>
                    <a:pt x="130" y="0"/>
                    <a:pt x="1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8" name="Google Shape;968;p10"/>
            <p:cNvSpPr/>
            <p:nvPr/>
          </p:nvSpPr>
          <p:spPr>
            <a:xfrm>
              <a:off x="3900839" y="4362637"/>
              <a:ext cx="9299" cy="17151"/>
            </a:xfrm>
            <a:custGeom>
              <a:avLst/>
              <a:gdLst/>
              <a:ahLst/>
              <a:cxnLst/>
              <a:rect l="l" t="t" r="r" b="b"/>
              <a:pathLst>
                <a:path w="217" h="400" extrusionOk="0">
                  <a:moveTo>
                    <a:pt x="111" y="0"/>
                  </a:moveTo>
                  <a:cubicBezTo>
                    <a:pt x="96" y="0"/>
                    <a:pt x="81" y="15"/>
                    <a:pt x="65" y="31"/>
                  </a:cubicBezTo>
                  <a:cubicBezTo>
                    <a:pt x="65" y="52"/>
                    <a:pt x="0" y="291"/>
                    <a:pt x="152" y="399"/>
                  </a:cubicBezTo>
                  <a:lnTo>
                    <a:pt x="174" y="399"/>
                  </a:lnTo>
                  <a:cubicBezTo>
                    <a:pt x="195" y="399"/>
                    <a:pt x="195" y="378"/>
                    <a:pt x="217" y="378"/>
                  </a:cubicBezTo>
                  <a:cubicBezTo>
                    <a:pt x="217" y="356"/>
                    <a:pt x="217" y="334"/>
                    <a:pt x="195" y="313"/>
                  </a:cubicBezTo>
                  <a:cubicBezTo>
                    <a:pt x="87" y="269"/>
                    <a:pt x="152" y="52"/>
                    <a:pt x="152" y="52"/>
                  </a:cubicBezTo>
                  <a:cubicBezTo>
                    <a:pt x="152" y="31"/>
                    <a:pt x="152" y="9"/>
                    <a:pt x="130" y="9"/>
                  </a:cubicBezTo>
                  <a:cubicBezTo>
                    <a:pt x="124" y="3"/>
                    <a:pt x="118" y="0"/>
                    <a:pt x="1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10"/>
            <p:cNvSpPr/>
            <p:nvPr/>
          </p:nvSpPr>
          <p:spPr>
            <a:xfrm>
              <a:off x="3889655" y="4351832"/>
              <a:ext cx="9342" cy="17709"/>
            </a:xfrm>
            <a:custGeom>
              <a:avLst/>
              <a:gdLst/>
              <a:ahLst/>
              <a:cxnLst/>
              <a:rect l="l" t="t" r="r" b="b"/>
              <a:pathLst>
                <a:path w="218" h="413" extrusionOk="0">
                  <a:moveTo>
                    <a:pt x="131" y="1"/>
                  </a:moveTo>
                  <a:cubicBezTo>
                    <a:pt x="109" y="1"/>
                    <a:pt x="88" y="23"/>
                    <a:pt x="88" y="44"/>
                  </a:cubicBezTo>
                  <a:cubicBezTo>
                    <a:pt x="66" y="44"/>
                    <a:pt x="1" y="304"/>
                    <a:pt x="153" y="413"/>
                  </a:cubicBezTo>
                  <a:lnTo>
                    <a:pt x="174" y="413"/>
                  </a:lnTo>
                  <a:cubicBezTo>
                    <a:pt x="196" y="391"/>
                    <a:pt x="218" y="391"/>
                    <a:pt x="218" y="391"/>
                  </a:cubicBezTo>
                  <a:cubicBezTo>
                    <a:pt x="218" y="369"/>
                    <a:pt x="218" y="348"/>
                    <a:pt x="196" y="326"/>
                  </a:cubicBezTo>
                  <a:cubicBezTo>
                    <a:pt x="88" y="261"/>
                    <a:pt x="153" y="66"/>
                    <a:pt x="153" y="66"/>
                  </a:cubicBezTo>
                  <a:cubicBezTo>
                    <a:pt x="153" y="44"/>
                    <a:pt x="153" y="23"/>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10"/>
            <p:cNvSpPr/>
            <p:nvPr/>
          </p:nvSpPr>
          <p:spPr>
            <a:xfrm>
              <a:off x="3970517" y="4404829"/>
              <a:ext cx="9299" cy="17709"/>
            </a:xfrm>
            <a:custGeom>
              <a:avLst/>
              <a:gdLst/>
              <a:ahLst/>
              <a:cxnLst/>
              <a:rect l="l" t="t" r="r" b="b"/>
              <a:pathLst>
                <a:path w="217" h="413" extrusionOk="0">
                  <a:moveTo>
                    <a:pt x="130" y="1"/>
                  </a:moveTo>
                  <a:cubicBezTo>
                    <a:pt x="109" y="1"/>
                    <a:pt x="87" y="22"/>
                    <a:pt x="65" y="44"/>
                  </a:cubicBezTo>
                  <a:cubicBezTo>
                    <a:pt x="65" y="44"/>
                    <a:pt x="0" y="304"/>
                    <a:pt x="152" y="413"/>
                  </a:cubicBezTo>
                  <a:lnTo>
                    <a:pt x="174" y="413"/>
                  </a:lnTo>
                  <a:cubicBezTo>
                    <a:pt x="195" y="391"/>
                    <a:pt x="195" y="391"/>
                    <a:pt x="195" y="391"/>
                  </a:cubicBezTo>
                  <a:cubicBezTo>
                    <a:pt x="217" y="369"/>
                    <a:pt x="217" y="348"/>
                    <a:pt x="195" y="326"/>
                  </a:cubicBezTo>
                  <a:cubicBezTo>
                    <a:pt x="87" y="261"/>
                    <a:pt x="152" y="66"/>
                    <a:pt x="152" y="66"/>
                  </a:cubicBezTo>
                  <a:cubicBezTo>
                    <a:pt x="152" y="44"/>
                    <a:pt x="152" y="22"/>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10"/>
            <p:cNvSpPr/>
            <p:nvPr/>
          </p:nvSpPr>
          <p:spPr>
            <a:xfrm>
              <a:off x="3979774" y="4389865"/>
              <a:ext cx="9342" cy="16894"/>
            </a:xfrm>
            <a:custGeom>
              <a:avLst/>
              <a:gdLst/>
              <a:ahLst/>
              <a:cxnLst/>
              <a:rect l="l" t="t" r="r" b="b"/>
              <a:pathLst>
                <a:path w="218" h="394" extrusionOk="0">
                  <a:moveTo>
                    <a:pt x="104" y="1"/>
                  </a:moveTo>
                  <a:cubicBezTo>
                    <a:pt x="89" y="1"/>
                    <a:pt x="74" y="8"/>
                    <a:pt x="66" y="24"/>
                  </a:cubicBezTo>
                  <a:cubicBezTo>
                    <a:pt x="66" y="46"/>
                    <a:pt x="1" y="306"/>
                    <a:pt x="153" y="393"/>
                  </a:cubicBezTo>
                  <a:lnTo>
                    <a:pt x="174" y="393"/>
                  </a:lnTo>
                  <a:cubicBezTo>
                    <a:pt x="196" y="393"/>
                    <a:pt x="196" y="393"/>
                    <a:pt x="196" y="371"/>
                  </a:cubicBezTo>
                  <a:cubicBezTo>
                    <a:pt x="218" y="350"/>
                    <a:pt x="218" y="328"/>
                    <a:pt x="196" y="328"/>
                  </a:cubicBezTo>
                  <a:cubicBezTo>
                    <a:pt x="88"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10"/>
            <p:cNvSpPr/>
            <p:nvPr/>
          </p:nvSpPr>
          <p:spPr>
            <a:xfrm>
              <a:off x="3972360" y="4433643"/>
              <a:ext cx="9342" cy="16808"/>
            </a:xfrm>
            <a:custGeom>
              <a:avLst/>
              <a:gdLst/>
              <a:ahLst/>
              <a:cxnLst/>
              <a:rect l="l" t="t" r="r" b="b"/>
              <a:pathLst>
                <a:path w="218" h="392" extrusionOk="0">
                  <a:moveTo>
                    <a:pt x="131" y="1"/>
                  </a:moveTo>
                  <a:cubicBezTo>
                    <a:pt x="109" y="1"/>
                    <a:pt x="87" y="1"/>
                    <a:pt x="66" y="22"/>
                  </a:cubicBezTo>
                  <a:cubicBezTo>
                    <a:pt x="66" y="44"/>
                    <a:pt x="1" y="304"/>
                    <a:pt x="152" y="391"/>
                  </a:cubicBezTo>
                  <a:lnTo>
                    <a:pt x="174" y="391"/>
                  </a:lnTo>
                  <a:cubicBezTo>
                    <a:pt x="196" y="391"/>
                    <a:pt x="196" y="391"/>
                    <a:pt x="217" y="369"/>
                  </a:cubicBezTo>
                  <a:cubicBezTo>
                    <a:pt x="217" y="369"/>
                    <a:pt x="217" y="326"/>
                    <a:pt x="196" y="326"/>
                  </a:cubicBezTo>
                  <a:cubicBezTo>
                    <a:pt x="87" y="261"/>
                    <a:pt x="152" y="44"/>
                    <a:pt x="152" y="44"/>
                  </a:cubicBezTo>
                  <a:cubicBezTo>
                    <a:pt x="152" y="22"/>
                    <a:pt x="152"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10"/>
            <p:cNvSpPr/>
            <p:nvPr/>
          </p:nvSpPr>
          <p:spPr>
            <a:xfrm>
              <a:off x="3983502" y="4422838"/>
              <a:ext cx="9342" cy="16422"/>
            </a:xfrm>
            <a:custGeom>
              <a:avLst/>
              <a:gdLst/>
              <a:ahLst/>
              <a:cxnLst/>
              <a:rect l="l" t="t" r="r" b="b"/>
              <a:pathLst>
                <a:path w="218" h="383" extrusionOk="0">
                  <a:moveTo>
                    <a:pt x="107" y="0"/>
                  </a:moveTo>
                  <a:cubicBezTo>
                    <a:pt x="91" y="0"/>
                    <a:pt x="75" y="5"/>
                    <a:pt x="66" y="14"/>
                  </a:cubicBezTo>
                  <a:cubicBezTo>
                    <a:pt x="66" y="36"/>
                    <a:pt x="1" y="296"/>
                    <a:pt x="152" y="383"/>
                  </a:cubicBezTo>
                  <a:lnTo>
                    <a:pt x="174" y="383"/>
                  </a:lnTo>
                  <a:cubicBezTo>
                    <a:pt x="196" y="383"/>
                    <a:pt x="196" y="383"/>
                    <a:pt x="196" y="361"/>
                  </a:cubicBezTo>
                  <a:cubicBezTo>
                    <a:pt x="218" y="361"/>
                    <a:pt x="218" y="318"/>
                    <a:pt x="196" y="318"/>
                  </a:cubicBezTo>
                  <a:cubicBezTo>
                    <a:pt x="87" y="253"/>
                    <a:pt x="152" y="36"/>
                    <a:pt x="152" y="36"/>
                  </a:cubicBezTo>
                  <a:cubicBezTo>
                    <a:pt x="152" y="11"/>
                    <a:pt x="130" y="0"/>
                    <a:pt x="1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10"/>
            <p:cNvSpPr/>
            <p:nvPr/>
          </p:nvSpPr>
          <p:spPr>
            <a:xfrm>
              <a:off x="3967732" y="4376015"/>
              <a:ext cx="9299" cy="16765"/>
            </a:xfrm>
            <a:custGeom>
              <a:avLst/>
              <a:gdLst/>
              <a:ahLst/>
              <a:cxnLst/>
              <a:rect l="l" t="t" r="r" b="b"/>
              <a:pathLst>
                <a:path w="217" h="391" extrusionOk="0">
                  <a:moveTo>
                    <a:pt x="130" y="1"/>
                  </a:moveTo>
                  <a:cubicBezTo>
                    <a:pt x="109" y="1"/>
                    <a:pt x="87" y="1"/>
                    <a:pt x="87" y="22"/>
                  </a:cubicBezTo>
                  <a:cubicBezTo>
                    <a:pt x="65" y="44"/>
                    <a:pt x="0" y="304"/>
                    <a:pt x="152" y="391"/>
                  </a:cubicBezTo>
                  <a:lnTo>
                    <a:pt x="174" y="391"/>
                  </a:lnTo>
                  <a:cubicBezTo>
                    <a:pt x="195" y="391"/>
                    <a:pt x="195" y="391"/>
                    <a:pt x="195" y="369"/>
                  </a:cubicBezTo>
                  <a:cubicBezTo>
                    <a:pt x="217" y="369"/>
                    <a:pt x="217" y="326"/>
                    <a:pt x="195" y="326"/>
                  </a:cubicBezTo>
                  <a:cubicBezTo>
                    <a:pt x="87" y="261"/>
                    <a:pt x="152" y="44"/>
                    <a:pt x="152" y="44"/>
                  </a:cubicBezTo>
                  <a:cubicBezTo>
                    <a:pt x="152" y="22"/>
                    <a:pt x="152" y="1"/>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10"/>
            <p:cNvSpPr/>
            <p:nvPr/>
          </p:nvSpPr>
          <p:spPr>
            <a:xfrm>
              <a:off x="3979774" y="4366625"/>
              <a:ext cx="9342" cy="16894"/>
            </a:xfrm>
            <a:custGeom>
              <a:avLst/>
              <a:gdLst/>
              <a:ahLst/>
              <a:cxnLst/>
              <a:rect l="l" t="t" r="r" b="b"/>
              <a:pathLst>
                <a:path w="218" h="394" extrusionOk="0">
                  <a:moveTo>
                    <a:pt x="104" y="1"/>
                  </a:moveTo>
                  <a:cubicBezTo>
                    <a:pt x="89" y="1"/>
                    <a:pt x="74" y="8"/>
                    <a:pt x="66" y="24"/>
                  </a:cubicBezTo>
                  <a:cubicBezTo>
                    <a:pt x="66" y="46"/>
                    <a:pt x="1" y="306"/>
                    <a:pt x="153" y="393"/>
                  </a:cubicBezTo>
                  <a:lnTo>
                    <a:pt x="174" y="393"/>
                  </a:lnTo>
                  <a:cubicBezTo>
                    <a:pt x="196" y="393"/>
                    <a:pt x="196" y="393"/>
                    <a:pt x="196" y="371"/>
                  </a:cubicBezTo>
                  <a:cubicBezTo>
                    <a:pt x="218" y="350"/>
                    <a:pt x="218" y="328"/>
                    <a:pt x="196" y="328"/>
                  </a:cubicBezTo>
                  <a:cubicBezTo>
                    <a:pt x="88"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10"/>
            <p:cNvSpPr/>
            <p:nvPr/>
          </p:nvSpPr>
          <p:spPr>
            <a:xfrm>
              <a:off x="3968632" y="4355562"/>
              <a:ext cx="9342" cy="16765"/>
            </a:xfrm>
            <a:custGeom>
              <a:avLst/>
              <a:gdLst/>
              <a:ahLst/>
              <a:cxnLst/>
              <a:rect l="l" t="t" r="r" b="b"/>
              <a:pathLst>
                <a:path w="218" h="391" extrusionOk="0">
                  <a:moveTo>
                    <a:pt x="131" y="1"/>
                  </a:moveTo>
                  <a:cubicBezTo>
                    <a:pt x="109" y="1"/>
                    <a:pt x="88" y="1"/>
                    <a:pt x="88" y="22"/>
                  </a:cubicBezTo>
                  <a:cubicBezTo>
                    <a:pt x="66" y="44"/>
                    <a:pt x="1" y="304"/>
                    <a:pt x="153" y="391"/>
                  </a:cubicBezTo>
                  <a:lnTo>
                    <a:pt x="174" y="391"/>
                  </a:lnTo>
                  <a:cubicBezTo>
                    <a:pt x="196" y="391"/>
                    <a:pt x="218" y="391"/>
                    <a:pt x="218" y="369"/>
                  </a:cubicBezTo>
                  <a:cubicBezTo>
                    <a:pt x="218" y="369"/>
                    <a:pt x="218" y="326"/>
                    <a:pt x="196" y="326"/>
                  </a:cubicBezTo>
                  <a:cubicBezTo>
                    <a:pt x="88" y="261"/>
                    <a:pt x="153" y="44"/>
                    <a:pt x="153" y="44"/>
                  </a:cubicBezTo>
                  <a:cubicBezTo>
                    <a:pt x="153" y="22"/>
                    <a:pt x="153"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10"/>
            <p:cNvSpPr/>
            <p:nvPr/>
          </p:nvSpPr>
          <p:spPr>
            <a:xfrm>
              <a:off x="4163740" y="4407531"/>
              <a:ext cx="9342" cy="16851"/>
            </a:xfrm>
            <a:custGeom>
              <a:avLst/>
              <a:gdLst/>
              <a:ahLst/>
              <a:cxnLst/>
              <a:rect l="l" t="t" r="r" b="b"/>
              <a:pathLst>
                <a:path w="218" h="393" extrusionOk="0">
                  <a:moveTo>
                    <a:pt x="104" y="1"/>
                  </a:moveTo>
                  <a:cubicBezTo>
                    <a:pt x="89" y="1"/>
                    <a:pt x="74" y="8"/>
                    <a:pt x="66" y="24"/>
                  </a:cubicBezTo>
                  <a:cubicBezTo>
                    <a:pt x="66" y="46"/>
                    <a:pt x="1" y="285"/>
                    <a:pt x="153" y="393"/>
                  </a:cubicBezTo>
                  <a:lnTo>
                    <a:pt x="174" y="393"/>
                  </a:lnTo>
                  <a:cubicBezTo>
                    <a:pt x="174" y="393"/>
                    <a:pt x="196" y="371"/>
                    <a:pt x="196" y="371"/>
                  </a:cubicBezTo>
                  <a:cubicBezTo>
                    <a:pt x="218" y="350"/>
                    <a:pt x="218" y="328"/>
                    <a:pt x="196" y="306"/>
                  </a:cubicBezTo>
                  <a:cubicBezTo>
                    <a:pt x="87"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10"/>
            <p:cNvSpPr/>
            <p:nvPr/>
          </p:nvSpPr>
          <p:spPr>
            <a:xfrm>
              <a:off x="4173039" y="4392266"/>
              <a:ext cx="9342" cy="17280"/>
            </a:xfrm>
            <a:custGeom>
              <a:avLst/>
              <a:gdLst/>
              <a:ahLst/>
              <a:cxnLst/>
              <a:rect l="l" t="t" r="r" b="b"/>
              <a:pathLst>
                <a:path w="218" h="403" extrusionOk="0">
                  <a:moveTo>
                    <a:pt x="98" y="0"/>
                  </a:moveTo>
                  <a:cubicBezTo>
                    <a:pt x="80" y="0"/>
                    <a:pt x="66" y="10"/>
                    <a:pt x="66" y="34"/>
                  </a:cubicBezTo>
                  <a:cubicBezTo>
                    <a:pt x="66" y="34"/>
                    <a:pt x="1" y="294"/>
                    <a:pt x="152" y="402"/>
                  </a:cubicBezTo>
                  <a:lnTo>
                    <a:pt x="174" y="402"/>
                  </a:lnTo>
                  <a:cubicBezTo>
                    <a:pt x="196" y="380"/>
                    <a:pt x="196" y="380"/>
                    <a:pt x="217" y="380"/>
                  </a:cubicBezTo>
                  <a:cubicBezTo>
                    <a:pt x="217" y="359"/>
                    <a:pt x="217" y="337"/>
                    <a:pt x="196" y="315"/>
                  </a:cubicBezTo>
                  <a:cubicBezTo>
                    <a:pt x="87" y="250"/>
                    <a:pt x="152" y="55"/>
                    <a:pt x="152" y="55"/>
                  </a:cubicBezTo>
                  <a:cubicBezTo>
                    <a:pt x="166" y="28"/>
                    <a:pt x="128" y="0"/>
                    <a:pt x="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9" name="Google Shape;979;p10"/>
            <p:cNvSpPr/>
            <p:nvPr/>
          </p:nvSpPr>
          <p:spPr>
            <a:xfrm>
              <a:off x="4165625" y="4436430"/>
              <a:ext cx="9299" cy="16808"/>
            </a:xfrm>
            <a:custGeom>
              <a:avLst/>
              <a:gdLst/>
              <a:ahLst/>
              <a:cxnLst/>
              <a:rect l="l" t="t" r="r" b="b"/>
              <a:pathLst>
                <a:path w="217" h="392" extrusionOk="0">
                  <a:moveTo>
                    <a:pt x="109" y="1"/>
                  </a:moveTo>
                  <a:cubicBezTo>
                    <a:pt x="87" y="1"/>
                    <a:pt x="87" y="1"/>
                    <a:pt x="65" y="23"/>
                  </a:cubicBezTo>
                  <a:cubicBezTo>
                    <a:pt x="65" y="44"/>
                    <a:pt x="0" y="304"/>
                    <a:pt x="152" y="391"/>
                  </a:cubicBezTo>
                  <a:lnTo>
                    <a:pt x="174" y="391"/>
                  </a:lnTo>
                  <a:cubicBezTo>
                    <a:pt x="217" y="391"/>
                    <a:pt x="217" y="348"/>
                    <a:pt x="195" y="326"/>
                  </a:cubicBezTo>
                  <a:cubicBezTo>
                    <a:pt x="87" y="261"/>
                    <a:pt x="152" y="44"/>
                    <a:pt x="152" y="44"/>
                  </a:cubicBezTo>
                  <a:cubicBezTo>
                    <a:pt x="152" y="23"/>
                    <a:pt x="130"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0" name="Google Shape;980;p10"/>
            <p:cNvSpPr/>
            <p:nvPr/>
          </p:nvSpPr>
          <p:spPr>
            <a:xfrm>
              <a:off x="4176767" y="4424339"/>
              <a:ext cx="9342" cy="17709"/>
            </a:xfrm>
            <a:custGeom>
              <a:avLst/>
              <a:gdLst/>
              <a:ahLst/>
              <a:cxnLst/>
              <a:rect l="l" t="t" r="r" b="b"/>
              <a:pathLst>
                <a:path w="218" h="413" extrusionOk="0">
                  <a:moveTo>
                    <a:pt x="109" y="1"/>
                  </a:moveTo>
                  <a:cubicBezTo>
                    <a:pt x="87" y="1"/>
                    <a:pt x="65" y="23"/>
                    <a:pt x="65" y="44"/>
                  </a:cubicBezTo>
                  <a:cubicBezTo>
                    <a:pt x="65" y="44"/>
                    <a:pt x="0" y="305"/>
                    <a:pt x="152" y="413"/>
                  </a:cubicBezTo>
                  <a:lnTo>
                    <a:pt x="174" y="413"/>
                  </a:lnTo>
                  <a:cubicBezTo>
                    <a:pt x="195" y="413"/>
                    <a:pt x="195" y="391"/>
                    <a:pt x="217" y="370"/>
                  </a:cubicBezTo>
                  <a:cubicBezTo>
                    <a:pt x="217" y="370"/>
                    <a:pt x="217" y="348"/>
                    <a:pt x="195" y="326"/>
                  </a:cubicBezTo>
                  <a:cubicBezTo>
                    <a:pt x="87" y="261"/>
                    <a:pt x="152" y="66"/>
                    <a:pt x="152" y="66"/>
                  </a:cubicBezTo>
                  <a:cubicBezTo>
                    <a:pt x="152" y="44"/>
                    <a:pt x="130"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10"/>
            <p:cNvSpPr/>
            <p:nvPr/>
          </p:nvSpPr>
          <p:spPr>
            <a:xfrm>
              <a:off x="4160954" y="4378717"/>
              <a:ext cx="9342" cy="16851"/>
            </a:xfrm>
            <a:custGeom>
              <a:avLst/>
              <a:gdLst/>
              <a:ahLst/>
              <a:cxnLst/>
              <a:rect l="l" t="t" r="r" b="b"/>
              <a:pathLst>
                <a:path w="218" h="393" extrusionOk="0">
                  <a:moveTo>
                    <a:pt x="104" y="1"/>
                  </a:moveTo>
                  <a:cubicBezTo>
                    <a:pt x="89" y="1"/>
                    <a:pt x="74" y="8"/>
                    <a:pt x="66" y="24"/>
                  </a:cubicBezTo>
                  <a:cubicBezTo>
                    <a:pt x="66" y="24"/>
                    <a:pt x="1" y="284"/>
                    <a:pt x="152" y="393"/>
                  </a:cubicBezTo>
                  <a:lnTo>
                    <a:pt x="174" y="393"/>
                  </a:lnTo>
                  <a:cubicBezTo>
                    <a:pt x="196" y="371"/>
                    <a:pt x="196" y="371"/>
                    <a:pt x="196" y="371"/>
                  </a:cubicBezTo>
                  <a:cubicBezTo>
                    <a:pt x="218" y="350"/>
                    <a:pt x="218" y="328"/>
                    <a:pt x="196" y="306"/>
                  </a:cubicBezTo>
                  <a:cubicBezTo>
                    <a:pt x="87" y="241"/>
                    <a:pt x="152" y="46"/>
                    <a:pt x="152" y="46"/>
                  </a:cubicBezTo>
                  <a:cubicBezTo>
                    <a:pt x="152"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10"/>
            <p:cNvSpPr/>
            <p:nvPr/>
          </p:nvSpPr>
          <p:spPr>
            <a:xfrm>
              <a:off x="4173039" y="4368512"/>
              <a:ext cx="9342" cy="16851"/>
            </a:xfrm>
            <a:custGeom>
              <a:avLst/>
              <a:gdLst/>
              <a:ahLst/>
              <a:cxnLst/>
              <a:rect l="l" t="t" r="r" b="b"/>
              <a:pathLst>
                <a:path w="218" h="393" extrusionOk="0">
                  <a:moveTo>
                    <a:pt x="103" y="0"/>
                  </a:moveTo>
                  <a:cubicBezTo>
                    <a:pt x="88" y="0"/>
                    <a:pt x="74" y="7"/>
                    <a:pt x="66" y="24"/>
                  </a:cubicBezTo>
                  <a:cubicBezTo>
                    <a:pt x="66" y="46"/>
                    <a:pt x="1" y="284"/>
                    <a:pt x="152" y="392"/>
                  </a:cubicBezTo>
                  <a:lnTo>
                    <a:pt x="174" y="392"/>
                  </a:lnTo>
                  <a:cubicBezTo>
                    <a:pt x="196" y="392"/>
                    <a:pt x="196" y="392"/>
                    <a:pt x="217" y="371"/>
                  </a:cubicBezTo>
                  <a:cubicBezTo>
                    <a:pt x="217" y="349"/>
                    <a:pt x="217" y="327"/>
                    <a:pt x="196" y="327"/>
                  </a:cubicBezTo>
                  <a:cubicBezTo>
                    <a:pt x="87" y="262"/>
                    <a:pt x="152" y="46"/>
                    <a:pt x="152" y="46"/>
                  </a:cubicBezTo>
                  <a:cubicBezTo>
                    <a:pt x="152" y="19"/>
                    <a:pt x="127" y="0"/>
                    <a:pt x="1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10"/>
            <p:cNvSpPr/>
            <p:nvPr/>
          </p:nvSpPr>
          <p:spPr>
            <a:xfrm>
              <a:off x="4161897" y="4357406"/>
              <a:ext cx="10242" cy="17709"/>
            </a:xfrm>
            <a:custGeom>
              <a:avLst/>
              <a:gdLst/>
              <a:ahLst/>
              <a:cxnLst/>
              <a:rect l="l" t="t" r="r" b="b"/>
              <a:pathLst>
                <a:path w="239" h="413" extrusionOk="0">
                  <a:moveTo>
                    <a:pt x="130" y="1"/>
                  </a:moveTo>
                  <a:cubicBezTo>
                    <a:pt x="109" y="1"/>
                    <a:pt x="87" y="23"/>
                    <a:pt x="65" y="44"/>
                  </a:cubicBezTo>
                  <a:cubicBezTo>
                    <a:pt x="65" y="44"/>
                    <a:pt x="0" y="305"/>
                    <a:pt x="152" y="413"/>
                  </a:cubicBezTo>
                  <a:lnTo>
                    <a:pt x="174" y="413"/>
                  </a:lnTo>
                  <a:lnTo>
                    <a:pt x="174" y="391"/>
                  </a:lnTo>
                  <a:cubicBezTo>
                    <a:pt x="217" y="391"/>
                    <a:pt x="239" y="348"/>
                    <a:pt x="196" y="326"/>
                  </a:cubicBezTo>
                  <a:cubicBezTo>
                    <a:pt x="87" y="283"/>
                    <a:pt x="152" y="66"/>
                    <a:pt x="152" y="66"/>
                  </a:cubicBezTo>
                  <a:cubicBezTo>
                    <a:pt x="152" y="44"/>
                    <a:pt x="130" y="23"/>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10"/>
            <p:cNvSpPr/>
            <p:nvPr/>
          </p:nvSpPr>
          <p:spPr>
            <a:xfrm>
              <a:off x="4069893" y="4331379"/>
              <a:ext cx="17698" cy="5660"/>
            </a:xfrm>
            <a:custGeom>
              <a:avLst/>
              <a:gdLst/>
              <a:ahLst/>
              <a:cxnLst/>
              <a:rect l="l" t="t" r="r" b="b"/>
              <a:pathLst>
                <a:path w="413" h="132" extrusionOk="0">
                  <a:moveTo>
                    <a:pt x="66" y="1"/>
                  </a:moveTo>
                  <a:cubicBezTo>
                    <a:pt x="44" y="1"/>
                    <a:pt x="23" y="1"/>
                    <a:pt x="1" y="23"/>
                  </a:cubicBezTo>
                  <a:cubicBezTo>
                    <a:pt x="1" y="44"/>
                    <a:pt x="1" y="66"/>
                    <a:pt x="23" y="88"/>
                  </a:cubicBezTo>
                  <a:cubicBezTo>
                    <a:pt x="88" y="109"/>
                    <a:pt x="153" y="131"/>
                    <a:pt x="239" y="131"/>
                  </a:cubicBezTo>
                  <a:cubicBezTo>
                    <a:pt x="283" y="131"/>
                    <a:pt x="348" y="109"/>
                    <a:pt x="391" y="66"/>
                  </a:cubicBezTo>
                  <a:cubicBezTo>
                    <a:pt x="413" y="44"/>
                    <a:pt x="413" y="23"/>
                    <a:pt x="391" y="1"/>
                  </a:cubicBezTo>
                  <a:lnTo>
                    <a:pt x="326" y="1"/>
                  </a:lnTo>
                  <a:cubicBezTo>
                    <a:pt x="305" y="37"/>
                    <a:pt x="268" y="49"/>
                    <a:pt x="230" y="49"/>
                  </a:cubicBezTo>
                  <a:cubicBezTo>
                    <a:pt x="153" y="49"/>
                    <a:pt x="66"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10"/>
            <p:cNvSpPr/>
            <p:nvPr/>
          </p:nvSpPr>
          <p:spPr>
            <a:xfrm>
              <a:off x="4048552" y="4337296"/>
              <a:ext cx="18384" cy="6217"/>
            </a:xfrm>
            <a:custGeom>
              <a:avLst/>
              <a:gdLst/>
              <a:ahLst/>
              <a:cxnLst/>
              <a:rect l="l" t="t" r="r" b="b"/>
              <a:pathLst>
                <a:path w="429" h="145" extrusionOk="0">
                  <a:moveTo>
                    <a:pt x="378" y="0"/>
                  </a:moveTo>
                  <a:cubicBezTo>
                    <a:pt x="368" y="0"/>
                    <a:pt x="358" y="4"/>
                    <a:pt x="347" y="15"/>
                  </a:cubicBezTo>
                  <a:cubicBezTo>
                    <a:pt x="318" y="44"/>
                    <a:pt x="277" y="53"/>
                    <a:pt x="236" y="53"/>
                  </a:cubicBezTo>
                  <a:cubicBezTo>
                    <a:pt x="152" y="53"/>
                    <a:pt x="65" y="15"/>
                    <a:pt x="65" y="15"/>
                  </a:cubicBezTo>
                  <a:cubicBezTo>
                    <a:pt x="59" y="8"/>
                    <a:pt x="53" y="6"/>
                    <a:pt x="47" y="6"/>
                  </a:cubicBezTo>
                  <a:cubicBezTo>
                    <a:pt x="33" y="6"/>
                    <a:pt x="22" y="21"/>
                    <a:pt x="22" y="36"/>
                  </a:cubicBezTo>
                  <a:cubicBezTo>
                    <a:pt x="0" y="58"/>
                    <a:pt x="22" y="80"/>
                    <a:pt x="44" y="80"/>
                  </a:cubicBezTo>
                  <a:cubicBezTo>
                    <a:pt x="109" y="123"/>
                    <a:pt x="174" y="123"/>
                    <a:pt x="239" y="145"/>
                  </a:cubicBezTo>
                  <a:cubicBezTo>
                    <a:pt x="304" y="123"/>
                    <a:pt x="369" y="101"/>
                    <a:pt x="412" y="58"/>
                  </a:cubicBezTo>
                  <a:cubicBezTo>
                    <a:pt x="429" y="42"/>
                    <a:pt x="408" y="0"/>
                    <a:pt x="3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10"/>
            <p:cNvSpPr/>
            <p:nvPr/>
          </p:nvSpPr>
          <p:spPr>
            <a:xfrm>
              <a:off x="4048852" y="4323318"/>
              <a:ext cx="18084" cy="6260"/>
            </a:xfrm>
            <a:custGeom>
              <a:avLst/>
              <a:gdLst/>
              <a:ahLst/>
              <a:cxnLst/>
              <a:rect l="l" t="t" r="r" b="b"/>
              <a:pathLst>
                <a:path w="422" h="146" extrusionOk="0">
                  <a:moveTo>
                    <a:pt x="371" y="1"/>
                  </a:moveTo>
                  <a:cubicBezTo>
                    <a:pt x="361" y="1"/>
                    <a:pt x="351" y="5"/>
                    <a:pt x="340" y="15"/>
                  </a:cubicBezTo>
                  <a:cubicBezTo>
                    <a:pt x="311" y="44"/>
                    <a:pt x="270" y="54"/>
                    <a:pt x="229" y="54"/>
                  </a:cubicBezTo>
                  <a:cubicBezTo>
                    <a:pt x="145" y="54"/>
                    <a:pt x="58" y="15"/>
                    <a:pt x="58" y="15"/>
                  </a:cubicBezTo>
                  <a:cubicBezTo>
                    <a:pt x="55" y="8"/>
                    <a:pt x="51" y="5"/>
                    <a:pt x="46" y="5"/>
                  </a:cubicBezTo>
                  <a:cubicBezTo>
                    <a:pt x="25" y="5"/>
                    <a:pt x="1" y="81"/>
                    <a:pt x="37" y="81"/>
                  </a:cubicBezTo>
                  <a:cubicBezTo>
                    <a:pt x="102" y="124"/>
                    <a:pt x="167" y="124"/>
                    <a:pt x="232" y="146"/>
                  </a:cubicBezTo>
                  <a:cubicBezTo>
                    <a:pt x="297" y="124"/>
                    <a:pt x="362" y="102"/>
                    <a:pt x="405" y="59"/>
                  </a:cubicBezTo>
                  <a:cubicBezTo>
                    <a:pt x="422" y="42"/>
                    <a:pt x="401" y="1"/>
                    <a:pt x="3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10"/>
            <p:cNvSpPr/>
            <p:nvPr/>
          </p:nvSpPr>
          <p:spPr>
            <a:xfrm>
              <a:off x="4069893" y="4316758"/>
              <a:ext cx="17698" cy="5403"/>
            </a:xfrm>
            <a:custGeom>
              <a:avLst/>
              <a:gdLst/>
              <a:ahLst/>
              <a:cxnLst/>
              <a:rect l="l" t="t" r="r" b="b"/>
              <a:pathLst>
                <a:path w="413" h="126" extrusionOk="0">
                  <a:moveTo>
                    <a:pt x="34" y="0"/>
                  </a:moveTo>
                  <a:cubicBezTo>
                    <a:pt x="23" y="0"/>
                    <a:pt x="12" y="6"/>
                    <a:pt x="1" y="17"/>
                  </a:cubicBezTo>
                  <a:cubicBezTo>
                    <a:pt x="1" y="38"/>
                    <a:pt x="1" y="60"/>
                    <a:pt x="23" y="82"/>
                  </a:cubicBezTo>
                  <a:cubicBezTo>
                    <a:pt x="88" y="103"/>
                    <a:pt x="153" y="125"/>
                    <a:pt x="239" y="125"/>
                  </a:cubicBezTo>
                  <a:cubicBezTo>
                    <a:pt x="283" y="125"/>
                    <a:pt x="348" y="103"/>
                    <a:pt x="391" y="60"/>
                  </a:cubicBezTo>
                  <a:cubicBezTo>
                    <a:pt x="413" y="38"/>
                    <a:pt x="413" y="17"/>
                    <a:pt x="391" y="17"/>
                  </a:cubicBezTo>
                  <a:cubicBezTo>
                    <a:pt x="380" y="6"/>
                    <a:pt x="370" y="0"/>
                    <a:pt x="359" y="0"/>
                  </a:cubicBezTo>
                  <a:cubicBezTo>
                    <a:pt x="348" y="0"/>
                    <a:pt x="337" y="6"/>
                    <a:pt x="326" y="17"/>
                  </a:cubicBezTo>
                  <a:cubicBezTo>
                    <a:pt x="305" y="46"/>
                    <a:pt x="268" y="55"/>
                    <a:pt x="230" y="55"/>
                  </a:cubicBezTo>
                  <a:cubicBezTo>
                    <a:pt x="153" y="55"/>
                    <a:pt x="66" y="17"/>
                    <a:pt x="66" y="17"/>
                  </a:cubicBezTo>
                  <a:cubicBezTo>
                    <a:pt x="55" y="6"/>
                    <a:pt x="44" y="0"/>
                    <a:pt x="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10"/>
            <p:cNvSpPr/>
            <p:nvPr/>
          </p:nvSpPr>
          <p:spPr>
            <a:xfrm>
              <a:off x="4088491" y="4324176"/>
              <a:ext cx="18641" cy="6346"/>
            </a:xfrm>
            <a:custGeom>
              <a:avLst/>
              <a:gdLst/>
              <a:ahLst/>
              <a:cxnLst/>
              <a:rect l="l" t="t" r="r" b="b"/>
              <a:pathLst>
                <a:path w="435" h="148" extrusionOk="0">
                  <a:moveTo>
                    <a:pt x="380" y="1"/>
                  </a:moveTo>
                  <a:cubicBezTo>
                    <a:pt x="369" y="1"/>
                    <a:pt x="358" y="6"/>
                    <a:pt x="347" y="17"/>
                  </a:cubicBezTo>
                  <a:cubicBezTo>
                    <a:pt x="319" y="53"/>
                    <a:pt x="278" y="65"/>
                    <a:pt x="236" y="65"/>
                  </a:cubicBezTo>
                  <a:cubicBezTo>
                    <a:pt x="152" y="65"/>
                    <a:pt x="66" y="17"/>
                    <a:pt x="66" y="17"/>
                  </a:cubicBezTo>
                  <a:cubicBezTo>
                    <a:pt x="44" y="17"/>
                    <a:pt x="22" y="17"/>
                    <a:pt x="22" y="39"/>
                  </a:cubicBezTo>
                  <a:cubicBezTo>
                    <a:pt x="1" y="61"/>
                    <a:pt x="22" y="82"/>
                    <a:pt x="44" y="82"/>
                  </a:cubicBezTo>
                  <a:cubicBezTo>
                    <a:pt x="109" y="126"/>
                    <a:pt x="174" y="147"/>
                    <a:pt x="239" y="147"/>
                  </a:cubicBezTo>
                  <a:cubicBezTo>
                    <a:pt x="304" y="147"/>
                    <a:pt x="369" y="126"/>
                    <a:pt x="413" y="82"/>
                  </a:cubicBezTo>
                  <a:cubicBezTo>
                    <a:pt x="434" y="61"/>
                    <a:pt x="434" y="39"/>
                    <a:pt x="413" y="17"/>
                  </a:cubicBezTo>
                  <a:cubicBezTo>
                    <a:pt x="402" y="6"/>
                    <a:pt x="391" y="1"/>
                    <a:pt x="3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10"/>
            <p:cNvSpPr/>
            <p:nvPr/>
          </p:nvSpPr>
          <p:spPr>
            <a:xfrm>
              <a:off x="3962161" y="3733658"/>
              <a:ext cx="12084" cy="14921"/>
            </a:xfrm>
            <a:custGeom>
              <a:avLst/>
              <a:gdLst/>
              <a:ahLst/>
              <a:cxnLst/>
              <a:rect l="l" t="t" r="r" b="b"/>
              <a:pathLst>
                <a:path w="282" h="348" extrusionOk="0">
                  <a:moveTo>
                    <a:pt x="43" y="0"/>
                  </a:moveTo>
                  <a:cubicBezTo>
                    <a:pt x="22" y="0"/>
                    <a:pt x="22" y="22"/>
                    <a:pt x="0" y="44"/>
                  </a:cubicBezTo>
                  <a:cubicBezTo>
                    <a:pt x="0" y="65"/>
                    <a:pt x="22" y="87"/>
                    <a:pt x="43" y="87"/>
                  </a:cubicBezTo>
                  <a:cubicBezTo>
                    <a:pt x="173" y="109"/>
                    <a:pt x="195" y="326"/>
                    <a:pt x="195" y="326"/>
                  </a:cubicBezTo>
                  <a:cubicBezTo>
                    <a:pt x="217" y="347"/>
                    <a:pt x="217" y="347"/>
                    <a:pt x="239" y="347"/>
                  </a:cubicBezTo>
                  <a:lnTo>
                    <a:pt x="260" y="347"/>
                  </a:lnTo>
                  <a:cubicBezTo>
                    <a:pt x="260" y="347"/>
                    <a:pt x="282" y="326"/>
                    <a:pt x="282" y="304"/>
                  </a:cubicBezTo>
                  <a:cubicBezTo>
                    <a:pt x="282" y="304"/>
                    <a:pt x="239" y="22"/>
                    <a:pt x="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10"/>
            <p:cNvSpPr/>
            <p:nvPr/>
          </p:nvSpPr>
          <p:spPr>
            <a:xfrm>
              <a:off x="3982602" y="3769890"/>
              <a:ext cx="10242" cy="15865"/>
            </a:xfrm>
            <a:custGeom>
              <a:avLst/>
              <a:gdLst/>
              <a:ahLst/>
              <a:cxnLst/>
              <a:rect l="l" t="t" r="r" b="b"/>
              <a:pathLst>
                <a:path w="239" h="370" extrusionOk="0">
                  <a:moveTo>
                    <a:pt x="65" y="1"/>
                  </a:moveTo>
                  <a:cubicBezTo>
                    <a:pt x="0" y="1"/>
                    <a:pt x="0" y="44"/>
                    <a:pt x="22" y="66"/>
                  </a:cubicBezTo>
                  <a:cubicBezTo>
                    <a:pt x="152" y="109"/>
                    <a:pt x="152" y="326"/>
                    <a:pt x="152" y="326"/>
                  </a:cubicBezTo>
                  <a:cubicBezTo>
                    <a:pt x="152" y="348"/>
                    <a:pt x="173" y="369"/>
                    <a:pt x="195" y="369"/>
                  </a:cubicBezTo>
                  <a:cubicBezTo>
                    <a:pt x="217" y="369"/>
                    <a:pt x="239" y="348"/>
                    <a:pt x="239" y="326"/>
                  </a:cubicBezTo>
                  <a:cubicBezTo>
                    <a:pt x="239" y="326"/>
                    <a:pt x="239" y="44"/>
                    <a:pt x="6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10"/>
            <p:cNvSpPr/>
            <p:nvPr/>
          </p:nvSpPr>
          <p:spPr>
            <a:xfrm>
              <a:off x="3969575" y="3722381"/>
              <a:ext cx="13070" cy="14107"/>
            </a:xfrm>
            <a:custGeom>
              <a:avLst/>
              <a:gdLst/>
              <a:ahLst/>
              <a:cxnLst/>
              <a:rect l="l" t="t" r="r" b="b"/>
              <a:pathLst>
                <a:path w="305" h="329" extrusionOk="0">
                  <a:moveTo>
                    <a:pt x="33" y="0"/>
                  </a:moveTo>
                  <a:cubicBezTo>
                    <a:pt x="1" y="0"/>
                    <a:pt x="4" y="90"/>
                    <a:pt x="44" y="90"/>
                  </a:cubicBezTo>
                  <a:cubicBezTo>
                    <a:pt x="174" y="90"/>
                    <a:pt x="217" y="307"/>
                    <a:pt x="217" y="307"/>
                  </a:cubicBezTo>
                  <a:cubicBezTo>
                    <a:pt x="217" y="328"/>
                    <a:pt x="239" y="328"/>
                    <a:pt x="261" y="328"/>
                  </a:cubicBezTo>
                  <a:cubicBezTo>
                    <a:pt x="282" y="328"/>
                    <a:pt x="304" y="307"/>
                    <a:pt x="304" y="285"/>
                  </a:cubicBezTo>
                  <a:cubicBezTo>
                    <a:pt x="282" y="263"/>
                    <a:pt x="239" y="25"/>
                    <a:pt x="44" y="3"/>
                  </a:cubicBezTo>
                  <a:cubicBezTo>
                    <a:pt x="40" y="1"/>
                    <a:pt x="36" y="0"/>
                    <a:pt x="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10"/>
            <p:cNvSpPr/>
            <p:nvPr/>
          </p:nvSpPr>
          <p:spPr>
            <a:xfrm>
              <a:off x="3981659" y="3749352"/>
              <a:ext cx="12127" cy="15007"/>
            </a:xfrm>
            <a:custGeom>
              <a:avLst/>
              <a:gdLst/>
              <a:ahLst/>
              <a:cxnLst/>
              <a:rect l="l" t="t" r="r" b="b"/>
              <a:pathLst>
                <a:path w="283" h="350" extrusionOk="0">
                  <a:moveTo>
                    <a:pt x="33" y="0"/>
                  </a:moveTo>
                  <a:cubicBezTo>
                    <a:pt x="1" y="0"/>
                    <a:pt x="4" y="90"/>
                    <a:pt x="44" y="90"/>
                  </a:cubicBezTo>
                  <a:cubicBezTo>
                    <a:pt x="174" y="90"/>
                    <a:pt x="217" y="306"/>
                    <a:pt x="217" y="306"/>
                  </a:cubicBezTo>
                  <a:cubicBezTo>
                    <a:pt x="217" y="328"/>
                    <a:pt x="217" y="350"/>
                    <a:pt x="239" y="350"/>
                  </a:cubicBezTo>
                  <a:cubicBezTo>
                    <a:pt x="261" y="350"/>
                    <a:pt x="282" y="328"/>
                    <a:pt x="282" y="306"/>
                  </a:cubicBezTo>
                  <a:cubicBezTo>
                    <a:pt x="282" y="285"/>
                    <a:pt x="239" y="25"/>
                    <a:pt x="44" y="3"/>
                  </a:cubicBezTo>
                  <a:cubicBezTo>
                    <a:pt x="40" y="1"/>
                    <a:pt x="36" y="0"/>
                    <a:pt x="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3" name="Google Shape;993;p10"/>
            <p:cNvSpPr/>
            <p:nvPr/>
          </p:nvSpPr>
          <p:spPr>
            <a:xfrm>
              <a:off x="3965889" y="3751324"/>
              <a:ext cx="12084" cy="14921"/>
            </a:xfrm>
            <a:custGeom>
              <a:avLst/>
              <a:gdLst/>
              <a:ahLst/>
              <a:cxnLst/>
              <a:rect l="l" t="t" r="r" b="b"/>
              <a:pathLst>
                <a:path w="282" h="348" extrusionOk="0">
                  <a:moveTo>
                    <a:pt x="43" y="0"/>
                  </a:moveTo>
                  <a:cubicBezTo>
                    <a:pt x="4" y="0"/>
                    <a:pt x="0" y="90"/>
                    <a:pt x="32" y="90"/>
                  </a:cubicBezTo>
                  <a:cubicBezTo>
                    <a:pt x="36" y="90"/>
                    <a:pt x="39" y="89"/>
                    <a:pt x="43" y="87"/>
                  </a:cubicBezTo>
                  <a:cubicBezTo>
                    <a:pt x="173" y="109"/>
                    <a:pt x="217" y="326"/>
                    <a:pt x="217" y="326"/>
                  </a:cubicBezTo>
                  <a:cubicBezTo>
                    <a:pt x="217" y="347"/>
                    <a:pt x="217" y="347"/>
                    <a:pt x="238" y="347"/>
                  </a:cubicBezTo>
                  <a:cubicBezTo>
                    <a:pt x="260" y="347"/>
                    <a:pt x="282" y="326"/>
                    <a:pt x="282" y="304"/>
                  </a:cubicBezTo>
                  <a:cubicBezTo>
                    <a:pt x="282" y="304"/>
                    <a:pt x="238" y="22"/>
                    <a:pt x="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10"/>
            <p:cNvSpPr/>
            <p:nvPr/>
          </p:nvSpPr>
          <p:spPr>
            <a:xfrm>
              <a:off x="4099632" y="4332322"/>
              <a:ext cx="17698" cy="5617"/>
            </a:xfrm>
            <a:custGeom>
              <a:avLst/>
              <a:gdLst/>
              <a:ahLst/>
              <a:cxnLst/>
              <a:rect l="l" t="t" r="r" b="b"/>
              <a:pathLst>
                <a:path w="413" h="131" extrusionOk="0">
                  <a:moveTo>
                    <a:pt x="66" y="1"/>
                  </a:moveTo>
                  <a:cubicBezTo>
                    <a:pt x="44" y="1"/>
                    <a:pt x="22" y="1"/>
                    <a:pt x="22" y="22"/>
                  </a:cubicBezTo>
                  <a:cubicBezTo>
                    <a:pt x="1" y="44"/>
                    <a:pt x="22" y="66"/>
                    <a:pt x="44" y="87"/>
                  </a:cubicBezTo>
                  <a:cubicBezTo>
                    <a:pt x="87" y="109"/>
                    <a:pt x="174" y="131"/>
                    <a:pt x="239" y="131"/>
                  </a:cubicBezTo>
                  <a:cubicBezTo>
                    <a:pt x="304" y="131"/>
                    <a:pt x="348" y="109"/>
                    <a:pt x="391" y="66"/>
                  </a:cubicBezTo>
                  <a:cubicBezTo>
                    <a:pt x="413" y="44"/>
                    <a:pt x="413" y="22"/>
                    <a:pt x="391" y="1"/>
                  </a:cubicBezTo>
                  <a:lnTo>
                    <a:pt x="348" y="1"/>
                  </a:lnTo>
                  <a:cubicBezTo>
                    <a:pt x="319" y="37"/>
                    <a:pt x="278" y="49"/>
                    <a:pt x="236" y="49"/>
                  </a:cubicBezTo>
                  <a:cubicBezTo>
                    <a:pt x="153" y="49"/>
                    <a:pt x="66"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10"/>
            <p:cNvSpPr/>
            <p:nvPr/>
          </p:nvSpPr>
          <p:spPr>
            <a:xfrm>
              <a:off x="4239932" y="4402900"/>
              <a:ext cx="9342" cy="16851"/>
            </a:xfrm>
            <a:custGeom>
              <a:avLst/>
              <a:gdLst/>
              <a:ahLst/>
              <a:cxnLst/>
              <a:rect l="l" t="t" r="r" b="b"/>
              <a:pathLst>
                <a:path w="218" h="393" extrusionOk="0">
                  <a:moveTo>
                    <a:pt x="103" y="0"/>
                  </a:moveTo>
                  <a:cubicBezTo>
                    <a:pt x="88" y="0"/>
                    <a:pt x="74" y="7"/>
                    <a:pt x="66" y="24"/>
                  </a:cubicBezTo>
                  <a:cubicBezTo>
                    <a:pt x="66" y="24"/>
                    <a:pt x="1" y="284"/>
                    <a:pt x="152" y="393"/>
                  </a:cubicBezTo>
                  <a:lnTo>
                    <a:pt x="174" y="393"/>
                  </a:lnTo>
                  <a:cubicBezTo>
                    <a:pt x="217" y="393"/>
                    <a:pt x="217" y="328"/>
                    <a:pt x="196" y="306"/>
                  </a:cubicBezTo>
                  <a:cubicBezTo>
                    <a:pt x="87" y="263"/>
                    <a:pt x="152" y="46"/>
                    <a:pt x="152" y="46"/>
                  </a:cubicBezTo>
                  <a:cubicBezTo>
                    <a:pt x="152" y="19"/>
                    <a:pt x="127" y="0"/>
                    <a:pt x="1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10"/>
            <p:cNvSpPr/>
            <p:nvPr/>
          </p:nvSpPr>
          <p:spPr>
            <a:xfrm>
              <a:off x="4249231" y="4387078"/>
              <a:ext cx="8399" cy="16894"/>
            </a:xfrm>
            <a:custGeom>
              <a:avLst/>
              <a:gdLst/>
              <a:ahLst/>
              <a:cxnLst/>
              <a:rect l="l" t="t" r="r" b="b"/>
              <a:pathLst>
                <a:path w="196" h="394" extrusionOk="0">
                  <a:moveTo>
                    <a:pt x="103" y="1"/>
                  </a:moveTo>
                  <a:cubicBezTo>
                    <a:pt x="88" y="1"/>
                    <a:pt x="74" y="8"/>
                    <a:pt x="65" y="24"/>
                  </a:cubicBezTo>
                  <a:cubicBezTo>
                    <a:pt x="65" y="46"/>
                    <a:pt x="0" y="306"/>
                    <a:pt x="152" y="393"/>
                  </a:cubicBezTo>
                  <a:lnTo>
                    <a:pt x="174" y="393"/>
                  </a:lnTo>
                  <a:cubicBezTo>
                    <a:pt x="174" y="393"/>
                    <a:pt x="195" y="393"/>
                    <a:pt x="195" y="371"/>
                  </a:cubicBezTo>
                  <a:cubicBezTo>
                    <a:pt x="195" y="371"/>
                    <a:pt x="195" y="328"/>
                    <a:pt x="195" y="328"/>
                  </a:cubicBezTo>
                  <a:cubicBezTo>
                    <a:pt x="87" y="263"/>
                    <a:pt x="152" y="46"/>
                    <a:pt x="152" y="46"/>
                  </a:cubicBezTo>
                  <a:cubicBezTo>
                    <a:pt x="152" y="19"/>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10"/>
            <p:cNvSpPr/>
            <p:nvPr/>
          </p:nvSpPr>
          <p:spPr>
            <a:xfrm>
              <a:off x="4241774" y="4430856"/>
              <a:ext cx="9342" cy="17709"/>
            </a:xfrm>
            <a:custGeom>
              <a:avLst/>
              <a:gdLst/>
              <a:ahLst/>
              <a:cxnLst/>
              <a:rect l="l" t="t" r="r" b="b"/>
              <a:pathLst>
                <a:path w="218" h="413" extrusionOk="0">
                  <a:moveTo>
                    <a:pt x="109" y="1"/>
                  </a:moveTo>
                  <a:cubicBezTo>
                    <a:pt x="88" y="1"/>
                    <a:pt x="66" y="22"/>
                    <a:pt x="66" y="44"/>
                  </a:cubicBezTo>
                  <a:cubicBezTo>
                    <a:pt x="66" y="44"/>
                    <a:pt x="1" y="304"/>
                    <a:pt x="153" y="413"/>
                  </a:cubicBezTo>
                  <a:lnTo>
                    <a:pt x="174" y="413"/>
                  </a:lnTo>
                  <a:cubicBezTo>
                    <a:pt x="174" y="391"/>
                    <a:pt x="196" y="391"/>
                    <a:pt x="196" y="391"/>
                  </a:cubicBezTo>
                  <a:cubicBezTo>
                    <a:pt x="218" y="369"/>
                    <a:pt x="218" y="348"/>
                    <a:pt x="196" y="326"/>
                  </a:cubicBezTo>
                  <a:cubicBezTo>
                    <a:pt x="88" y="261"/>
                    <a:pt x="153" y="66"/>
                    <a:pt x="153" y="66"/>
                  </a:cubicBezTo>
                  <a:cubicBezTo>
                    <a:pt x="153" y="44"/>
                    <a:pt x="131" y="22"/>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10"/>
            <p:cNvSpPr/>
            <p:nvPr/>
          </p:nvSpPr>
          <p:spPr>
            <a:xfrm>
              <a:off x="4252959" y="4420265"/>
              <a:ext cx="8399" cy="16937"/>
            </a:xfrm>
            <a:custGeom>
              <a:avLst/>
              <a:gdLst/>
              <a:ahLst/>
              <a:cxnLst/>
              <a:rect l="l" t="t" r="r" b="b"/>
              <a:pathLst>
                <a:path w="196" h="395" extrusionOk="0">
                  <a:moveTo>
                    <a:pt x="88" y="0"/>
                  </a:moveTo>
                  <a:cubicBezTo>
                    <a:pt x="80" y="0"/>
                    <a:pt x="71" y="3"/>
                    <a:pt x="65" y="9"/>
                  </a:cubicBezTo>
                  <a:cubicBezTo>
                    <a:pt x="65" y="31"/>
                    <a:pt x="0" y="291"/>
                    <a:pt x="152" y="378"/>
                  </a:cubicBezTo>
                  <a:cubicBezTo>
                    <a:pt x="152" y="389"/>
                    <a:pt x="152" y="394"/>
                    <a:pt x="155" y="394"/>
                  </a:cubicBezTo>
                  <a:cubicBezTo>
                    <a:pt x="157" y="394"/>
                    <a:pt x="163" y="389"/>
                    <a:pt x="174" y="378"/>
                  </a:cubicBezTo>
                  <a:cubicBezTo>
                    <a:pt x="174" y="378"/>
                    <a:pt x="174" y="378"/>
                    <a:pt x="195" y="356"/>
                  </a:cubicBezTo>
                  <a:cubicBezTo>
                    <a:pt x="195" y="356"/>
                    <a:pt x="195" y="334"/>
                    <a:pt x="195" y="313"/>
                  </a:cubicBezTo>
                  <a:cubicBezTo>
                    <a:pt x="87" y="248"/>
                    <a:pt x="130" y="31"/>
                    <a:pt x="130" y="31"/>
                  </a:cubicBezTo>
                  <a:cubicBezTo>
                    <a:pt x="130" y="16"/>
                    <a:pt x="108" y="0"/>
                    <a:pt x="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9" name="Google Shape;999;p10"/>
            <p:cNvSpPr/>
            <p:nvPr/>
          </p:nvSpPr>
          <p:spPr>
            <a:xfrm>
              <a:off x="4237146" y="4373571"/>
              <a:ext cx="9342" cy="16422"/>
            </a:xfrm>
            <a:custGeom>
              <a:avLst/>
              <a:gdLst/>
              <a:ahLst/>
              <a:cxnLst/>
              <a:rect l="l" t="t" r="r" b="b"/>
              <a:pathLst>
                <a:path w="218" h="383" extrusionOk="0">
                  <a:moveTo>
                    <a:pt x="107" y="0"/>
                  </a:moveTo>
                  <a:cubicBezTo>
                    <a:pt x="91" y="0"/>
                    <a:pt x="75" y="5"/>
                    <a:pt x="66" y="14"/>
                  </a:cubicBezTo>
                  <a:cubicBezTo>
                    <a:pt x="66" y="36"/>
                    <a:pt x="1" y="296"/>
                    <a:pt x="152" y="383"/>
                  </a:cubicBezTo>
                  <a:lnTo>
                    <a:pt x="174" y="383"/>
                  </a:lnTo>
                  <a:cubicBezTo>
                    <a:pt x="174" y="383"/>
                    <a:pt x="196" y="383"/>
                    <a:pt x="196" y="361"/>
                  </a:cubicBezTo>
                  <a:cubicBezTo>
                    <a:pt x="217" y="361"/>
                    <a:pt x="217" y="339"/>
                    <a:pt x="196" y="318"/>
                  </a:cubicBezTo>
                  <a:cubicBezTo>
                    <a:pt x="87" y="253"/>
                    <a:pt x="152" y="36"/>
                    <a:pt x="152" y="36"/>
                  </a:cubicBezTo>
                  <a:cubicBezTo>
                    <a:pt x="152" y="11"/>
                    <a:pt x="130" y="0"/>
                    <a:pt x="1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10"/>
            <p:cNvSpPr/>
            <p:nvPr/>
          </p:nvSpPr>
          <p:spPr>
            <a:xfrm>
              <a:off x="4249231" y="4363838"/>
              <a:ext cx="9342" cy="16851"/>
            </a:xfrm>
            <a:custGeom>
              <a:avLst/>
              <a:gdLst/>
              <a:ahLst/>
              <a:cxnLst/>
              <a:rect l="l" t="t" r="r" b="b"/>
              <a:pathLst>
                <a:path w="218" h="393" extrusionOk="0">
                  <a:moveTo>
                    <a:pt x="103" y="1"/>
                  </a:moveTo>
                  <a:cubicBezTo>
                    <a:pt x="88" y="1"/>
                    <a:pt x="74" y="8"/>
                    <a:pt x="65" y="24"/>
                  </a:cubicBezTo>
                  <a:cubicBezTo>
                    <a:pt x="65" y="46"/>
                    <a:pt x="0" y="285"/>
                    <a:pt x="152" y="393"/>
                  </a:cubicBezTo>
                  <a:lnTo>
                    <a:pt x="174" y="393"/>
                  </a:lnTo>
                  <a:cubicBezTo>
                    <a:pt x="217" y="393"/>
                    <a:pt x="217" y="350"/>
                    <a:pt x="195" y="306"/>
                  </a:cubicBezTo>
                  <a:cubicBezTo>
                    <a:pt x="87" y="263"/>
                    <a:pt x="152" y="46"/>
                    <a:pt x="152" y="46"/>
                  </a:cubicBezTo>
                  <a:cubicBezTo>
                    <a:pt x="152" y="19"/>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10"/>
            <p:cNvSpPr/>
            <p:nvPr/>
          </p:nvSpPr>
          <p:spPr>
            <a:xfrm>
              <a:off x="4238089" y="4352775"/>
              <a:ext cx="9299" cy="17709"/>
            </a:xfrm>
            <a:custGeom>
              <a:avLst/>
              <a:gdLst/>
              <a:ahLst/>
              <a:cxnLst/>
              <a:rect l="l" t="t" r="r" b="b"/>
              <a:pathLst>
                <a:path w="217" h="413" extrusionOk="0">
                  <a:moveTo>
                    <a:pt x="109" y="1"/>
                  </a:moveTo>
                  <a:cubicBezTo>
                    <a:pt x="87" y="1"/>
                    <a:pt x="65" y="22"/>
                    <a:pt x="65" y="22"/>
                  </a:cubicBezTo>
                  <a:cubicBezTo>
                    <a:pt x="65" y="44"/>
                    <a:pt x="0" y="304"/>
                    <a:pt x="152" y="413"/>
                  </a:cubicBezTo>
                  <a:lnTo>
                    <a:pt x="174" y="413"/>
                  </a:lnTo>
                  <a:cubicBezTo>
                    <a:pt x="174" y="391"/>
                    <a:pt x="195" y="391"/>
                    <a:pt x="195" y="369"/>
                  </a:cubicBezTo>
                  <a:cubicBezTo>
                    <a:pt x="217" y="369"/>
                    <a:pt x="217" y="347"/>
                    <a:pt x="195" y="326"/>
                  </a:cubicBezTo>
                  <a:cubicBezTo>
                    <a:pt x="87" y="261"/>
                    <a:pt x="152" y="44"/>
                    <a:pt x="152" y="44"/>
                  </a:cubicBezTo>
                  <a:cubicBezTo>
                    <a:pt x="152" y="44"/>
                    <a:pt x="130" y="22"/>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02" name="Google Shape;1002;p10"/>
          <p:cNvSpPr txBox="1"/>
          <p:nvPr/>
        </p:nvSpPr>
        <p:spPr>
          <a:xfrm>
            <a:off x="3455552" y="1109528"/>
            <a:ext cx="484557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Helvetica Neue"/>
                <a:ea typeface="Helvetica Neue"/>
                <a:cs typeface="Helvetica Neue"/>
                <a:sym typeface="Helvetica Neue"/>
              </a:rPr>
              <a:t>Sử dụng các tags để tạo thông tin cho mỗi bộ phim sau đó tính độ tương đồng bằng (cosine similarity ) giữa thông tin người dung và thông tin mỗi bộ phim, từ đó có thể đưa ra những bộ phim gợi ý tương đồng nhất với người dùng.</a:t>
            </a:r>
            <a:endParaRPr sz="1400" b="0" i="0" u="none" strike="noStrike" cap="none">
              <a:solidFill>
                <a:srgbClr val="000000"/>
              </a:solidFill>
              <a:latin typeface="Arial"/>
              <a:ea typeface="Arial"/>
              <a:cs typeface="Arial"/>
              <a:sym typeface="Arial"/>
            </a:endParaRPr>
          </a:p>
        </p:txBody>
      </p:sp>
      <p:grpSp>
        <p:nvGrpSpPr>
          <p:cNvPr id="1003" name="Google Shape;1003;p10"/>
          <p:cNvGrpSpPr/>
          <p:nvPr/>
        </p:nvGrpSpPr>
        <p:grpSpPr>
          <a:xfrm>
            <a:off x="1463849" y="1291043"/>
            <a:ext cx="1155916" cy="837550"/>
            <a:chOff x="124550" y="3466662"/>
            <a:chExt cx="817908" cy="865033"/>
          </a:xfrm>
        </p:grpSpPr>
        <p:sp>
          <p:nvSpPr>
            <p:cNvPr id="1004" name="Google Shape;1004;p10"/>
            <p:cNvSpPr/>
            <p:nvPr/>
          </p:nvSpPr>
          <p:spPr>
            <a:xfrm>
              <a:off x="125299" y="3466662"/>
              <a:ext cx="817159" cy="826504"/>
            </a:xfrm>
            <a:custGeom>
              <a:avLst/>
              <a:gdLst/>
              <a:ahLst/>
              <a:cxnLst/>
              <a:rect l="l" t="t" r="r" b="b"/>
              <a:pathLst>
                <a:path w="23261" h="23527" extrusionOk="0">
                  <a:moveTo>
                    <a:pt x="5056" y="1442"/>
                  </a:moveTo>
                  <a:cubicBezTo>
                    <a:pt x="2395" y="3046"/>
                    <a:pt x="316" y="7189"/>
                    <a:pt x="29" y="10375"/>
                  </a:cubicBezTo>
                  <a:cubicBezTo>
                    <a:pt x="-258" y="13561"/>
                    <a:pt x="1624" y="18390"/>
                    <a:pt x="3332" y="20558"/>
                  </a:cubicBezTo>
                  <a:cubicBezTo>
                    <a:pt x="5040" y="22726"/>
                    <a:pt x="8003" y="23075"/>
                    <a:pt x="10277" y="23381"/>
                  </a:cubicBezTo>
                  <a:cubicBezTo>
                    <a:pt x="12551" y="23687"/>
                    <a:pt x="14957" y="23581"/>
                    <a:pt x="16977" y="22396"/>
                  </a:cubicBezTo>
                  <a:cubicBezTo>
                    <a:pt x="18997" y="21211"/>
                    <a:pt x="21462" y="18533"/>
                    <a:pt x="22398" y="16272"/>
                  </a:cubicBezTo>
                  <a:cubicBezTo>
                    <a:pt x="23334" y="14011"/>
                    <a:pt x="23663" y="11419"/>
                    <a:pt x="22595" y="8832"/>
                  </a:cubicBezTo>
                  <a:cubicBezTo>
                    <a:pt x="21528" y="6245"/>
                    <a:pt x="18916" y="1984"/>
                    <a:pt x="15993" y="752"/>
                  </a:cubicBezTo>
                  <a:cubicBezTo>
                    <a:pt x="13070" y="-480"/>
                    <a:pt x="7717" y="-162"/>
                    <a:pt x="5056" y="144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0"/>
            <p:cNvSpPr/>
            <p:nvPr/>
          </p:nvSpPr>
          <p:spPr>
            <a:xfrm>
              <a:off x="124550" y="3505191"/>
              <a:ext cx="817159" cy="826504"/>
            </a:xfrm>
            <a:custGeom>
              <a:avLst/>
              <a:gdLst/>
              <a:ahLst/>
              <a:cxnLst/>
              <a:rect l="l" t="t" r="r" b="b"/>
              <a:pathLst>
                <a:path w="23261" h="23527" extrusionOk="0">
                  <a:moveTo>
                    <a:pt x="5056" y="1442"/>
                  </a:moveTo>
                  <a:cubicBezTo>
                    <a:pt x="2395" y="3046"/>
                    <a:pt x="316" y="7189"/>
                    <a:pt x="29" y="10375"/>
                  </a:cubicBezTo>
                  <a:cubicBezTo>
                    <a:pt x="-258" y="13561"/>
                    <a:pt x="1624" y="18390"/>
                    <a:pt x="3332" y="20558"/>
                  </a:cubicBezTo>
                  <a:cubicBezTo>
                    <a:pt x="5040" y="22726"/>
                    <a:pt x="8003" y="23075"/>
                    <a:pt x="10277" y="23381"/>
                  </a:cubicBezTo>
                  <a:cubicBezTo>
                    <a:pt x="12551" y="23687"/>
                    <a:pt x="14957" y="23581"/>
                    <a:pt x="16977" y="22396"/>
                  </a:cubicBezTo>
                  <a:cubicBezTo>
                    <a:pt x="18997" y="21211"/>
                    <a:pt x="21462" y="18533"/>
                    <a:pt x="22398" y="16272"/>
                  </a:cubicBezTo>
                  <a:cubicBezTo>
                    <a:pt x="23334" y="14011"/>
                    <a:pt x="23663" y="11419"/>
                    <a:pt x="22595" y="8832"/>
                  </a:cubicBezTo>
                  <a:cubicBezTo>
                    <a:pt x="21528" y="6245"/>
                    <a:pt x="18916" y="1984"/>
                    <a:pt x="15993" y="752"/>
                  </a:cubicBezTo>
                  <a:cubicBezTo>
                    <a:pt x="13070" y="-480"/>
                    <a:pt x="7717" y="-162"/>
                    <a:pt x="5056" y="1442"/>
                  </a:cubicBez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6" name="Google Shape;1006;p10"/>
          <p:cNvSpPr txBox="1"/>
          <p:nvPr/>
        </p:nvSpPr>
        <p:spPr>
          <a:xfrm>
            <a:off x="1363480" y="1393073"/>
            <a:ext cx="1356654" cy="583811"/>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Tags</a:t>
            </a:r>
            <a:endParaRPr sz="2400" b="0" i="0" u="none" strike="noStrike" cap="none">
              <a:solidFill>
                <a:schemeClr val="dk1"/>
              </a:solidFill>
              <a:latin typeface="Arial"/>
              <a:ea typeface="Arial"/>
              <a:cs typeface="Arial"/>
              <a:sym typeface="Arial"/>
            </a:endParaRPr>
          </a:p>
        </p:txBody>
      </p:sp>
      <p:pic>
        <p:nvPicPr>
          <p:cNvPr id="1007" name="Google Shape;1007;p10"/>
          <p:cNvPicPr preferRelativeResize="0"/>
          <p:nvPr/>
        </p:nvPicPr>
        <p:blipFill rotWithShape="1">
          <a:blip r:embed="rId3">
            <a:alphaModFix/>
          </a:blip>
          <a:srcRect/>
          <a:stretch/>
        </p:blipFill>
        <p:spPr>
          <a:xfrm>
            <a:off x="620316" y="2762227"/>
            <a:ext cx="3633966" cy="2169532"/>
          </a:xfrm>
          <a:prstGeom prst="rect">
            <a:avLst/>
          </a:prstGeom>
          <a:noFill/>
          <a:ln>
            <a:noFill/>
          </a:ln>
        </p:spPr>
      </p:pic>
      <p:pic>
        <p:nvPicPr>
          <p:cNvPr id="1008" name="Google Shape;1008;p10"/>
          <p:cNvPicPr preferRelativeResize="0"/>
          <p:nvPr/>
        </p:nvPicPr>
        <p:blipFill rotWithShape="1">
          <a:blip r:embed="rId4">
            <a:alphaModFix/>
          </a:blip>
          <a:srcRect/>
          <a:stretch/>
        </p:blipFill>
        <p:spPr>
          <a:xfrm>
            <a:off x="5346960" y="2481836"/>
            <a:ext cx="3297852" cy="2357153"/>
          </a:xfrm>
          <a:prstGeom prst="rect">
            <a:avLst/>
          </a:prstGeom>
          <a:noFill/>
          <a:ln>
            <a:noFill/>
          </a:ln>
        </p:spPr>
      </p:pic>
      <p:sp>
        <p:nvSpPr>
          <p:cNvPr id="1009" name="Google Shape;1009;p10"/>
          <p:cNvSpPr/>
          <p:nvPr/>
        </p:nvSpPr>
        <p:spPr>
          <a:xfrm>
            <a:off x="4515808" y="3335647"/>
            <a:ext cx="569626" cy="511346"/>
          </a:xfrm>
          <a:prstGeom prst="rightArrow">
            <a:avLst>
              <a:gd name="adj1" fmla="val 50000"/>
              <a:gd name="adj2" fmla="val 50000"/>
            </a:avLst>
          </a:prstGeom>
          <a:solidFill>
            <a:schemeClr val="accent1"/>
          </a:solidFill>
          <a:ln w="25400" cap="flat" cmpd="sng">
            <a:solidFill>
              <a:srgbClr val="6187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10" name="Google Shape;1010;p10"/>
          <p:cNvSpPr txBox="1">
            <a:spLocks noGrp="1"/>
          </p:cNvSpPr>
          <p:nvPr>
            <p:ph type="title"/>
          </p:nvPr>
        </p:nvSpPr>
        <p:spPr>
          <a:xfrm>
            <a:off x="727371" y="337856"/>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Lọc dựa trên nội dung </a:t>
            </a:r>
            <a:r>
              <a:rPr lang="en-US" sz="1800"/>
              <a:t>(Content-based filtering)</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Hình ảnh 6">
            <a:extLst>
              <a:ext uri="{FF2B5EF4-FFF2-40B4-BE49-F238E27FC236}">
                <a16:creationId xmlns:a16="http://schemas.microsoft.com/office/drawing/2014/main" id="{94E71E1C-3F43-4474-9D92-3BE673B7A481}"/>
              </a:ext>
            </a:extLst>
          </p:cNvPr>
          <p:cNvPicPr>
            <a:picLocks noChangeAspect="1"/>
          </p:cNvPicPr>
          <p:nvPr/>
        </p:nvPicPr>
        <p:blipFill>
          <a:blip r:embed="rId3"/>
          <a:stretch>
            <a:fillRect/>
          </a:stretch>
        </p:blipFill>
        <p:spPr>
          <a:xfrm>
            <a:off x="1881294" y="593490"/>
            <a:ext cx="5148774" cy="3806572"/>
          </a:xfrm>
          <a:prstGeom prst="rect">
            <a:avLst/>
          </a:prstGeom>
        </p:spPr>
      </p:pic>
      <p:sp>
        <p:nvSpPr>
          <p:cNvPr id="8" name="Hộp Văn bản 7">
            <a:extLst>
              <a:ext uri="{FF2B5EF4-FFF2-40B4-BE49-F238E27FC236}">
                <a16:creationId xmlns:a16="http://schemas.microsoft.com/office/drawing/2014/main" id="{DF7B19AA-66E0-499B-B722-6AE8DA9F5D65}"/>
              </a:ext>
            </a:extLst>
          </p:cNvPr>
          <p:cNvSpPr txBox="1"/>
          <p:nvPr/>
        </p:nvSpPr>
        <p:spPr>
          <a:xfrm>
            <a:off x="2836984" y="3665415"/>
            <a:ext cx="1516185" cy="600164"/>
          </a:xfrm>
          <a:prstGeom prst="rect">
            <a:avLst/>
          </a:prstGeom>
          <a:solidFill>
            <a:schemeClr val="bg1"/>
          </a:solidFill>
        </p:spPr>
        <p:txBody>
          <a:bodyPr wrap="square" rtlCol="0">
            <a:spAutoFit/>
          </a:bodyPr>
          <a:lstStyle/>
          <a:p>
            <a:r>
              <a:rPr lang="en-US" sz="1100" b="0" i="0" dirty="0">
                <a:solidFill>
                  <a:schemeClr val="tx1"/>
                </a:solidFill>
                <a:effectLst/>
                <a:latin typeface="+mj-lt"/>
              </a:rPr>
              <a:t>Alternating Least Squares (ALS model)</a:t>
            </a:r>
          </a:p>
        </p:txBody>
      </p:sp>
      <p:sp>
        <p:nvSpPr>
          <p:cNvPr id="3" name="Hình Bầu dục 2">
            <a:extLst>
              <a:ext uri="{FF2B5EF4-FFF2-40B4-BE49-F238E27FC236}">
                <a16:creationId xmlns:a16="http://schemas.microsoft.com/office/drawing/2014/main" id="{C7305C0F-0093-4770-8E81-B3ABE7698AC4}"/>
              </a:ext>
            </a:extLst>
          </p:cNvPr>
          <p:cNvSpPr/>
          <p:nvPr/>
        </p:nvSpPr>
        <p:spPr>
          <a:xfrm>
            <a:off x="3595076" y="1703754"/>
            <a:ext cx="1774093" cy="738314"/>
          </a:xfrm>
          <a:prstGeom prst="ellipse">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967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1"/>
        <p:cNvGrpSpPr/>
        <p:nvPr/>
      </p:nvGrpSpPr>
      <p:grpSpPr>
        <a:xfrm>
          <a:off x="0" y="0"/>
          <a:ext cx="0" cy="0"/>
          <a:chOff x="0" y="0"/>
          <a:chExt cx="0" cy="0"/>
        </a:xfrm>
      </p:grpSpPr>
      <p:sp>
        <p:nvSpPr>
          <p:cNvPr id="1762" name="Google Shape;1762;p6"/>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a:t>
            </a:r>
            <a:endParaRPr lang="en-US" dirty="0"/>
          </a:p>
        </p:txBody>
      </p:sp>
      <p:graphicFrame>
        <p:nvGraphicFramePr>
          <p:cNvPr id="2" name="Sơ đồ 1">
            <a:extLst>
              <a:ext uri="{FF2B5EF4-FFF2-40B4-BE49-F238E27FC236}">
                <a16:creationId xmlns:a16="http://schemas.microsoft.com/office/drawing/2014/main" id="{0036B421-0C74-4601-82E0-568995791753}"/>
              </a:ext>
            </a:extLst>
          </p:cNvPr>
          <p:cNvGraphicFramePr/>
          <p:nvPr>
            <p:extLst>
              <p:ext uri="{D42A27DB-BD31-4B8C-83A1-F6EECF244321}">
                <p14:modId xmlns:p14="http://schemas.microsoft.com/office/powerpoint/2010/main" val="1257498227"/>
              </p:ext>
            </p:extLst>
          </p:nvPr>
        </p:nvGraphicFramePr>
        <p:xfrm>
          <a:off x="3130026" y="1356364"/>
          <a:ext cx="4981688" cy="25786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 name="Google Shape;923;p10">
            <a:extLst>
              <a:ext uri="{FF2B5EF4-FFF2-40B4-BE49-F238E27FC236}">
                <a16:creationId xmlns:a16="http://schemas.microsoft.com/office/drawing/2014/main" id="{BC5C36D7-08E1-49E2-8023-A9D95ADA7600}"/>
              </a:ext>
            </a:extLst>
          </p:cNvPr>
          <p:cNvGrpSpPr/>
          <p:nvPr/>
        </p:nvGrpSpPr>
        <p:grpSpPr>
          <a:xfrm flipH="1">
            <a:off x="813707" y="1813908"/>
            <a:ext cx="1795022" cy="1796628"/>
            <a:chOff x="3675177" y="3646744"/>
            <a:chExt cx="679085" cy="849244"/>
          </a:xfrm>
        </p:grpSpPr>
        <p:sp>
          <p:nvSpPr>
            <p:cNvPr id="5" name="Google Shape;924;p10">
              <a:extLst>
                <a:ext uri="{FF2B5EF4-FFF2-40B4-BE49-F238E27FC236}">
                  <a16:creationId xmlns:a16="http://schemas.microsoft.com/office/drawing/2014/main" id="{B53E39E2-2F58-40E7-B50D-5F841F8BD176}"/>
                </a:ext>
              </a:extLst>
            </p:cNvPr>
            <p:cNvSpPr/>
            <p:nvPr/>
          </p:nvSpPr>
          <p:spPr>
            <a:xfrm>
              <a:off x="3966189" y="3646744"/>
              <a:ext cx="176252" cy="519207"/>
            </a:xfrm>
            <a:custGeom>
              <a:avLst/>
              <a:gdLst/>
              <a:ahLst/>
              <a:cxnLst/>
              <a:rect l="l" t="t" r="r" b="b"/>
              <a:pathLst>
                <a:path w="4113" h="12109" extrusionOk="0">
                  <a:moveTo>
                    <a:pt x="2723" y="1355"/>
                  </a:moveTo>
                  <a:lnTo>
                    <a:pt x="2723" y="1355"/>
                  </a:lnTo>
                  <a:cubicBezTo>
                    <a:pt x="2717" y="1391"/>
                    <a:pt x="2699" y="1428"/>
                    <a:pt x="2681" y="1464"/>
                  </a:cubicBezTo>
                  <a:cubicBezTo>
                    <a:pt x="2649" y="1561"/>
                    <a:pt x="2580" y="1610"/>
                    <a:pt x="2510" y="1610"/>
                  </a:cubicBezTo>
                  <a:cubicBezTo>
                    <a:pt x="2487" y="1610"/>
                    <a:pt x="2464" y="1605"/>
                    <a:pt x="2443" y="1594"/>
                  </a:cubicBezTo>
                  <a:cubicBezTo>
                    <a:pt x="2399" y="1572"/>
                    <a:pt x="2378" y="1594"/>
                    <a:pt x="2378" y="1529"/>
                  </a:cubicBezTo>
                  <a:cubicBezTo>
                    <a:pt x="2378" y="1464"/>
                    <a:pt x="2508" y="1377"/>
                    <a:pt x="2659" y="1355"/>
                  </a:cubicBezTo>
                  <a:close/>
                  <a:moveTo>
                    <a:pt x="2638" y="3328"/>
                  </a:moveTo>
                  <a:cubicBezTo>
                    <a:pt x="2768" y="3328"/>
                    <a:pt x="2898" y="3393"/>
                    <a:pt x="2985" y="3480"/>
                  </a:cubicBezTo>
                  <a:cubicBezTo>
                    <a:pt x="2876" y="3610"/>
                    <a:pt x="2746" y="3675"/>
                    <a:pt x="2594" y="3675"/>
                  </a:cubicBezTo>
                  <a:cubicBezTo>
                    <a:pt x="2464" y="3675"/>
                    <a:pt x="2378" y="3632"/>
                    <a:pt x="2356" y="3567"/>
                  </a:cubicBezTo>
                  <a:cubicBezTo>
                    <a:pt x="2334" y="3502"/>
                    <a:pt x="2421" y="3393"/>
                    <a:pt x="2508" y="3350"/>
                  </a:cubicBezTo>
                  <a:cubicBezTo>
                    <a:pt x="2551" y="3350"/>
                    <a:pt x="2594" y="3328"/>
                    <a:pt x="2638" y="3328"/>
                  </a:cubicBezTo>
                  <a:close/>
                  <a:moveTo>
                    <a:pt x="2849" y="5579"/>
                  </a:moveTo>
                  <a:cubicBezTo>
                    <a:pt x="2865" y="5579"/>
                    <a:pt x="2881" y="5580"/>
                    <a:pt x="2898" y="5583"/>
                  </a:cubicBezTo>
                  <a:lnTo>
                    <a:pt x="2963" y="5583"/>
                  </a:lnTo>
                  <a:cubicBezTo>
                    <a:pt x="3115" y="5605"/>
                    <a:pt x="3245" y="5691"/>
                    <a:pt x="3332" y="5821"/>
                  </a:cubicBezTo>
                  <a:cubicBezTo>
                    <a:pt x="3310" y="5865"/>
                    <a:pt x="3288" y="5887"/>
                    <a:pt x="3267" y="5930"/>
                  </a:cubicBezTo>
                  <a:cubicBezTo>
                    <a:pt x="3215" y="6008"/>
                    <a:pt x="3123" y="6047"/>
                    <a:pt x="3031" y="6047"/>
                  </a:cubicBezTo>
                  <a:cubicBezTo>
                    <a:pt x="2969" y="6047"/>
                    <a:pt x="2907" y="6030"/>
                    <a:pt x="2855" y="5995"/>
                  </a:cubicBezTo>
                  <a:cubicBezTo>
                    <a:pt x="2659" y="5908"/>
                    <a:pt x="2573" y="5821"/>
                    <a:pt x="2594" y="5735"/>
                  </a:cubicBezTo>
                  <a:cubicBezTo>
                    <a:pt x="2651" y="5640"/>
                    <a:pt x="2741" y="5579"/>
                    <a:pt x="2849" y="5579"/>
                  </a:cubicBezTo>
                  <a:close/>
                  <a:moveTo>
                    <a:pt x="3153" y="7005"/>
                  </a:moveTo>
                  <a:cubicBezTo>
                    <a:pt x="3184" y="7005"/>
                    <a:pt x="3214" y="7020"/>
                    <a:pt x="3245" y="7036"/>
                  </a:cubicBezTo>
                  <a:cubicBezTo>
                    <a:pt x="3267" y="7036"/>
                    <a:pt x="3310" y="7057"/>
                    <a:pt x="3332" y="7079"/>
                  </a:cubicBezTo>
                  <a:cubicBezTo>
                    <a:pt x="3267" y="7209"/>
                    <a:pt x="3158" y="7317"/>
                    <a:pt x="3028" y="7361"/>
                  </a:cubicBezTo>
                  <a:cubicBezTo>
                    <a:pt x="2992" y="7379"/>
                    <a:pt x="2952" y="7389"/>
                    <a:pt x="2914" y="7389"/>
                  </a:cubicBezTo>
                  <a:cubicBezTo>
                    <a:pt x="2859" y="7389"/>
                    <a:pt x="2806" y="7368"/>
                    <a:pt x="2768" y="7317"/>
                  </a:cubicBezTo>
                  <a:cubicBezTo>
                    <a:pt x="2725" y="7274"/>
                    <a:pt x="2768" y="7231"/>
                    <a:pt x="2790" y="7187"/>
                  </a:cubicBezTo>
                  <a:cubicBezTo>
                    <a:pt x="2855" y="7079"/>
                    <a:pt x="2985" y="7014"/>
                    <a:pt x="3115" y="7014"/>
                  </a:cubicBezTo>
                  <a:cubicBezTo>
                    <a:pt x="3127" y="7008"/>
                    <a:pt x="3140" y="7005"/>
                    <a:pt x="3153" y="7005"/>
                  </a:cubicBezTo>
                  <a:close/>
                  <a:moveTo>
                    <a:pt x="3006" y="8878"/>
                  </a:moveTo>
                  <a:cubicBezTo>
                    <a:pt x="3093" y="8878"/>
                    <a:pt x="3180" y="8900"/>
                    <a:pt x="3267" y="8943"/>
                  </a:cubicBezTo>
                  <a:cubicBezTo>
                    <a:pt x="3136" y="9052"/>
                    <a:pt x="2985" y="9139"/>
                    <a:pt x="2811" y="9160"/>
                  </a:cubicBezTo>
                  <a:cubicBezTo>
                    <a:pt x="2794" y="9162"/>
                    <a:pt x="2776" y="9163"/>
                    <a:pt x="2760" y="9163"/>
                  </a:cubicBezTo>
                  <a:cubicBezTo>
                    <a:pt x="2594" y="9163"/>
                    <a:pt x="2486" y="9074"/>
                    <a:pt x="2486" y="9074"/>
                  </a:cubicBezTo>
                  <a:cubicBezTo>
                    <a:pt x="2464" y="9052"/>
                    <a:pt x="2486" y="9030"/>
                    <a:pt x="2529" y="9008"/>
                  </a:cubicBezTo>
                  <a:cubicBezTo>
                    <a:pt x="2681" y="8922"/>
                    <a:pt x="2833" y="8900"/>
                    <a:pt x="3006" y="8900"/>
                  </a:cubicBezTo>
                  <a:lnTo>
                    <a:pt x="3006" y="8878"/>
                  </a:lnTo>
                  <a:close/>
                  <a:moveTo>
                    <a:pt x="3288" y="10678"/>
                  </a:moveTo>
                  <a:cubicBezTo>
                    <a:pt x="3223" y="10786"/>
                    <a:pt x="3115" y="10895"/>
                    <a:pt x="3006" y="10938"/>
                  </a:cubicBezTo>
                  <a:cubicBezTo>
                    <a:pt x="2941" y="10938"/>
                    <a:pt x="2876" y="10916"/>
                    <a:pt x="2833" y="10873"/>
                  </a:cubicBezTo>
                  <a:cubicBezTo>
                    <a:pt x="2811" y="10851"/>
                    <a:pt x="2811" y="10830"/>
                    <a:pt x="2833" y="10808"/>
                  </a:cubicBezTo>
                  <a:cubicBezTo>
                    <a:pt x="2941" y="10721"/>
                    <a:pt x="3093" y="10678"/>
                    <a:pt x="3223" y="10678"/>
                  </a:cubicBezTo>
                  <a:close/>
                  <a:moveTo>
                    <a:pt x="1280" y="0"/>
                  </a:moveTo>
                  <a:cubicBezTo>
                    <a:pt x="1145" y="0"/>
                    <a:pt x="1010" y="25"/>
                    <a:pt x="882" y="76"/>
                  </a:cubicBezTo>
                  <a:cubicBezTo>
                    <a:pt x="275" y="358"/>
                    <a:pt x="14" y="1138"/>
                    <a:pt x="14" y="1160"/>
                  </a:cubicBezTo>
                  <a:cubicBezTo>
                    <a:pt x="1" y="1188"/>
                    <a:pt x="39" y="1215"/>
                    <a:pt x="69" y="1215"/>
                  </a:cubicBezTo>
                  <a:cubicBezTo>
                    <a:pt x="87" y="1215"/>
                    <a:pt x="101" y="1206"/>
                    <a:pt x="101" y="1182"/>
                  </a:cubicBezTo>
                  <a:cubicBezTo>
                    <a:pt x="101" y="1182"/>
                    <a:pt x="340" y="401"/>
                    <a:pt x="903" y="163"/>
                  </a:cubicBezTo>
                  <a:cubicBezTo>
                    <a:pt x="1032" y="112"/>
                    <a:pt x="1163" y="87"/>
                    <a:pt x="1293" y="87"/>
                  </a:cubicBezTo>
                  <a:cubicBezTo>
                    <a:pt x="1492" y="87"/>
                    <a:pt x="1687" y="145"/>
                    <a:pt x="1857" y="250"/>
                  </a:cubicBezTo>
                  <a:cubicBezTo>
                    <a:pt x="2508" y="575"/>
                    <a:pt x="2746" y="987"/>
                    <a:pt x="2746" y="1269"/>
                  </a:cubicBezTo>
                  <a:lnTo>
                    <a:pt x="2659" y="1269"/>
                  </a:lnTo>
                  <a:cubicBezTo>
                    <a:pt x="2464" y="1290"/>
                    <a:pt x="2334" y="1399"/>
                    <a:pt x="2313" y="1507"/>
                  </a:cubicBezTo>
                  <a:cubicBezTo>
                    <a:pt x="2313" y="1550"/>
                    <a:pt x="2313" y="1615"/>
                    <a:pt x="2421" y="1659"/>
                  </a:cubicBezTo>
                  <a:cubicBezTo>
                    <a:pt x="2451" y="1674"/>
                    <a:pt x="2484" y="1681"/>
                    <a:pt x="2517" y="1681"/>
                  </a:cubicBezTo>
                  <a:cubicBezTo>
                    <a:pt x="2625" y="1681"/>
                    <a:pt x="2735" y="1607"/>
                    <a:pt x="2768" y="1507"/>
                  </a:cubicBezTo>
                  <a:cubicBezTo>
                    <a:pt x="2790" y="1442"/>
                    <a:pt x="2811" y="1399"/>
                    <a:pt x="2811" y="1334"/>
                  </a:cubicBezTo>
                  <a:cubicBezTo>
                    <a:pt x="3006" y="1377"/>
                    <a:pt x="3158" y="1485"/>
                    <a:pt x="3223" y="1659"/>
                  </a:cubicBezTo>
                  <a:cubicBezTo>
                    <a:pt x="3418" y="2222"/>
                    <a:pt x="3375" y="2830"/>
                    <a:pt x="3093" y="3350"/>
                  </a:cubicBezTo>
                  <a:lnTo>
                    <a:pt x="3050" y="3415"/>
                  </a:lnTo>
                  <a:cubicBezTo>
                    <a:pt x="2959" y="3310"/>
                    <a:pt x="2827" y="3246"/>
                    <a:pt x="2690" y="3246"/>
                  </a:cubicBezTo>
                  <a:cubicBezTo>
                    <a:pt x="2629" y="3246"/>
                    <a:pt x="2567" y="3258"/>
                    <a:pt x="2508" y="3285"/>
                  </a:cubicBezTo>
                  <a:cubicBezTo>
                    <a:pt x="2378" y="3328"/>
                    <a:pt x="2291" y="3437"/>
                    <a:pt x="2291" y="3567"/>
                  </a:cubicBezTo>
                  <a:cubicBezTo>
                    <a:pt x="2313" y="3632"/>
                    <a:pt x="2356" y="3740"/>
                    <a:pt x="2616" y="3740"/>
                  </a:cubicBezTo>
                  <a:cubicBezTo>
                    <a:pt x="2790" y="3740"/>
                    <a:pt x="2941" y="3675"/>
                    <a:pt x="3050" y="3545"/>
                  </a:cubicBezTo>
                  <a:cubicBezTo>
                    <a:pt x="3071" y="3567"/>
                    <a:pt x="3093" y="3588"/>
                    <a:pt x="3115" y="3610"/>
                  </a:cubicBezTo>
                  <a:cubicBezTo>
                    <a:pt x="3483" y="4260"/>
                    <a:pt x="3570" y="5019"/>
                    <a:pt x="3375" y="5735"/>
                  </a:cubicBezTo>
                  <a:cubicBezTo>
                    <a:pt x="3288" y="5605"/>
                    <a:pt x="3136" y="5518"/>
                    <a:pt x="2963" y="5496"/>
                  </a:cubicBezTo>
                  <a:cubicBezTo>
                    <a:pt x="2933" y="5489"/>
                    <a:pt x="2903" y="5485"/>
                    <a:pt x="2873" y="5485"/>
                  </a:cubicBezTo>
                  <a:cubicBezTo>
                    <a:pt x="2732" y="5485"/>
                    <a:pt x="2601" y="5566"/>
                    <a:pt x="2529" y="5691"/>
                  </a:cubicBezTo>
                  <a:cubicBezTo>
                    <a:pt x="2508" y="5756"/>
                    <a:pt x="2508" y="5908"/>
                    <a:pt x="2811" y="6060"/>
                  </a:cubicBezTo>
                  <a:cubicBezTo>
                    <a:pt x="2884" y="6092"/>
                    <a:pt x="2960" y="6109"/>
                    <a:pt x="3033" y="6109"/>
                  </a:cubicBezTo>
                  <a:cubicBezTo>
                    <a:pt x="3156" y="6109"/>
                    <a:pt x="3272" y="6060"/>
                    <a:pt x="3353" y="5952"/>
                  </a:cubicBezTo>
                  <a:cubicBezTo>
                    <a:pt x="3353" y="5930"/>
                    <a:pt x="3375" y="5908"/>
                    <a:pt x="3397" y="5887"/>
                  </a:cubicBezTo>
                  <a:cubicBezTo>
                    <a:pt x="3440" y="6038"/>
                    <a:pt x="3483" y="6190"/>
                    <a:pt x="3483" y="6342"/>
                  </a:cubicBezTo>
                  <a:cubicBezTo>
                    <a:pt x="3505" y="6559"/>
                    <a:pt x="3462" y="6797"/>
                    <a:pt x="3375" y="7014"/>
                  </a:cubicBezTo>
                  <a:cubicBezTo>
                    <a:pt x="3332" y="6992"/>
                    <a:pt x="3310" y="6971"/>
                    <a:pt x="3267" y="6949"/>
                  </a:cubicBezTo>
                  <a:cubicBezTo>
                    <a:pt x="3217" y="6932"/>
                    <a:pt x="3164" y="6924"/>
                    <a:pt x="3111" y="6924"/>
                  </a:cubicBezTo>
                  <a:cubicBezTo>
                    <a:pt x="2958" y="6924"/>
                    <a:pt x="2805" y="6993"/>
                    <a:pt x="2725" y="7122"/>
                  </a:cubicBezTo>
                  <a:cubicBezTo>
                    <a:pt x="2659" y="7187"/>
                    <a:pt x="2659" y="7296"/>
                    <a:pt x="2703" y="7361"/>
                  </a:cubicBezTo>
                  <a:cubicBezTo>
                    <a:pt x="2761" y="7419"/>
                    <a:pt x="2847" y="7447"/>
                    <a:pt x="2931" y="7447"/>
                  </a:cubicBezTo>
                  <a:cubicBezTo>
                    <a:pt x="2973" y="7447"/>
                    <a:pt x="3014" y="7440"/>
                    <a:pt x="3050" y="7426"/>
                  </a:cubicBezTo>
                  <a:cubicBezTo>
                    <a:pt x="3201" y="7361"/>
                    <a:pt x="3310" y="7274"/>
                    <a:pt x="3397" y="7122"/>
                  </a:cubicBezTo>
                  <a:cubicBezTo>
                    <a:pt x="3548" y="7339"/>
                    <a:pt x="3613" y="7708"/>
                    <a:pt x="3570" y="8206"/>
                  </a:cubicBezTo>
                  <a:cubicBezTo>
                    <a:pt x="3548" y="8445"/>
                    <a:pt x="3462" y="8683"/>
                    <a:pt x="3332" y="8878"/>
                  </a:cubicBezTo>
                  <a:cubicBezTo>
                    <a:pt x="3210" y="8832"/>
                    <a:pt x="3088" y="8809"/>
                    <a:pt x="2968" y="8809"/>
                  </a:cubicBezTo>
                  <a:cubicBezTo>
                    <a:pt x="2810" y="8809"/>
                    <a:pt x="2655" y="8848"/>
                    <a:pt x="2508" y="8922"/>
                  </a:cubicBezTo>
                  <a:cubicBezTo>
                    <a:pt x="2421" y="8987"/>
                    <a:pt x="2421" y="9052"/>
                    <a:pt x="2421" y="9074"/>
                  </a:cubicBezTo>
                  <a:cubicBezTo>
                    <a:pt x="2440" y="9168"/>
                    <a:pt x="2574" y="9229"/>
                    <a:pt x="2751" y="9229"/>
                  </a:cubicBezTo>
                  <a:cubicBezTo>
                    <a:pt x="2778" y="9229"/>
                    <a:pt x="2805" y="9228"/>
                    <a:pt x="2833" y="9225"/>
                  </a:cubicBezTo>
                  <a:cubicBezTo>
                    <a:pt x="3028" y="9204"/>
                    <a:pt x="3223" y="9117"/>
                    <a:pt x="3353" y="8965"/>
                  </a:cubicBezTo>
                  <a:lnTo>
                    <a:pt x="3375" y="8987"/>
                  </a:lnTo>
                  <a:cubicBezTo>
                    <a:pt x="3592" y="9139"/>
                    <a:pt x="3635" y="9399"/>
                    <a:pt x="3592" y="9767"/>
                  </a:cubicBezTo>
                  <a:cubicBezTo>
                    <a:pt x="3548" y="10049"/>
                    <a:pt x="3462" y="10331"/>
                    <a:pt x="3332" y="10613"/>
                  </a:cubicBezTo>
                  <a:cubicBezTo>
                    <a:pt x="3290" y="10604"/>
                    <a:pt x="3248" y="10599"/>
                    <a:pt x="3207" y="10599"/>
                  </a:cubicBezTo>
                  <a:cubicBezTo>
                    <a:pt x="3055" y="10599"/>
                    <a:pt x="2909" y="10658"/>
                    <a:pt x="2790" y="10743"/>
                  </a:cubicBezTo>
                  <a:cubicBezTo>
                    <a:pt x="2746" y="10786"/>
                    <a:pt x="2725" y="10851"/>
                    <a:pt x="2768" y="10916"/>
                  </a:cubicBezTo>
                  <a:cubicBezTo>
                    <a:pt x="2821" y="10970"/>
                    <a:pt x="2890" y="11009"/>
                    <a:pt x="2960" y="11009"/>
                  </a:cubicBezTo>
                  <a:cubicBezTo>
                    <a:pt x="2976" y="11009"/>
                    <a:pt x="2991" y="11007"/>
                    <a:pt x="3006" y="11003"/>
                  </a:cubicBezTo>
                  <a:cubicBezTo>
                    <a:pt x="3180" y="10938"/>
                    <a:pt x="3288" y="10830"/>
                    <a:pt x="3375" y="10678"/>
                  </a:cubicBezTo>
                  <a:cubicBezTo>
                    <a:pt x="3440" y="10700"/>
                    <a:pt x="3505" y="10721"/>
                    <a:pt x="3548" y="10765"/>
                  </a:cubicBezTo>
                  <a:cubicBezTo>
                    <a:pt x="3874" y="10938"/>
                    <a:pt x="3960" y="11393"/>
                    <a:pt x="3765" y="12065"/>
                  </a:cubicBezTo>
                  <a:cubicBezTo>
                    <a:pt x="3765" y="12065"/>
                    <a:pt x="3787" y="12087"/>
                    <a:pt x="3809" y="12109"/>
                  </a:cubicBezTo>
                  <a:cubicBezTo>
                    <a:pt x="3830" y="12109"/>
                    <a:pt x="3852" y="12109"/>
                    <a:pt x="3852" y="12065"/>
                  </a:cubicBezTo>
                  <a:cubicBezTo>
                    <a:pt x="4112" y="11177"/>
                    <a:pt x="3852" y="10830"/>
                    <a:pt x="3592" y="10678"/>
                  </a:cubicBezTo>
                  <a:cubicBezTo>
                    <a:pt x="3548" y="10656"/>
                    <a:pt x="3483" y="10635"/>
                    <a:pt x="3418" y="10613"/>
                  </a:cubicBezTo>
                  <a:cubicBezTo>
                    <a:pt x="3548" y="10353"/>
                    <a:pt x="3635" y="10071"/>
                    <a:pt x="3657" y="9767"/>
                  </a:cubicBezTo>
                  <a:cubicBezTo>
                    <a:pt x="3744" y="9269"/>
                    <a:pt x="3570" y="9030"/>
                    <a:pt x="3440" y="8922"/>
                  </a:cubicBezTo>
                  <a:lnTo>
                    <a:pt x="3397" y="8922"/>
                  </a:lnTo>
                  <a:cubicBezTo>
                    <a:pt x="3548" y="8705"/>
                    <a:pt x="3635" y="8466"/>
                    <a:pt x="3657" y="8228"/>
                  </a:cubicBezTo>
                  <a:cubicBezTo>
                    <a:pt x="3700" y="7534"/>
                    <a:pt x="3570" y="7231"/>
                    <a:pt x="3440" y="7079"/>
                  </a:cubicBezTo>
                  <a:cubicBezTo>
                    <a:pt x="3548" y="6840"/>
                    <a:pt x="3592" y="6580"/>
                    <a:pt x="3570" y="6342"/>
                  </a:cubicBezTo>
                  <a:cubicBezTo>
                    <a:pt x="3570" y="6147"/>
                    <a:pt x="3527" y="5973"/>
                    <a:pt x="3440" y="5821"/>
                  </a:cubicBezTo>
                  <a:cubicBezTo>
                    <a:pt x="3657" y="5063"/>
                    <a:pt x="3570" y="4239"/>
                    <a:pt x="3158" y="3567"/>
                  </a:cubicBezTo>
                  <a:cubicBezTo>
                    <a:pt x="3136" y="3545"/>
                    <a:pt x="3115" y="3502"/>
                    <a:pt x="3093" y="3480"/>
                  </a:cubicBezTo>
                  <a:cubicBezTo>
                    <a:pt x="3115" y="3458"/>
                    <a:pt x="3136" y="3415"/>
                    <a:pt x="3158" y="3393"/>
                  </a:cubicBezTo>
                  <a:cubicBezTo>
                    <a:pt x="3462" y="2851"/>
                    <a:pt x="3505" y="2201"/>
                    <a:pt x="3288" y="1637"/>
                  </a:cubicBezTo>
                  <a:cubicBezTo>
                    <a:pt x="3201" y="1442"/>
                    <a:pt x="3028" y="1290"/>
                    <a:pt x="2811" y="1269"/>
                  </a:cubicBezTo>
                  <a:cubicBezTo>
                    <a:pt x="2811" y="987"/>
                    <a:pt x="2616" y="531"/>
                    <a:pt x="1879" y="163"/>
                  </a:cubicBezTo>
                  <a:cubicBezTo>
                    <a:pt x="1695" y="58"/>
                    <a:pt x="1488" y="0"/>
                    <a:pt x="12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 name="Google Shape;925;p10">
              <a:extLst>
                <a:ext uri="{FF2B5EF4-FFF2-40B4-BE49-F238E27FC236}">
                  <a16:creationId xmlns:a16="http://schemas.microsoft.com/office/drawing/2014/main" id="{655E072A-2F21-47D1-BA69-DE1E356EE2B1}"/>
                </a:ext>
              </a:extLst>
            </p:cNvPr>
            <p:cNvSpPr/>
            <p:nvPr/>
          </p:nvSpPr>
          <p:spPr>
            <a:xfrm>
              <a:off x="3675177" y="3695754"/>
              <a:ext cx="617591" cy="656030"/>
            </a:xfrm>
            <a:custGeom>
              <a:avLst/>
              <a:gdLst/>
              <a:ahLst/>
              <a:cxnLst/>
              <a:rect l="l" t="t" r="r" b="b"/>
              <a:pathLst>
                <a:path w="14412" h="15300" extrusionOk="0">
                  <a:moveTo>
                    <a:pt x="6482" y="1"/>
                  </a:moveTo>
                  <a:cubicBezTo>
                    <a:pt x="4601" y="1"/>
                    <a:pt x="0" y="1812"/>
                    <a:pt x="843" y="2120"/>
                  </a:cubicBezTo>
                  <a:cubicBezTo>
                    <a:pt x="1732" y="2445"/>
                    <a:pt x="4963" y="2510"/>
                    <a:pt x="4963" y="2510"/>
                  </a:cubicBezTo>
                  <a:cubicBezTo>
                    <a:pt x="4963" y="2510"/>
                    <a:pt x="4529" y="13828"/>
                    <a:pt x="4811" y="14695"/>
                  </a:cubicBezTo>
                  <a:cubicBezTo>
                    <a:pt x="4955" y="15128"/>
                    <a:pt x="7291" y="15300"/>
                    <a:pt x="9564" y="15300"/>
                  </a:cubicBezTo>
                  <a:cubicBezTo>
                    <a:pt x="11727" y="15300"/>
                    <a:pt x="13833" y="15144"/>
                    <a:pt x="13938" y="14912"/>
                  </a:cubicBezTo>
                  <a:cubicBezTo>
                    <a:pt x="14411" y="13802"/>
                    <a:pt x="13715" y="10742"/>
                    <a:pt x="9021" y="10742"/>
                  </a:cubicBezTo>
                  <a:cubicBezTo>
                    <a:pt x="8764" y="10742"/>
                    <a:pt x="8496" y="10752"/>
                    <a:pt x="8215" y="10771"/>
                  </a:cubicBezTo>
                  <a:cubicBezTo>
                    <a:pt x="8215" y="10771"/>
                    <a:pt x="8388" y="212"/>
                    <a:pt x="6762" y="17"/>
                  </a:cubicBezTo>
                  <a:cubicBezTo>
                    <a:pt x="6678" y="6"/>
                    <a:pt x="6584" y="1"/>
                    <a:pt x="648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926;p10">
              <a:extLst>
                <a:ext uri="{FF2B5EF4-FFF2-40B4-BE49-F238E27FC236}">
                  <a16:creationId xmlns:a16="http://schemas.microsoft.com/office/drawing/2014/main" id="{9B67DF2B-5BE7-445D-A8C0-F3AFB1135F21}"/>
                </a:ext>
              </a:extLst>
            </p:cNvPr>
            <p:cNvSpPr/>
            <p:nvPr/>
          </p:nvSpPr>
          <p:spPr>
            <a:xfrm>
              <a:off x="3877613" y="3731815"/>
              <a:ext cx="25112" cy="34431"/>
            </a:xfrm>
            <a:custGeom>
              <a:avLst/>
              <a:gdLst/>
              <a:ahLst/>
              <a:cxnLst/>
              <a:rect l="l" t="t" r="r" b="b"/>
              <a:pathLst>
                <a:path w="586" h="803" extrusionOk="0">
                  <a:moveTo>
                    <a:pt x="542" y="0"/>
                  </a:moveTo>
                  <a:cubicBezTo>
                    <a:pt x="520" y="0"/>
                    <a:pt x="499" y="22"/>
                    <a:pt x="499" y="43"/>
                  </a:cubicBezTo>
                  <a:cubicBezTo>
                    <a:pt x="499" y="369"/>
                    <a:pt x="455" y="715"/>
                    <a:pt x="369" y="737"/>
                  </a:cubicBezTo>
                  <a:cubicBezTo>
                    <a:pt x="260" y="737"/>
                    <a:pt x="130" y="434"/>
                    <a:pt x="87" y="195"/>
                  </a:cubicBezTo>
                  <a:cubicBezTo>
                    <a:pt x="87" y="173"/>
                    <a:pt x="65" y="173"/>
                    <a:pt x="43" y="173"/>
                  </a:cubicBezTo>
                  <a:cubicBezTo>
                    <a:pt x="22" y="173"/>
                    <a:pt x="0" y="195"/>
                    <a:pt x="22" y="217"/>
                  </a:cubicBezTo>
                  <a:cubicBezTo>
                    <a:pt x="22" y="325"/>
                    <a:pt x="152" y="802"/>
                    <a:pt x="347" y="802"/>
                  </a:cubicBezTo>
                  <a:lnTo>
                    <a:pt x="369" y="802"/>
                  </a:lnTo>
                  <a:cubicBezTo>
                    <a:pt x="585" y="759"/>
                    <a:pt x="585" y="173"/>
                    <a:pt x="585" y="43"/>
                  </a:cubicBezTo>
                  <a:cubicBezTo>
                    <a:pt x="585" y="22"/>
                    <a:pt x="564" y="0"/>
                    <a:pt x="5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927;p10">
              <a:extLst>
                <a:ext uri="{FF2B5EF4-FFF2-40B4-BE49-F238E27FC236}">
                  <a16:creationId xmlns:a16="http://schemas.microsoft.com/office/drawing/2014/main" id="{CFF9196A-4C73-4BE6-B2B9-463AE6FDBB78}"/>
                </a:ext>
              </a:extLst>
            </p:cNvPr>
            <p:cNvSpPr/>
            <p:nvPr/>
          </p:nvSpPr>
          <p:spPr>
            <a:xfrm>
              <a:off x="3769839" y="3767275"/>
              <a:ext cx="22326" cy="31472"/>
            </a:xfrm>
            <a:custGeom>
              <a:avLst/>
              <a:gdLst/>
              <a:ahLst/>
              <a:cxnLst/>
              <a:rect l="l" t="t" r="r" b="b"/>
              <a:pathLst>
                <a:path w="521" h="734" extrusionOk="0">
                  <a:moveTo>
                    <a:pt x="342" y="1"/>
                  </a:moveTo>
                  <a:cubicBezTo>
                    <a:pt x="316" y="1"/>
                    <a:pt x="288" y="31"/>
                    <a:pt x="304" y="62"/>
                  </a:cubicBezTo>
                  <a:cubicBezTo>
                    <a:pt x="304" y="62"/>
                    <a:pt x="477" y="279"/>
                    <a:pt x="412" y="452"/>
                  </a:cubicBezTo>
                  <a:cubicBezTo>
                    <a:pt x="369" y="561"/>
                    <a:pt x="239" y="626"/>
                    <a:pt x="44" y="647"/>
                  </a:cubicBezTo>
                  <a:cubicBezTo>
                    <a:pt x="22" y="647"/>
                    <a:pt x="0" y="669"/>
                    <a:pt x="0" y="691"/>
                  </a:cubicBezTo>
                  <a:cubicBezTo>
                    <a:pt x="0" y="712"/>
                    <a:pt x="22" y="734"/>
                    <a:pt x="44" y="734"/>
                  </a:cubicBezTo>
                  <a:cubicBezTo>
                    <a:pt x="282" y="691"/>
                    <a:pt x="412" y="626"/>
                    <a:pt x="477" y="496"/>
                  </a:cubicBezTo>
                  <a:cubicBezTo>
                    <a:pt x="521" y="322"/>
                    <a:pt x="477" y="149"/>
                    <a:pt x="369" y="19"/>
                  </a:cubicBezTo>
                  <a:cubicBezTo>
                    <a:pt x="362" y="6"/>
                    <a:pt x="352" y="1"/>
                    <a:pt x="3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928;p10">
              <a:extLst>
                <a:ext uri="{FF2B5EF4-FFF2-40B4-BE49-F238E27FC236}">
                  <a16:creationId xmlns:a16="http://schemas.microsoft.com/office/drawing/2014/main" id="{6EDE5860-DEBA-4D09-A11B-9737B3D7603C}"/>
                </a:ext>
              </a:extLst>
            </p:cNvPr>
            <p:cNvSpPr/>
            <p:nvPr/>
          </p:nvSpPr>
          <p:spPr>
            <a:xfrm>
              <a:off x="3806049" y="3727398"/>
              <a:ext cx="36296" cy="75079"/>
            </a:xfrm>
            <a:custGeom>
              <a:avLst/>
              <a:gdLst/>
              <a:ahLst/>
              <a:cxnLst/>
              <a:rect l="l" t="t" r="r" b="b"/>
              <a:pathLst>
                <a:path w="847" h="1751" extrusionOk="0">
                  <a:moveTo>
                    <a:pt x="44" y="0"/>
                  </a:moveTo>
                  <a:cubicBezTo>
                    <a:pt x="33" y="0"/>
                    <a:pt x="22" y="5"/>
                    <a:pt x="22" y="16"/>
                  </a:cubicBezTo>
                  <a:cubicBezTo>
                    <a:pt x="1" y="38"/>
                    <a:pt x="1" y="60"/>
                    <a:pt x="22" y="81"/>
                  </a:cubicBezTo>
                  <a:cubicBezTo>
                    <a:pt x="22" y="81"/>
                    <a:pt x="846" y="1014"/>
                    <a:pt x="434" y="1707"/>
                  </a:cubicBezTo>
                  <a:cubicBezTo>
                    <a:pt x="413" y="1707"/>
                    <a:pt x="413" y="1729"/>
                    <a:pt x="434" y="1751"/>
                  </a:cubicBezTo>
                  <a:lnTo>
                    <a:pt x="478" y="1751"/>
                  </a:lnTo>
                  <a:cubicBezTo>
                    <a:pt x="673" y="1382"/>
                    <a:pt x="651" y="949"/>
                    <a:pt x="456" y="602"/>
                  </a:cubicBezTo>
                  <a:cubicBezTo>
                    <a:pt x="348" y="385"/>
                    <a:pt x="218" y="190"/>
                    <a:pt x="66" y="16"/>
                  </a:cubicBezTo>
                  <a:cubicBezTo>
                    <a:pt x="66" y="5"/>
                    <a:pt x="55" y="0"/>
                    <a:pt x="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929;p10">
              <a:extLst>
                <a:ext uri="{FF2B5EF4-FFF2-40B4-BE49-F238E27FC236}">
                  <a16:creationId xmlns:a16="http://schemas.microsoft.com/office/drawing/2014/main" id="{A0FD44DC-3D68-4DAE-B720-25DF491147AA}"/>
                </a:ext>
              </a:extLst>
            </p:cNvPr>
            <p:cNvSpPr/>
            <p:nvPr/>
          </p:nvSpPr>
          <p:spPr>
            <a:xfrm>
              <a:off x="3722444" y="3763158"/>
              <a:ext cx="15684" cy="21653"/>
            </a:xfrm>
            <a:custGeom>
              <a:avLst/>
              <a:gdLst/>
              <a:ahLst/>
              <a:cxnLst/>
              <a:rect l="l" t="t" r="r" b="b"/>
              <a:pathLst>
                <a:path w="366" h="505" extrusionOk="0">
                  <a:moveTo>
                    <a:pt x="306" y="0"/>
                  </a:moveTo>
                  <a:cubicBezTo>
                    <a:pt x="298" y="0"/>
                    <a:pt x="290" y="2"/>
                    <a:pt x="282" y="6"/>
                  </a:cubicBezTo>
                  <a:cubicBezTo>
                    <a:pt x="261" y="28"/>
                    <a:pt x="0" y="266"/>
                    <a:pt x="22" y="461"/>
                  </a:cubicBezTo>
                  <a:cubicBezTo>
                    <a:pt x="22" y="483"/>
                    <a:pt x="22" y="505"/>
                    <a:pt x="44" y="505"/>
                  </a:cubicBezTo>
                  <a:lnTo>
                    <a:pt x="66" y="505"/>
                  </a:lnTo>
                  <a:cubicBezTo>
                    <a:pt x="87" y="483"/>
                    <a:pt x="87" y="483"/>
                    <a:pt x="87" y="461"/>
                  </a:cubicBezTo>
                  <a:cubicBezTo>
                    <a:pt x="87" y="331"/>
                    <a:pt x="261" y="136"/>
                    <a:pt x="347" y="71"/>
                  </a:cubicBezTo>
                  <a:cubicBezTo>
                    <a:pt x="365" y="36"/>
                    <a:pt x="339" y="0"/>
                    <a:pt x="3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930;p10">
              <a:extLst>
                <a:ext uri="{FF2B5EF4-FFF2-40B4-BE49-F238E27FC236}">
                  <a16:creationId xmlns:a16="http://schemas.microsoft.com/office/drawing/2014/main" id="{CD42314F-BE30-43CF-9506-738B8F65F6B0}"/>
                </a:ext>
              </a:extLst>
            </p:cNvPr>
            <p:cNvSpPr/>
            <p:nvPr/>
          </p:nvSpPr>
          <p:spPr>
            <a:xfrm>
              <a:off x="3966789" y="3667669"/>
              <a:ext cx="78077" cy="58571"/>
            </a:xfrm>
            <a:custGeom>
              <a:avLst/>
              <a:gdLst/>
              <a:ahLst/>
              <a:cxnLst/>
              <a:rect l="l" t="t" r="r" b="b"/>
              <a:pathLst>
                <a:path w="1822" h="1366" extrusionOk="0">
                  <a:moveTo>
                    <a:pt x="1648" y="0"/>
                  </a:moveTo>
                  <a:lnTo>
                    <a:pt x="0" y="1084"/>
                  </a:lnTo>
                  <a:lnTo>
                    <a:pt x="131" y="1344"/>
                  </a:lnTo>
                  <a:cubicBezTo>
                    <a:pt x="131" y="1344"/>
                    <a:pt x="346" y="1365"/>
                    <a:pt x="615" y="1365"/>
                  </a:cubicBezTo>
                  <a:cubicBezTo>
                    <a:pt x="1019" y="1365"/>
                    <a:pt x="1544" y="1318"/>
                    <a:pt x="1648" y="1084"/>
                  </a:cubicBezTo>
                  <a:cubicBezTo>
                    <a:pt x="1822" y="694"/>
                    <a:pt x="1648" y="0"/>
                    <a:pt x="164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931;p10">
              <a:extLst>
                <a:ext uri="{FF2B5EF4-FFF2-40B4-BE49-F238E27FC236}">
                  <a16:creationId xmlns:a16="http://schemas.microsoft.com/office/drawing/2014/main" id="{F06B7053-0D45-4D4B-A018-27477679F9B8}"/>
                </a:ext>
              </a:extLst>
            </p:cNvPr>
            <p:cNvSpPr/>
            <p:nvPr/>
          </p:nvSpPr>
          <p:spPr>
            <a:xfrm>
              <a:off x="3932421" y="3647430"/>
              <a:ext cx="30682" cy="59300"/>
            </a:xfrm>
            <a:custGeom>
              <a:avLst/>
              <a:gdLst/>
              <a:ahLst/>
              <a:cxnLst/>
              <a:rect l="l" t="t" r="r" b="b"/>
              <a:pathLst>
                <a:path w="716" h="1383" extrusionOk="0">
                  <a:moveTo>
                    <a:pt x="418" y="1"/>
                  </a:moveTo>
                  <a:cubicBezTo>
                    <a:pt x="329" y="1"/>
                    <a:pt x="239" y="29"/>
                    <a:pt x="174" y="82"/>
                  </a:cubicBezTo>
                  <a:cubicBezTo>
                    <a:pt x="65" y="147"/>
                    <a:pt x="0" y="234"/>
                    <a:pt x="0" y="364"/>
                  </a:cubicBezTo>
                  <a:cubicBezTo>
                    <a:pt x="0" y="429"/>
                    <a:pt x="44" y="472"/>
                    <a:pt x="109" y="515"/>
                  </a:cubicBezTo>
                  <a:lnTo>
                    <a:pt x="109" y="1339"/>
                  </a:lnTo>
                  <a:cubicBezTo>
                    <a:pt x="109" y="1361"/>
                    <a:pt x="130" y="1383"/>
                    <a:pt x="152" y="1383"/>
                  </a:cubicBezTo>
                  <a:cubicBezTo>
                    <a:pt x="174" y="1383"/>
                    <a:pt x="195" y="1361"/>
                    <a:pt x="195" y="1339"/>
                  </a:cubicBezTo>
                  <a:lnTo>
                    <a:pt x="195" y="472"/>
                  </a:lnTo>
                  <a:cubicBezTo>
                    <a:pt x="195" y="472"/>
                    <a:pt x="174" y="450"/>
                    <a:pt x="174" y="450"/>
                  </a:cubicBezTo>
                  <a:cubicBezTo>
                    <a:pt x="130" y="429"/>
                    <a:pt x="87" y="385"/>
                    <a:pt x="87" y="342"/>
                  </a:cubicBezTo>
                  <a:cubicBezTo>
                    <a:pt x="87" y="255"/>
                    <a:pt x="130" y="190"/>
                    <a:pt x="217" y="147"/>
                  </a:cubicBezTo>
                  <a:cubicBezTo>
                    <a:pt x="273" y="105"/>
                    <a:pt x="347" y="81"/>
                    <a:pt x="422" y="81"/>
                  </a:cubicBezTo>
                  <a:cubicBezTo>
                    <a:pt x="463" y="81"/>
                    <a:pt x="504" y="88"/>
                    <a:pt x="542" y="103"/>
                  </a:cubicBezTo>
                  <a:cubicBezTo>
                    <a:pt x="586" y="125"/>
                    <a:pt x="607" y="147"/>
                    <a:pt x="629" y="212"/>
                  </a:cubicBezTo>
                  <a:cubicBezTo>
                    <a:pt x="629" y="299"/>
                    <a:pt x="477" y="407"/>
                    <a:pt x="412" y="450"/>
                  </a:cubicBezTo>
                  <a:cubicBezTo>
                    <a:pt x="412" y="450"/>
                    <a:pt x="391" y="472"/>
                    <a:pt x="412" y="494"/>
                  </a:cubicBezTo>
                  <a:lnTo>
                    <a:pt x="651" y="1361"/>
                  </a:lnTo>
                  <a:cubicBezTo>
                    <a:pt x="651" y="1361"/>
                    <a:pt x="651" y="1383"/>
                    <a:pt x="672" y="1383"/>
                  </a:cubicBezTo>
                  <a:lnTo>
                    <a:pt x="694" y="1383"/>
                  </a:lnTo>
                  <a:cubicBezTo>
                    <a:pt x="716" y="1383"/>
                    <a:pt x="716" y="1361"/>
                    <a:pt x="716" y="1339"/>
                  </a:cubicBezTo>
                  <a:lnTo>
                    <a:pt x="477" y="515"/>
                  </a:lnTo>
                  <a:cubicBezTo>
                    <a:pt x="542" y="472"/>
                    <a:pt x="694" y="342"/>
                    <a:pt x="694" y="212"/>
                  </a:cubicBezTo>
                  <a:cubicBezTo>
                    <a:pt x="694" y="125"/>
                    <a:pt x="651" y="82"/>
                    <a:pt x="586" y="38"/>
                  </a:cubicBezTo>
                  <a:cubicBezTo>
                    <a:pt x="534" y="13"/>
                    <a:pt x="476" y="1"/>
                    <a:pt x="41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932;p10">
              <a:extLst>
                <a:ext uri="{FF2B5EF4-FFF2-40B4-BE49-F238E27FC236}">
                  <a16:creationId xmlns:a16="http://schemas.microsoft.com/office/drawing/2014/main" id="{C9454C61-8B31-4CE1-BDC3-7A72E167BD95}"/>
                </a:ext>
              </a:extLst>
            </p:cNvPr>
            <p:cNvSpPr/>
            <p:nvPr/>
          </p:nvSpPr>
          <p:spPr>
            <a:xfrm>
              <a:off x="3895268" y="3653948"/>
              <a:ext cx="30682" cy="59300"/>
            </a:xfrm>
            <a:custGeom>
              <a:avLst/>
              <a:gdLst/>
              <a:ahLst/>
              <a:cxnLst/>
              <a:rect l="l" t="t" r="r" b="b"/>
              <a:pathLst>
                <a:path w="716" h="1383" extrusionOk="0">
                  <a:moveTo>
                    <a:pt x="402" y="0"/>
                  </a:moveTo>
                  <a:cubicBezTo>
                    <a:pt x="317" y="0"/>
                    <a:pt x="231" y="29"/>
                    <a:pt x="152" y="82"/>
                  </a:cubicBezTo>
                  <a:cubicBezTo>
                    <a:pt x="65" y="147"/>
                    <a:pt x="0" y="233"/>
                    <a:pt x="0" y="363"/>
                  </a:cubicBezTo>
                  <a:cubicBezTo>
                    <a:pt x="0" y="428"/>
                    <a:pt x="43" y="472"/>
                    <a:pt x="108" y="515"/>
                  </a:cubicBezTo>
                  <a:lnTo>
                    <a:pt x="108" y="1339"/>
                  </a:lnTo>
                  <a:cubicBezTo>
                    <a:pt x="108" y="1361"/>
                    <a:pt x="130" y="1382"/>
                    <a:pt x="152" y="1382"/>
                  </a:cubicBezTo>
                  <a:cubicBezTo>
                    <a:pt x="173" y="1382"/>
                    <a:pt x="173" y="1361"/>
                    <a:pt x="173" y="1339"/>
                  </a:cubicBezTo>
                  <a:lnTo>
                    <a:pt x="173" y="472"/>
                  </a:lnTo>
                  <a:cubicBezTo>
                    <a:pt x="173" y="472"/>
                    <a:pt x="173" y="450"/>
                    <a:pt x="152" y="450"/>
                  </a:cubicBezTo>
                  <a:cubicBezTo>
                    <a:pt x="108" y="428"/>
                    <a:pt x="65" y="385"/>
                    <a:pt x="65" y="342"/>
                  </a:cubicBezTo>
                  <a:cubicBezTo>
                    <a:pt x="87" y="255"/>
                    <a:pt x="130" y="190"/>
                    <a:pt x="217" y="147"/>
                  </a:cubicBezTo>
                  <a:cubicBezTo>
                    <a:pt x="273" y="105"/>
                    <a:pt x="347" y="81"/>
                    <a:pt x="422" y="81"/>
                  </a:cubicBezTo>
                  <a:cubicBezTo>
                    <a:pt x="463" y="81"/>
                    <a:pt x="504" y="88"/>
                    <a:pt x="542" y="103"/>
                  </a:cubicBezTo>
                  <a:cubicBezTo>
                    <a:pt x="585" y="125"/>
                    <a:pt x="607" y="168"/>
                    <a:pt x="607" y="212"/>
                  </a:cubicBezTo>
                  <a:cubicBezTo>
                    <a:pt x="607" y="298"/>
                    <a:pt x="455" y="407"/>
                    <a:pt x="412" y="450"/>
                  </a:cubicBezTo>
                  <a:cubicBezTo>
                    <a:pt x="390" y="450"/>
                    <a:pt x="390" y="472"/>
                    <a:pt x="390" y="493"/>
                  </a:cubicBezTo>
                  <a:lnTo>
                    <a:pt x="629" y="1361"/>
                  </a:lnTo>
                  <a:cubicBezTo>
                    <a:pt x="629" y="1361"/>
                    <a:pt x="650" y="1382"/>
                    <a:pt x="672" y="1382"/>
                  </a:cubicBezTo>
                  <a:cubicBezTo>
                    <a:pt x="694" y="1382"/>
                    <a:pt x="716" y="1361"/>
                    <a:pt x="716" y="1339"/>
                  </a:cubicBezTo>
                  <a:lnTo>
                    <a:pt x="477" y="515"/>
                  </a:lnTo>
                  <a:cubicBezTo>
                    <a:pt x="542" y="472"/>
                    <a:pt x="694" y="342"/>
                    <a:pt x="694" y="212"/>
                  </a:cubicBezTo>
                  <a:cubicBezTo>
                    <a:pt x="694" y="125"/>
                    <a:pt x="629" y="82"/>
                    <a:pt x="564" y="38"/>
                  </a:cubicBezTo>
                  <a:cubicBezTo>
                    <a:pt x="512" y="13"/>
                    <a:pt x="458" y="0"/>
                    <a:pt x="4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933;p10">
              <a:extLst>
                <a:ext uri="{FF2B5EF4-FFF2-40B4-BE49-F238E27FC236}">
                  <a16:creationId xmlns:a16="http://schemas.microsoft.com/office/drawing/2014/main" id="{D1309532-66A3-4171-9290-9D0900CD12DB}"/>
                </a:ext>
              </a:extLst>
            </p:cNvPr>
            <p:cNvSpPr/>
            <p:nvPr/>
          </p:nvSpPr>
          <p:spPr>
            <a:xfrm>
              <a:off x="3980973" y="3693696"/>
              <a:ext cx="45338" cy="29757"/>
            </a:xfrm>
            <a:custGeom>
              <a:avLst/>
              <a:gdLst/>
              <a:ahLst/>
              <a:cxnLst/>
              <a:rect l="l" t="t" r="r" b="b"/>
              <a:pathLst>
                <a:path w="1058" h="694" extrusionOk="0">
                  <a:moveTo>
                    <a:pt x="1014" y="0"/>
                  </a:moveTo>
                  <a:lnTo>
                    <a:pt x="38" y="390"/>
                  </a:lnTo>
                  <a:cubicBezTo>
                    <a:pt x="1" y="409"/>
                    <a:pt x="12" y="460"/>
                    <a:pt x="57" y="460"/>
                  </a:cubicBezTo>
                  <a:cubicBezTo>
                    <a:pt x="64" y="460"/>
                    <a:pt x="72" y="458"/>
                    <a:pt x="81" y="455"/>
                  </a:cubicBezTo>
                  <a:lnTo>
                    <a:pt x="949" y="109"/>
                  </a:lnTo>
                  <a:lnTo>
                    <a:pt x="949" y="109"/>
                  </a:lnTo>
                  <a:cubicBezTo>
                    <a:pt x="849" y="406"/>
                    <a:pt x="587" y="613"/>
                    <a:pt x="278" y="613"/>
                  </a:cubicBezTo>
                  <a:cubicBezTo>
                    <a:pt x="249" y="613"/>
                    <a:pt x="219" y="611"/>
                    <a:pt x="190" y="607"/>
                  </a:cubicBezTo>
                  <a:cubicBezTo>
                    <a:pt x="168" y="607"/>
                    <a:pt x="168" y="607"/>
                    <a:pt x="146" y="629"/>
                  </a:cubicBezTo>
                  <a:cubicBezTo>
                    <a:pt x="146" y="651"/>
                    <a:pt x="168" y="672"/>
                    <a:pt x="190" y="694"/>
                  </a:cubicBezTo>
                  <a:lnTo>
                    <a:pt x="320" y="694"/>
                  </a:lnTo>
                  <a:cubicBezTo>
                    <a:pt x="862" y="694"/>
                    <a:pt x="1035" y="43"/>
                    <a:pt x="1035" y="43"/>
                  </a:cubicBezTo>
                  <a:cubicBezTo>
                    <a:pt x="1057" y="43"/>
                    <a:pt x="1057" y="22"/>
                    <a:pt x="10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934;p10">
              <a:extLst>
                <a:ext uri="{FF2B5EF4-FFF2-40B4-BE49-F238E27FC236}">
                  <a16:creationId xmlns:a16="http://schemas.microsoft.com/office/drawing/2014/main" id="{FA21D108-00A5-48CE-A02D-C37E9989597C}"/>
                </a:ext>
              </a:extLst>
            </p:cNvPr>
            <p:cNvSpPr/>
            <p:nvPr/>
          </p:nvSpPr>
          <p:spPr>
            <a:xfrm>
              <a:off x="3956547" y="3782925"/>
              <a:ext cx="61365" cy="91158"/>
            </a:xfrm>
            <a:custGeom>
              <a:avLst/>
              <a:gdLst/>
              <a:ahLst/>
              <a:cxnLst/>
              <a:rect l="l" t="t" r="r" b="b"/>
              <a:pathLst>
                <a:path w="1432" h="2126" extrusionOk="0">
                  <a:moveTo>
                    <a:pt x="1107" y="0"/>
                  </a:moveTo>
                  <a:cubicBezTo>
                    <a:pt x="1107" y="0"/>
                    <a:pt x="239" y="477"/>
                    <a:pt x="109" y="1150"/>
                  </a:cubicBezTo>
                  <a:cubicBezTo>
                    <a:pt x="1" y="1822"/>
                    <a:pt x="1432" y="2125"/>
                    <a:pt x="1432" y="2125"/>
                  </a:cubicBezTo>
                  <a:cubicBezTo>
                    <a:pt x="1432" y="2125"/>
                    <a:pt x="1389" y="347"/>
                    <a:pt x="110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935;p10">
              <a:extLst>
                <a:ext uri="{FF2B5EF4-FFF2-40B4-BE49-F238E27FC236}">
                  <a16:creationId xmlns:a16="http://schemas.microsoft.com/office/drawing/2014/main" id="{0D3DA95B-64DB-4454-9A5D-E7FD879E58D2}"/>
                </a:ext>
              </a:extLst>
            </p:cNvPr>
            <p:cNvSpPr/>
            <p:nvPr/>
          </p:nvSpPr>
          <p:spPr>
            <a:xfrm>
              <a:off x="3909795" y="3763287"/>
              <a:ext cx="64450" cy="43178"/>
            </a:xfrm>
            <a:custGeom>
              <a:avLst/>
              <a:gdLst/>
              <a:ahLst/>
              <a:cxnLst/>
              <a:rect l="l" t="t" r="r" b="b"/>
              <a:pathLst>
                <a:path w="1504" h="1007" extrusionOk="0">
                  <a:moveTo>
                    <a:pt x="705" y="0"/>
                  </a:moveTo>
                  <a:cubicBezTo>
                    <a:pt x="445" y="0"/>
                    <a:pt x="246" y="242"/>
                    <a:pt x="246" y="242"/>
                  </a:cubicBezTo>
                  <a:cubicBezTo>
                    <a:pt x="0" y="583"/>
                    <a:pt x="284" y="1007"/>
                    <a:pt x="736" y="1007"/>
                  </a:cubicBezTo>
                  <a:cubicBezTo>
                    <a:pt x="801" y="1007"/>
                    <a:pt x="869" y="998"/>
                    <a:pt x="940" y="979"/>
                  </a:cubicBezTo>
                  <a:cubicBezTo>
                    <a:pt x="1504" y="805"/>
                    <a:pt x="1222" y="198"/>
                    <a:pt x="897" y="47"/>
                  </a:cubicBezTo>
                  <a:cubicBezTo>
                    <a:pt x="831" y="13"/>
                    <a:pt x="766" y="0"/>
                    <a:pt x="70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936;p10">
              <a:extLst>
                <a:ext uri="{FF2B5EF4-FFF2-40B4-BE49-F238E27FC236}">
                  <a16:creationId xmlns:a16="http://schemas.microsoft.com/office/drawing/2014/main" id="{DD8EEABE-E509-4863-92B6-13C8880C26EB}"/>
                </a:ext>
              </a:extLst>
            </p:cNvPr>
            <p:cNvSpPr/>
            <p:nvPr/>
          </p:nvSpPr>
          <p:spPr>
            <a:xfrm>
              <a:off x="4095904" y="4212778"/>
              <a:ext cx="83691" cy="56041"/>
            </a:xfrm>
            <a:custGeom>
              <a:avLst/>
              <a:gdLst/>
              <a:ahLst/>
              <a:cxnLst/>
              <a:rect l="l" t="t" r="r" b="b"/>
              <a:pathLst>
                <a:path w="1953" h="1307" extrusionOk="0">
                  <a:moveTo>
                    <a:pt x="914" y="0"/>
                  </a:moveTo>
                  <a:cubicBezTo>
                    <a:pt x="578" y="0"/>
                    <a:pt x="305" y="317"/>
                    <a:pt x="305" y="317"/>
                  </a:cubicBezTo>
                  <a:cubicBezTo>
                    <a:pt x="1" y="754"/>
                    <a:pt x="362" y="1306"/>
                    <a:pt x="951" y="1306"/>
                  </a:cubicBezTo>
                  <a:cubicBezTo>
                    <a:pt x="1035" y="1306"/>
                    <a:pt x="1123" y="1295"/>
                    <a:pt x="1215" y="1271"/>
                  </a:cubicBezTo>
                  <a:cubicBezTo>
                    <a:pt x="1952" y="1054"/>
                    <a:pt x="1562" y="274"/>
                    <a:pt x="1150" y="57"/>
                  </a:cubicBezTo>
                  <a:cubicBezTo>
                    <a:pt x="1070" y="17"/>
                    <a:pt x="990" y="0"/>
                    <a:pt x="9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937;p10">
              <a:extLst>
                <a:ext uri="{FF2B5EF4-FFF2-40B4-BE49-F238E27FC236}">
                  <a16:creationId xmlns:a16="http://schemas.microsoft.com/office/drawing/2014/main" id="{6BE50FDC-1CA4-4AC4-AB10-0B35733035B5}"/>
                </a:ext>
              </a:extLst>
            </p:cNvPr>
            <p:cNvSpPr/>
            <p:nvPr/>
          </p:nvSpPr>
          <p:spPr>
            <a:xfrm>
              <a:off x="3879327" y="4088946"/>
              <a:ext cx="113516" cy="75336"/>
            </a:xfrm>
            <a:custGeom>
              <a:avLst/>
              <a:gdLst/>
              <a:ahLst/>
              <a:cxnLst/>
              <a:rect l="l" t="t" r="r" b="b"/>
              <a:pathLst>
                <a:path w="2649" h="1757" extrusionOk="0">
                  <a:moveTo>
                    <a:pt x="1232" y="0"/>
                  </a:moveTo>
                  <a:cubicBezTo>
                    <a:pt x="789" y="0"/>
                    <a:pt x="437" y="408"/>
                    <a:pt x="437" y="408"/>
                  </a:cubicBezTo>
                  <a:cubicBezTo>
                    <a:pt x="0" y="1016"/>
                    <a:pt x="495" y="1756"/>
                    <a:pt x="1294" y="1756"/>
                  </a:cubicBezTo>
                  <a:cubicBezTo>
                    <a:pt x="1408" y="1756"/>
                    <a:pt x="1527" y="1741"/>
                    <a:pt x="1651" y="1709"/>
                  </a:cubicBezTo>
                  <a:cubicBezTo>
                    <a:pt x="2649" y="1427"/>
                    <a:pt x="2128" y="365"/>
                    <a:pt x="1564" y="83"/>
                  </a:cubicBezTo>
                  <a:cubicBezTo>
                    <a:pt x="1451" y="24"/>
                    <a:pt x="1338" y="0"/>
                    <a:pt x="123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938;p10">
              <a:extLst>
                <a:ext uri="{FF2B5EF4-FFF2-40B4-BE49-F238E27FC236}">
                  <a16:creationId xmlns:a16="http://schemas.microsoft.com/office/drawing/2014/main" id="{667DFE23-B50B-4270-A683-E9F90AAA15AF}"/>
                </a:ext>
              </a:extLst>
            </p:cNvPr>
            <p:cNvSpPr/>
            <p:nvPr/>
          </p:nvSpPr>
          <p:spPr>
            <a:xfrm>
              <a:off x="3884084" y="3832192"/>
              <a:ext cx="64150" cy="80010"/>
            </a:xfrm>
            <a:custGeom>
              <a:avLst/>
              <a:gdLst/>
              <a:ahLst/>
              <a:cxnLst/>
              <a:rect l="l" t="t" r="r" b="b"/>
              <a:pathLst>
                <a:path w="1497" h="1866" extrusionOk="0">
                  <a:moveTo>
                    <a:pt x="66" y="1"/>
                  </a:moveTo>
                  <a:cubicBezTo>
                    <a:pt x="23" y="109"/>
                    <a:pt x="1" y="1865"/>
                    <a:pt x="1" y="1865"/>
                  </a:cubicBezTo>
                  <a:cubicBezTo>
                    <a:pt x="1" y="1865"/>
                    <a:pt x="1302" y="1757"/>
                    <a:pt x="1410" y="846"/>
                  </a:cubicBezTo>
                  <a:cubicBezTo>
                    <a:pt x="1497" y="152"/>
                    <a:pt x="66" y="1"/>
                    <a:pt x="6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939;p10">
              <a:extLst>
                <a:ext uri="{FF2B5EF4-FFF2-40B4-BE49-F238E27FC236}">
                  <a16:creationId xmlns:a16="http://schemas.microsoft.com/office/drawing/2014/main" id="{3AE68A57-55AB-43C6-BD5B-A96B58495368}"/>
                </a:ext>
              </a:extLst>
            </p:cNvPr>
            <p:cNvSpPr/>
            <p:nvPr/>
          </p:nvSpPr>
          <p:spPr>
            <a:xfrm>
              <a:off x="3958433" y="4293303"/>
              <a:ext cx="49280" cy="199896"/>
            </a:xfrm>
            <a:custGeom>
              <a:avLst/>
              <a:gdLst/>
              <a:ahLst/>
              <a:cxnLst/>
              <a:rect l="l" t="t" r="r" b="b"/>
              <a:pathLst>
                <a:path w="1150" h="4662" extrusionOk="0">
                  <a:moveTo>
                    <a:pt x="0" y="0"/>
                  </a:moveTo>
                  <a:lnTo>
                    <a:pt x="152" y="4661"/>
                  </a:lnTo>
                  <a:lnTo>
                    <a:pt x="998" y="4575"/>
                  </a:lnTo>
                  <a:lnTo>
                    <a:pt x="1149" y="87"/>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940;p10">
              <a:extLst>
                <a:ext uri="{FF2B5EF4-FFF2-40B4-BE49-F238E27FC236}">
                  <a16:creationId xmlns:a16="http://schemas.microsoft.com/office/drawing/2014/main" id="{733926CB-B2E8-4CC3-B991-946184C2C3D0}"/>
                </a:ext>
              </a:extLst>
            </p:cNvPr>
            <p:cNvSpPr/>
            <p:nvPr/>
          </p:nvSpPr>
          <p:spPr>
            <a:xfrm>
              <a:off x="3882241" y="4293303"/>
              <a:ext cx="48338" cy="199896"/>
            </a:xfrm>
            <a:custGeom>
              <a:avLst/>
              <a:gdLst/>
              <a:ahLst/>
              <a:cxnLst/>
              <a:rect l="l" t="t" r="r" b="b"/>
              <a:pathLst>
                <a:path w="1128" h="4662" extrusionOk="0">
                  <a:moveTo>
                    <a:pt x="1" y="0"/>
                  </a:moveTo>
                  <a:lnTo>
                    <a:pt x="152" y="4661"/>
                  </a:lnTo>
                  <a:lnTo>
                    <a:pt x="998" y="4596"/>
                  </a:lnTo>
                  <a:lnTo>
                    <a:pt x="1128" y="108"/>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941;p10">
              <a:extLst>
                <a:ext uri="{FF2B5EF4-FFF2-40B4-BE49-F238E27FC236}">
                  <a16:creationId xmlns:a16="http://schemas.microsoft.com/office/drawing/2014/main" id="{0FD8F898-51D6-4AB7-B120-056566FF789B}"/>
                </a:ext>
              </a:extLst>
            </p:cNvPr>
            <p:cNvSpPr/>
            <p:nvPr/>
          </p:nvSpPr>
          <p:spPr>
            <a:xfrm>
              <a:off x="4220434" y="4282112"/>
              <a:ext cx="59479" cy="198996"/>
            </a:xfrm>
            <a:custGeom>
              <a:avLst/>
              <a:gdLst/>
              <a:ahLst/>
              <a:cxnLst/>
              <a:rect l="l" t="t" r="r" b="b"/>
              <a:pathLst>
                <a:path w="1388" h="4641" extrusionOk="0">
                  <a:moveTo>
                    <a:pt x="0" y="1"/>
                  </a:moveTo>
                  <a:lnTo>
                    <a:pt x="564" y="4641"/>
                  </a:lnTo>
                  <a:lnTo>
                    <a:pt x="1388" y="4489"/>
                  </a:lnTo>
                  <a:lnTo>
                    <a:pt x="114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942;p10">
              <a:extLst>
                <a:ext uri="{FF2B5EF4-FFF2-40B4-BE49-F238E27FC236}">
                  <a16:creationId xmlns:a16="http://schemas.microsoft.com/office/drawing/2014/main" id="{ED9D67E8-35DB-4395-A3F7-6C234E9F4A42}"/>
                </a:ext>
              </a:extLst>
            </p:cNvPr>
            <p:cNvSpPr/>
            <p:nvPr/>
          </p:nvSpPr>
          <p:spPr>
            <a:xfrm>
              <a:off x="4145184" y="4289573"/>
              <a:ext cx="59479" cy="198052"/>
            </a:xfrm>
            <a:custGeom>
              <a:avLst/>
              <a:gdLst/>
              <a:ahLst/>
              <a:cxnLst/>
              <a:rect l="l" t="t" r="r" b="b"/>
              <a:pathLst>
                <a:path w="1388" h="4619" extrusionOk="0">
                  <a:moveTo>
                    <a:pt x="0" y="0"/>
                  </a:moveTo>
                  <a:lnTo>
                    <a:pt x="542" y="4618"/>
                  </a:lnTo>
                  <a:lnTo>
                    <a:pt x="1388" y="4488"/>
                  </a:lnTo>
                  <a:lnTo>
                    <a:pt x="1128"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943;p10">
              <a:extLst>
                <a:ext uri="{FF2B5EF4-FFF2-40B4-BE49-F238E27FC236}">
                  <a16:creationId xmlns:a16="http://schemas.microsoft.com/office/drawing/2014/main" id="{5A7F5BC9-2C3B-4F0B-A93B-20020EF65CA0}"/>
                </a:ext>
              </a:extLst>
            </p:cNvPr>
            <p:cNvSpPr/>
            <p:nvPr/>
          </p:nvSpPr>
          <p:spPr>
            <a:xfrm>
              <a:off x="4003942" y="4270921"/>
              <a:ext cx="150541" cy="80053"/>
            </a:xfrm>
            <a:custGeom>
              <a:avLst/>
              <a:gdLst/>
              <a:ahLst/>
              <a:cxnLst/>
              <a:rect l="l" t="t" r="r" b="b"/>
              <a:pathLst>
                <a:path w="3513" h="1867" extrusionOk="0">
                  <a:moveTo>
                    <a:pt x="1662" y="0"/>
                  </a:moveTo>
                  <a:cubicBezTo>
                    <a:pt x="326" y="0"/>
                    <a:pt x="1" y="1802"/>
                    <a:pt x="1" y="1823"/>
                  </a:cubicBezTo>
                  <a:cubicBezTo>
                    <a:pt x="1" y="1845"/>
                    <a:pt x="22" y="1866"/>
                    <a:pt x="44" y="1866"/>
                  </a:cubicBezTo>
                  <a:cubicBezTo>
                    <a:pt x="66" y="1866"/>
                    <a:pt x="87" y="1845"/>
                    <a:pt x="87" y="1845"/>
                  </a:cubicBezTo>
                  <a:cubicBezTo>
                    <a:pt x="87" y="1824"/>
                    <a:pt x="395" y="90"/>
                    <a:pt x="1683" y="90"/>
                  </a:cubicBezTo>
                  <a:cubicBezTo>
                    <a:pt x="1762" y="90"/>
                    <a:pt x="1844" y="96"/>
                    <a:pt x="1930" y="110"/>
                  </a:cubicBezTo>
                  <a:cubicBezTo>
                    <a:pt x="2841" y="240"/>
                    <a:pt x="3426" y="1780"/>
                    <a:pt x="3426" y="1801"/>
                  </a:cubicBezTo>
                  <a:cubicBezTo>
                    <a:pt x="3426" y="1823"/>
                    <a:pt x="3448" y="1823"/>
                    <a:pt x="3470" y="1823"/>
                  </a:cubicBezTo>
                  <a:cubicBezTo>
                    <a:pt x="3491" y="1823"/>
                    <a:pt x="3513" y="1801"/>
                    <a:pt x="3491" y="1780"/>
                  </a:cubicBezTo>
                  <a:cubicBezTo>
                    <a:pt x="3470" y="1714"/>
                    <a:pt x="2884" y="175"/>
                    <a:pt x="1930" y="23"/>
                  </a:cubicBezTo>
                  <a:cubicBezTo>
                    <a:pt x="1837" y="8"/>
                    <a:pt x="1747" y="0"/>
                    <a:pt x="16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944;p10">
              <a:extLst>
                <a:ext uri="{FF2B5EF4-FFF2-40B4-BE49-F238E27FC236}">
                  <a16:creationId xmlns:a16="http://schemas.microsoft.com/office/drawing/2014/main" id="{7A15CA0E-041B-49C8-8871-38CC0421BF77}"/>
                </a:ext>
              </a:extLst>
            </p:cNvPr>
            <p:cNvSpPr/>
            <p:nvPr/>
          </p:nvSpPr>
          <p:spPr>
            <a:xfrm>
              <a:off x="3885026" y="4468032"/>
              <a:ext cx="42767" cy="25169"/>
            </a:xfrm>
            <a:custGeom>
              <a:avLst/>
              <a:gdLst/>
              <a:ahLst/>
              <a:cxnLst/>
              <a:rect l="l" t="t" r="r" b="b"/>
              <a:pathLst>
                <a:path w="998" h="587" extrusionOk="0">
                  <a:moveTo>
                    <a:pt x="66" y="1"/>
                  </a:moveTo>
                  <a:lnTo>
                    <a:pt x="1" y="586"/>
                  </a:lnTo>
                  <a:lnTo>
                    <a:pt x="998" y="586"/>
                  </a:lnTo>
                  <a:lnTo>
                    <a:pt x="9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945;p10">
              <a:extLst>
                <a:ext uri="{FF2B5EF4-FFF2-40B4-BE49-F238E27FC236}">
                  <a16:creationId xmlns:a16="http://schemas.microsoft.com/office/drawing/2014/main" id="{1D6E54C3-F9AC-4059-B2E0-F47217E0A61D}"/>
                </a:ext>
              </a:extLst>
            </p:cNvPr>
            <p:cNvSpPr/>
            <p:nvPr/>
          </p:nvSpPr>
          <p:spPr>
            <a:xfrm>
              <a:off x="3961218" y="4468032"/>
              <a:ext cx="40924" cy="27956"/>
            </a:xfrm>
            <a:custGeom>
              <a:avLst/>
              <a:gdLst/>
              <a:ahLst/>
              <a:cxnLst/>
              <a:rect l="l" t="t" r="r" b="b"/>
              <a:pathLst>
                <a:path w="955" h="652" extrusionOk="0">
                  <a:moveTo>
                    <a:pt x="65" y="1"/>
                  </a:moveTo>
                  <a:lnTo>
                    <a:pt x="0" y="651"/>
                  </a:lnTo>
                  <a:lnTo>
                    <a:pt x="954" y="651"/>
                  </a:lnTo>
                  <a:lnTo>
                    <a:pt x="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946;p10">
              <a:extLst>
                <a:ext uri="{FF2B5EF4-FFF2-40B4-BE49-F238E27FC236}">
                  <a16:creationId xmlns:a16="http://schemas.microsoft.com/office/drawing/2014/main" id="{740D10C3-DDC7-4C6E-A514-940A1196AE12}"/>
                </a:ext>
              </a:extLst>
            </p:cNvPr>
            <p:cNvSpPr/>
            <p:nvPr/>
          </p:nvSpPr>
          <p:spPr>
            <a:xfrm>
              <a:off x="4162840" y="4468032"/>
              <a:ext cx="44609" cy="25169"/>
            </a:xfrm>
            <a:custGeom>
              <a:avLst/>
              <a:gdLst/>
              <a:ahLst/>
              <a:cxnLst/>
              <a:rect l="l" t="t" r="r" b="b"/>
              <a:pathLst>
                <a:path w="1041" h="587" extrusionOk="0">
                  <a:moveTo>
                    <a:pt x="87" y="1"/>
                  </a:moveTo>
                  <a:lnTo>
                    <a:pt x="0" y="586"/>
                  </a:lnTo>
                  <a:lnTo>
                    <a:pt x="1041" y="586"/>
                  </a:lnTo>
                  <a:lnTo>
                    <a:pt x="95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947;p10">
              <a:extLst>
                <a:ext uri="{FF2B5EF4-FFF2-40B4-BE49-F238E27FC236}">
                  <a16:creationId xmlns:a16="http://schemas.microsoft.com/office/drawing/2014/main" id="{8DAEBB11-0230-4FBF-8955-FBDA4E9C8CAB}"/>
                </a:ext>
              </a:extLst>
            </p:cNvPr>
            <p:cNvSpPr/>
            <p:nvPr/>
          </p:nvSpPr>
          <p:spPr>
            <a:xfrm>
              <a:off x="4239932" y="4465245"/>
              <a:ext cx="42767" cy="27956"/>
            </a:xfrm>
            <a:custGeom>
              <a:avLst/>
              <a:gdLst/>
              <a:ahLst/>
              <a:cxnLst/>
              <a:rect l="l" t="t" r="r" b="b"/>
              <a:pathLst>
                <a:path w="998" h="652" extrusionOk="0">
                  <a:moveTo>
                    <a:pt x="66" y="1"/>
                  </a:moveTo>
                  <a:lnTo>
                    <a:pt x="1" y="651"/>
                  </a:lnTo>
                  <a:lnTo>
                    <a:pt x="998" y="651"/>
                  </a:lnTo>
                  <a:lnTo>
                    <a:pt x="93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948;p10">
              <a:extLst>
                <a:ext uri="{FF2B5EF4-FFF2-40B4-BE49-F238E27FC236}">
                  <a16:creationId xmlns:a16="http://schemas.microsoft.com/office/drawing/2014/main" id="{22DBDF28-EDCF-4FC7-8778-47661DE62F74}"/>
                </a:ext>
              </a:extLst>
            </p:cNvPr>
            <p:cNvSpPr/>
            <p:nvPr/>
          </p:nvSpPr>
          <p:spPr>
            <a:xfrm>
              <a:off x="4214863" y="4214451"/>
              <a:ext cx="107817" cy="79796"/>
            </a:xfrm>
            <a:custGeom>
              <a:avLst/>
              <a:gdLst/>
              <a:ahLst/>
              <a:cxnLst/>
              <a:rect l="l" t="t" r="r" b="b"/>
              <a:pathLst>
                <a:path w="2516" h="1861" extrusionOk="0">
                  <a:moveTo>
                    <a:pt x="738" y="1"/>
                  </a:moveTo>
                  <a:cubicBezTo>
                    <a:pt x="320" y="1"/>
                    <a:pt x="0" y="126"/>
                    <a:pt x="0" y="126"/>
                  </a:cubicBezTo>
                  <a:lnTo>
                    <a:pt x="304" y="668"/>
                  </a:lnTo>
                  <a:cubicBezTo>
                    <a:pt x="469" y="617"/>
                    <a:pt x="621" y="595"/>
                    <a:pt x="761" y="595"/>
                  </a:cubicBezTo>
                  <a:cubicBezTo>
                    <a:pt x="1804" y="595"/>
                    <a:pt x="2125" y="1861"/>
                    <a:pt x="2125" y="1861"/>
                  </a:cubicBezTo>
                  <a:lnTo>
                    <a:pt x="2515" y="1579"/>
                  </a:lnTo>
                  <a:cubicBezTo>
                    <a:pt x="2168" y="267"/>
                    <a:pt x="1348" y="1"/>
                    <a:pt x="73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949;p10">
              <a:extLst>
                <a:ext uri="{FF2B5EF4-FFF2-40B4-BE49-F238E27FC236}">
                  <a16:creationId xmlns:a16="http://schemas.microsoft.com/office/drawing/2014/main" id="{69FBC4A3-9AFC-41F3-A462-05D6FE709767}"/>
                </a:ext>
              </a:extLst>
            </p:cNvPr>
            <p:cNvSpPr/>
            <p:nvPr/>
          </p:nvSpPr>
          <p:spPr>
            <a:xfrm>
              <a:off x="4299411" y="4278639"/>
              <a:ext cx="54851" cy="64874"/>
            </a:xfrm>
            <a:custGeom>
              <a:avLst/>
              <a:gdLst/>
              <a:ahLst/>
              <a:cxnLst/>
              <a:rect l="l" t="t" r="r" b="b"/>
              <a:pathLst>
                <a:path w="1280" h="1513" extrusionOk="0">
                  <a:moveTo>
                    <a:pt x="520" y="1"/>
                  </a:moveTo>
                  <a:cubicBezTo>
                    <a:pt x="510" y="1"/>
                    <a:pt x="499" y="6"/>
                    <a:pt x="499" y="17"/>
                  </a:cubicBezTo>
                  <a:cubicBezTo>
                    <a:pt x="477" y="39"/>
                    <a:pt x="477" y="60"/>
                    <a:pt x="499" y="60"/>
                  </a:cubicBezTo>
                  <a:cubicBezTo>
                    <a:pt x="716" y="190"/>
                    <a:pt x="911" y="364"/>
                    <a:pt x="1106" y="537"/>
                  </a:cubicBezTo>
                  <a:cubicBezTo>
                    <a:pt x="1149" y="646"/>
                    <a:pt x="1193" y="667"/>
                    <a:pt x="1149" y="711"/>
                  </a:cubicBezTo>
                  <a:cubicBezTo>
                    <a:pt x="1146" y="713"/>
                    <a:pt x="1140" y="715"/>
                    <a:pt x="1132" y="715"/>
                  </a:cubicBezTo>
                  <a:cubicBezTo>
                    <a:pt x="1077" y="715"/>
                    <a:pt x="910" y="656"/>
                    <a:pt x="759" y="581"/>
                  </a:cubicBezTo>
                  <a:cubicBezTo>
                    <a:pt x="751" y="576"/>
                    <a:pt x="742" y="575"/>
                    <a:pt x="735" y="575"/>
                  </a:cubicBezTo>
                  <a:cubicBezTo>
                    <a:pt x="702" y="575"/>
                    <a:pt x="680" y="606"/>
                    <a:pt x="716" y="624"/>
                  </a:cubicBezTo>
                  <a:cubicBezTo>
                    <a:pt x="867" y="841"/>
                    <a:pt x="1127" y="1231"/>
                    <a:pt x="1062" y="1361"/>
                  </a:cubicBezTo>
                  <a:cubicBezTo>
                    <a:pt x="1062" y="1383"/>
                    <a:pt x="1041" y="1404"/>
                    <a:pt x="1019" y="1404"/>
                  </a:cubicBezTo>
                  <a:cubicBezTo>
                    <a:pt x="1009" y="1406"/>
                    <a:pt x="999" y="1407"/>
                    <a:pt x="990" y="1407"/>
                  </a:cubicBezTo>
                  <a:cubicBezTo>
                    <a:pt x="761" y="1407"/>
                    <a:pt x="539" y="941"/>
                    <a:pt x="477" y="754"/>
                  </a:cubicBezTo>
                  <a:cubicBezTo>
                    <a:pt x="477" y="739"/>
                    <a:pt x="466" y="723"/>
                    <a:pt x="452" y="723"/>
                  </a:cubicBezTo>
                  <a:cubicBezTo>
                    <a:pt x="446" y="723"/>
                    <a:pt x="440" y="726"/>
                    <a:pt x="434" y="732"/>
                  </a:cubicBezTo>
                  <a:cubicBezTo>
                    <a:pt x="412" y="732"/>
                    <a:pt x="390" y="754"/>
                    <a:pt x="390" y="776"/>
                  </a:cubicBezTo>
                  <a:cubicBezTo>
                    <a:pt x="390" y="927"/>
                    <a:pt x="369" y="1231"/>
                    <a:pt x="282" y="1296"/>
                  </a:cubicBezTo>
                  <a:lnTo>
                    <a:pt x="239" y="1296"/>
                  </a:lnTo>
                  <a:cubicBezTo>
                    <a:pt x="217" y="1296"/>
                    <a:pt x="195" y="1274"/>
                    <a:pt x="152" y="1188"/>
                  </a:cubicBezTo>
                  <a:cubicBezTo>
                    <a:pt x="65" y="927"/>
                    <a:pt x="65" y="646"/>
                    <a:pt x="152" y="364"/>
                  </a:cubicBezTo>
                  <a:cubicBezTo>
                    <a:pt x="174" y="364"/>
                    <a:pt x="174" y="342"/>
                    <a:pt x="152" y="320"/>
                  </a:cubicBezTo>
                  <a:cubicBezTo>
                    <a:pt x="152" y="310"/>
                    <a:pt x="141" y="304"/>
                    <a:pt x="130" y="304"/>
                  </a:cubicBezTo>
                  <a:cubicBezTo>
                    <a:pt x="119" y="304"/>
                    <a:pt x="109" y="310"/>
                    <a:pt x="109" y="320"/>
                  </a:cubicBezTo>
                  <a:cubicBezTo>
                    <a:pt x="0" y="602"/>
                    <a:pt x="0" y="927"/>
                    <a:pt x="109" y="1209"/>
                  </a:cubicBezTo>
                  <a:cubicBezTo>
                    <a:pt x="130" y="1296"/>
                    <a:pt x="174" y="1339"/>
                    <a:pt x="239" y="1361"/>
                  </a:cubicBezTo>
                  <a:cubicBezTo>
                    <a:pt x="251" y="1367"/>
                    <a:pt x="264" y="1370"/>
                    <a:pt x="276" y="1370"/>
                  </a:cubicBezTo>
                  <a:cubicBezTo>
                    <a:pt x="305" y="1370"/>
                    <a:pt x="332" y="1355"/>
                    <a:pt x="347" y="1339"/>
                  </a:cubicBezTo>
                  <a:cubicBezTo>
                    <a:pt x="434" y="1231"/>
                    <a:pt x="477" y="1079"/>
                    <a:pt x="477" y="927"/>
                  </a:cubicBezTo>
                  <a:cubicBezTo>
                    <a:pt x="585" y="1144"/>
                    <a:pt x="759" y="1469"/>
                    <a:pt x="997" y="1469"/>
                  </a:cubicBezTo>
                  <a:lnTo>
                    <a:pt x="1041" y="1513"/>
                  </a:lnTo>
                  <a:cubicBezTo>
                    <a:pt x="1084" y="1491"/>
                    <a:pt x="1127" y="1469"/>
                    <a:pt x="1149" y="1404"/>
                  </a:cubicBezTo>
                  <a:cubicBezTo>
                    <a:pt x="1214" y="1253"/>
                    <a:pt x="1019" y="927"/>
                    <a:pt x="867" y="732"/>
                  </a:cubicBezTo>
                  <a:lnTo>
                    <a:pt x="867" y="732"/>
                  </a:lnTo>
                  <a:cubicBezTo>
                    <a:pt x="957" y="762"/>
                    <a:pt x="1067" y="813"/>
                    <a:pt x="1142" y="813"/>
                  </a:cubicBezTo>
                  <a:cubicBezTo>
                    <a:pt x="1175" y="813"/>
                    <a:pt x="1201" y="803"/>
                    <a:pt x="1214" y="776"/>
                  </a:cubicBezTo>
                  <a:cubicBezTo>
                    <a:pt x="1279" y="711"/>
                    <a:pt x="1236" y="581"/>
                    <a:pt x="1171" y="515"/>
                  </a:cubicBezTo>
                  <a:cubicBezTo>
                    <a:pt x="997" y="320"/>
                    <a:pt x="781" y="147"/>
                    <a:pt x="542" y="17"/>
                  </a:cubicBezTo>
                  <a:cubicBezTo>
                    <a:pt x="542" y="6"/>
                    <a:pt x="531" y="1"/>
                    <a:pt x="5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950;p10">
              <a:extLst>
                <a:ext uri="{FF2B5EF4-FFF2-40B4-BE49-F238E27FC236}">
                  <a16:creationId xmlns:a16="http://schemas.microsoft.com/office/drawing/2014/main" id="{4E621F42-38FB-456C-8077-A1F107045E02}"/>
                </a:ext>
              </a:extLst>
            </p:cNvPr>
            <p:cNvSpPr/>
            <p:nvPr/>
          </p:nvSpPr>
          <p:spPr>
            <a:xfrm>
              <a:off x="3878170" y="3778209"/>
              <a:ext cx="29183" cy="18952"/>
            </a:xfrm>
            <a:custGeom>
              <a:avLst/>
              <a:gdLst/>
              <a:ahLst/>
              <a:cxnLst/>
              <a:rect l="l" t="t" r="r" b="b"/>
              <a:pathLst>
                <a:path w="681" h="442" extrusionOk="0">
                  <a:moveTo>
                    <a:pt x="413" y="1"/>
                  </a:moveTo>
                  <a:cubicBezTo>
                    <a:pt x="285" y="1"/>
                    <a:pt x="139" y="110"/>
                    <a:pt x="139" y="110"/>
                  </a:cubicBezTo>
                  <a:cubicBezTo>
                    <a:pt x="1" y="249"/>
                    <a:pt x="114" y="441"/>
                    <a:pt x="316" y="441"/>
                  </a:cubicBezTo>
                  <a:cubicBezTo>
                    <a:pt x="336" y="441"/>
                    <a:pt x="356" y="439"/>
                    <a:pt x="377" y="436"/>
                  </a:cubicBezTo>
                  <a:cubicBezTo>
                    <a:pt x="594" y="436"/>
                    <a:pt x="681" y="175"/>
                    <a:pt x="529" y="45"/>
                  </a:cubicBezTo>
                  <a:cubicBezTo>
                    <a:pt x="497" y="13"/>
                    <a:pt x="456" y="1"/>
                    <a:pt x="41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951;p10">
              <a:extLst>
                <a:ext uri="{FF2B5EF4-FFF2-40B4-BE49-F238E27FC236}">
                  <a16:creationId xmlns:a16="http://schemas.microsoft.com/office/drawing/2014/main" id="{7E9D4948-CEDD-41A8-BE30-33325E130AB1}"/>
                </a:ext>
              </a:extLst>
            </p:cNvPr>
            <p:cNvSpPr/>
            <p:nvPr/>
          </p:nvSpPr>
          <p:spPr>
            <a:xfrm>
              <a:off x="4148441" y="4279282"/>
              <a:ext cx="29011" cy="18952"/>
            </a:xfrm>
            <a:custGeom>
              <a:avLst/>
              <a:gdLst/>
              <a:ahLst/>
              <a:cxnLst/>
              <a:rect l="l" t="t" r="r" b="b"/>
              <a:pathLst>
                <a:path w="677" h="442" extrusionOk="0">
                  <a:moveTo>
                    <a:pt x="403" y="0"/>
                  </a:moveTo>
                  <a:cubicBezTo>
                    <a:pt x="266" y="0"/>
                    <a:pt x="119" y="110"/>
                    <a:pt x="119" y="110"/>
                  </a:cubicBezTo>
                  <a:cubicBezTo>
                    <a:pt x="1" y="249"/>
                    <a:pt x="116" y="441"/>
                    <a:pt x="318" y="441"/>
                  </a:cubicBezTo>
                  <a:cubicBezTo>
                    <a:pt x="338" y="441"/>
                    <a:pt x="358" y="439"/>
                    <a:pt x="379" y="435"/>
                  </a:cubicBezTo>
                  <a:cubicBezTo>
                    <a:pt x="387" y="436"/>
                    <a:pt x="395" y="437"/>
                    <a:pt x="402" y="437"/>
                  </a:cubicBezTo>
                  <a:cubicBezTo>
                    <a:pt x="583" y="437"/>
                    <a:pt x="677" y="191"/>
                    <a:pt x="531" y="45"/>
                  </a:cubicBezTo>
                  <a:cubicBezTo>
                    <a:pt x="493" y="13"/>
                    <a:pt x="449" y="0"/>
                    <a:pt x="40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952;p10">
              <a:extLst>
                <a:ext uri="{FF2B5EF4-FFF2-40B4-BE49-F238E27FC236}">
                  <a16:creationId xmlns:a16="http://schemas.microsoft.com/office/drawing/2014/main" id="{D65446E5-CEA8-44DA-A653-0D8E39F6EBCF}"/>
                </a:ext>
              </a:extLst>
            </p:cNvPr>
            <p:cNvSpPr/>
            <p:nvPr/>
          </p:nvSpPr>
          <p:spPr>
            <a:xfrm>
              <a:off x="3889097" y="4291374"/>
              <a:ext cx="29440" cy="18738"/>
            </a:xfrm>
            <a:custGeom>
              <a:avLst/>
              <a:gdLst/>
              <a:ahLst/>
              <a:cxnLst/>
              <a:rect l="l" t="t" r="r" b="b"/>
              <a:pathLst>
                <a:path w="687" h="437" extrusionOk="0">
                  <a:moveTo>
                    <a:pt x="409" y="0"/>
                  </a:moveTo>
                  <a:cubicBezTo>
                    <a:pt x="278" y="0"/>
                    <a:pt x="144" y="110"/>
                    <a:pt x="144" y="110"/>
                  </a:cubicBezTo>
                  <a:cubicBezTo>
                    <a:pt x="0" y="254"/>
                    <a:pt x="129" y="437"/>
                    <a:pt x="346" y="437"/>
                  </a:cubicBezTo>
                  <a:cubicBezTo>
                    <a:pt x="358" y="437"/>
                    <a:pt x="370" y="436"/>
                    <a:pt x="383" y="435"/>
                  </a:cubicBezTo>
                  <a:cubicBezTo>
                    <a:pt x="578" y="435"/>
                    <a:pt x="686" y="175"/>
                    <a:pt x="534" y="45"/>
                  </a:cubicBezTo>
                  <a:cubicBezTo>
                    <a:pt x="496" y="13"/>
                    <a:pt x="453" y="0"/>
                    <a:pt x="40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953;p10">
              <a:extLst>
                <a:ext uri="{FF2B5EF4-FFF2-40B4-BE49-F238E27FC236}">
                  <a16:creationId xmlns:a16="http://schemas.microsoft.com/office/drawing/2014/main" id="{F86F8AEE-E192-432F-9142-ADEDD9E26F3D}"/>
                </a:ext>
              </a:extLst>
            </p:cNvPr>
            <p:cNvSpPr/>
            <p:nvPr/>
          </p:nvSpPr>
          <p:spPr>
            <a:xfrm>
              <a:off x="3897968" y="3911774"/>
              <a:ext cx="114373" cy="92144"/>
            </a:xfrm>
            <a:custGeom>
              <a:avLst/>
              <a:gdLst/>
              <a:ahLst/>
              <a:cxnLst/>
              <a:rect l="l" t="t" r="r" b="b"/>
              <a:pathLst>
                <a:path w="2669" h="2149" extrusionOk="0">
                  <a:moveTo>
                    <a:pt x="1633" y="0"/>
                  </a:moveTo>
                  <a:cubicBezTo>
                    <a:pt x="752" y="0"/>
                    <a:pt x="1" y="1273"/>
                    <a:pt x="891" y="1874"/>
                  </a:cubicBezTo>
                  <a:cubicBezTo>
                    <a:pt x="1196" y="2068"/>
                    <a:pt x="1476" y="2149"/>
                    <a:pt x="1718" y="2149"/>
                  </a:cubicBezTo>
                  <a:cubicBezTo>
                    <a:pt x="2231" y="2149"/>
                    <a:pt x="2567" y="1781"/>
                    <a:pt x="2582" y="1353"/>
                  </a:cubicBezTo>
                  <a:cubicBezTo>
                    <a:pt x="2582" y="1353"/>
                    <a:pt x="2669" y="139"/>
                    <a:pt x="1758" y="9"/>
                  </a:cubicBezTo>
                  <a:cubicBezTo>
                    <a:pt x="1716" y="3"/>
                    <a:pt x="1674" y="0"/>
                    <a:pt x="163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954;p10">
              <a:extLst>
                <a:ext uri="{FF2B5EF4-FFF2-40B4-BE49-F238E27FC236}">
                  <a16:creationId xmlns:a16="http://schemas.microsoft.com/office/drawing/2014/main" id="{4ED24837-2257-470B-81DA-892E86C9B287}"/>
                </a:ext>
              </a:extLst>
            </p:cNvPr>
            <p:cNvSpPr/>
            <p:nvPr/>
          </p:nvSpPr>
          <p:spPr>
            <a:xfrm>
              <a:off x="3961218" y="4007907"/>
              <a:ext cx="66936" cy="99519"/>
            </a:xfrm>
            <a:custGeom>
              <a:avLst/>
              <a:gdLst/>
              <a:ahLst/>
              <a:cxnLst/>
              <a:rect l="l" t="t" r="r" b="b"/>
              <a:pathLst>
                <a:path w="1562" h="2321" extrusionOk="0">
                  <a:moveTo>
                    <a:pt x="1496" y="0"/>
                  </a:moveTo>
                  <a:cubicBezTo>
                    <a:pt x="1496" y="0"/>
                    <a:pt x="0" y="412"/>
                    <a:pt x="174" y="1388"/>
                  </a:cubicBezTo>
                  <a:cubicBezTo>
                    <a:pt x="313" y="2284"/>
                    <a:pt x="1312" y="2320"/>
                    <a:pt x="1474" y="2320"/>
                  </a:cubicBezTo>
                  <a:cubicBezTo>
                    <a:pt x="1489" y="2320"/>
                    <a:pt x="1496" y="2320"/>
                    <a:pt x="1496" y="2320"/>
                  </a:cubicBezTo>
                  <a:cubicBezTo>
                    <a:pt x="1496" y="2320"/>
                    <a:pt x="1561" y="781"/>
                    <a:pt x="149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955;p10">
              <a:extLst>
                <a:ext uri="{FF2B5EF4-FFF2-40B4-BE49-F238E27FC236}">
                  <a16:creationId xmlns:a16="http://schemas.microsoft.com/office/drawing/2014/main" id="{55EAB437-695A-4F14-BBE5-0F072F37BA45}"/>
                </a:ext>
              </a:extLst>
            </p:cNvPr>
            <p:cNvSpPr/>
            <p:nvPr/>
          </p:nvSpPr>
          <p:spPr>
            <a:xfrm>
              <a:off x="3879456" y="3984667"/>
              <a:ext cx="62308" cy="96990"/>
            </a:xfrm>
            <a:custGeom>
              <a:avLst/>
              <a:gdLst/>
              <a:ahLst/>
              <a:cxnLst/>
              <a:rect l="l" t="t" r="r" b="b"/>
              <a:pathLst>
                <a:path w="1454" h="2262" extrusionOk="0">
                  <a:moveTo>
                    <a:pt x="66" y="0"/>
                  </a:moveTo>
                  <a:cubicBezTo>
                    <a:pt x="66" y="716"/>
                    <a:pt x="0" y="2190"/>
                    <a:pt x="0" y="2255"/>
                  </a:cubicBezTo>
                  <a:cubicBezTo>
                    <a:pt x="0" y="2259"/>
                    <a:pt x="10" y="2262"/>
                    <a:pt x="27" y="2262"/>
                  </a:cubicBezTo>
                  <a:cubicBezTo>
                    <a:pt x="180" y="2262"/>
                    <a:pt x="959" y="2068"/>
                    <a:pt x="1193" y="1366"/>
                  </a:cubicBezTo>
                  <a:cubicBezTo>
                    <a:pt x="1453" y="564"/>
                    <a:pt x="66" y="0"/>
                    <a:pt x="6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956;p10">
              <a:extLst>
                <a:ext uri="{FF2B5EF4-FFF2-40B4-BE49-F238E27FC236}">
                  <a16:creationId xmlns:a16="http://schemas.microsoft.com/office/drawing/2014/main" id="{05B48D4E-AC0E-4906-BDBA-FC5F61E5745D}"/>
                </a:ext>
              </a:extLst>
            </p:cNvPr>
            <p:cNvSpPr/>
            <p:nvPr/>
          </p:nvSpPr>
          <p:spPr>
            <a:xfrm>
              <a:off x="3871099" y="4186365"/>
              <a:ext cx="62265" cy="93002"/>
            </a:xfrm>
            <a:custGeom>
              <a:avLst/>
              <a:gdLst/>
              <a:ahLst/>
              <a:cxnLst/>
              <a:rect l="l" t="t" r="r" b="b"/>
              <a:pathLst>
                <a:path w="1453" h="2169" extrusionOk="0">
                  <a:moveTo>
                    <a:pt x="195" y="1"/>
                  </a:moveTo>
                  <a:cubicBezTo>
                    <a:pt x="0" y="261"/>
                    <a:pt x="152" y="2169"/>
                    <a:pt x="152" y="2169"/>
                  </a:cubicBezTo>
                  <a:cubicBezTo>
                    <a:pt x="152" y="2169"/>
                    <a:pt x="1453" y="1757"/>
                    <a:pt x="1431" y="933"/>
                  </a:cubicBezTo>
                  <a:cubicBezTo>
                    <a:pt x="1410" y="88"/>
                    <a:pt x="195" y="1"/>
                    <a:pt x="19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957;p10">
              <a:extLst>
                <a:ext uri="{FF2B5EF4-FFF2-40B4-BE49-F238E27FC236}">
                  <a16:creationId xmlns:a16="http://schemas.microsoft.com/office/drawing/2014/main" id="{8DDFDE23-4910-4357-BC42-5261848BC4B4}"/>
                </a:ext>
              </a:extLst>
            </p:cNvPr>
            <p:cNvSpPr/>
            <p:nvPr/>
          </p:nvSpPr>
          <p:spPr>
            <a:xfrm>
              <a:off x="3957490" y="4165741"/>
              <a:ext cx="114116" cy="88200"/>
            </a:xfrm>
            <a:custGeom>
              <a:avLst/>
              <a:gdLst/>
              <a:ahLst/>
              <a:cxnLst/>
              <a:rect l="l" t="t" r="r" b="b"/>
              <a:pathLst>
                <a:path w="2663" h="2057" extrusionOk="0">
                  <a:moveTo>
                    <a:pt x="1347" y="0"/>
                  </a:moveTo>
                  <a:cubicBezTo>
                    <a:pt x="1324" y="0"/>
                    <a:pt x="1301" y="2"/>
                    <a:pt x="1280" y="5"/>
                  </a:cubicBezTo>
                  <a:cubicBezTo>
                    <a:pt x="1280" y="5"/>
                    <a:pt x="326" y="26"/>
                    <a:pt x="174" y="677"/>
                  </a:cubicBezTo>
                  <a:cubicBezTo>
                    <a:pt x="1" y="1327"/>
                    <a:pt x="109" y="1934"/>
                    <a:pt x="1041" y="2043"/>
                  </a:cubicBezTo>
                  <a:cubicBezTo>
                    <a:pt x="1120" y="2052"/>
                    <a:pt x="1197" y="2057"/>
                    <a:pt x="1272" y="2057"/>
                  </a:cubicBezTo>
                  <a:cubicBezTo>
                    <a:pt x="2071" y="2057"/>
                    <a:pt x="2663" y="1549"/>
                    <a:pt x="2386" y="915"/>
                  </a:cubicBezTo>
                  <a:cubicBezTo>
                    <a:pt x="2122" y="288"/>
                    <a:pt x="1670" y="0"/>
                    <a:pt x="134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958;p10">
              <a:extLst>
                <a:ext uri="{FF2B5EF4-FFF2-40B4-BE49-F238E27FC236}">
                  <a16:creationId xmlns:a16="http://schemas.microsoft.com/office/drawing/2014/main" id="{1EB4E4D8-9131-4700-8884-E69018A1F75A}"/>
                </a:ext>
              </a:extLst>
            </p:cNvPr>
            <p:cNvSpPr/>
            <p:nvPr/>
          </p:nvSpPr>
          <p:spPr>
            <a:xfrm>
              <a:off x="4062479" y="4153521"/>
              <a:ext cx="92947" cy="56170"/>
            </a:xfrm>
            <a:custGeom>
              <a:avLst/>
              <a:gdLst/>
              <a:ahLst/>
              <a:cxnLst/>
              <a:rect l="l" t="t" r="r" b="b"/>
              <a:pathLst>
                <a:path w="2169" h="1310" extrusionOk="0">
                  <a:moveTo>
                    <a:pt x="601" y="0"/>
                  </a:moveTo>
                  <a:cubicBezTo>
                    <a:pt x="399" y="0"/>
                    <a:pt x="196" y="21"/>
                    <a:pt x="1" y="73"/>
                  </a:cubicBezTo>
                  <a:cubicBezTo>
                    <a:pt x="1" y="73"/>
                    <a:pt x="168" y="1310"/>
                    <a:pt x="1040" y="1310"/>
                  </a:cubicBezTo>
                  <a:cubicBezTo>
                    <a:pt x="1054" y="1310"/>
                    <a:pt x="1069" y="1310"/>
                    <a:pt x="1085" y="1309"/>
                  </a:cubicBezTo>
                  <a:cubicBezTo>
                    <a:pt x="2017" y="1265"/>
                    <a:pt x="2169" y="333"/>
                    <a:pt x="2169" y="333"/>
                  </a:cubicBezTo>
                  <a:cubicBezTo>
                    <a:pt x="2169" y="333"/>
                    <a:pt x="1405" y="0"/>
                    <a:pt x="60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959;p10">
              <a:extLst>
                <a:ext uri="{FF2B5EF4-FFF2-40B4-BE49-F238E27FC236}">
                  <a16:creationId xmlns:a16="http://schemas.microsoft.com/office/drawing/2014/main" id="{BFD65036-6EC9-45D8-8511-73BDB8DE6432}"/>
                </a:ext>
              </a:extLst>
            </p:cNvPr>
            <p:cNvSpPr/>
            <p:nvPr/>
          </p:nvSpPr>
          <p:spPr>
            <a:xfrm>
              <a:off x="3925779" y="4256771"/>
              <a:ext cx="69850" cy="50767"/>
            </a:xfrm>
            <a:custGeom>
              <a:avLst/>
              <a:gdLst/>
              <a:ahLst/>
              <a:cxnLst/>
              <a:rect l="l" t="t" r="r" b="b"/>
              <a:pathLst>
                <a:path w="1630" h="1184" extrusionOk="0">
                  <a:moveTo>
                    <a:pt x="900" y="1"/>
                  </a:moveTo>
                  <a:cubicBezTo>
                    <a:pt x="521" y="1"/>
                    <a:pt x="155" y="462"/>
                    <a:pt x="155" y="462"/>
                  </a:cubicBezTo>
                  <a:cubicBezTo>
                    <a:pt x="1" y="616"/>
                    <a:pt x="139" y="1183"/>
                    <a:pt x="630" y="1183"/>
                  </a:cubicBezTo>
                  <a:cubicBezTo>
                    <a:pt x="690" y="1183"/>
                    <a:pt x="756" y="1175"/>
                    <a:pt x="827" y="1156"/>
                  </a:cubicBezTo>
                  <a:cubicBezTo>
                    <a:pt x="1499" y="982"/>
                    <a:pt x="1630" y="483"/>
                    <a:pt x="1196" y="115"/>
                  </a:cubicBezTo>
                  <a:cubicBezTo>
                    <a:pt x="1101" y="33"/>
                    <a:pt x="1000" y="1"/>
                    <a:pt x="9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960;p10">
              <a:extLst>
                <a:ext uri="{FF2B5EF4-FFF2-40B4-BE49-F238E27FC236}">
                  <a16:creationId xmlns:a16="http://schemas.microsoft.com/office/drawing/2014/main" id="{8A7D30B5-0F3A-421C-BE06-A3DD20233159}"/>
                </a:ext>
              </a:extLst>
            </p:cNvPr>
            <p:cNvSpPr/>
            <p:nvPr/>
          </p:nvSpPr>
          <p:spPr>
            <a:xfrm>
              <a:off x="4170253" y="4175217"/>
              <a:ext cx="69721" cy="58271"/>
            </a:xfrm>
            <a:custGeom>
              <a:avLst/>
              <a:gdLst/>
              <a:ahLst/>
              <a:cxnLst/>
              <a:rect l="l" t="t" r="r" b="b"/>
              <a:pathLst>
                <a:path w="1627" h="1359" extrusionOk="0">
                  <a:moveTo>
                    <a:pt x="152" y="1"/>
                  </a:moveTo>
                  <a:cubicBezTo>
                    <a:pt x="152" y="1"/>
                    <a:pt x="1" y="1236"/>
                    <a:pt x="629" y="1345"/>
                  </a:cubicBezTo>
                  <a:cubicBezTo>
                    <a:pt x="684" y="1354"/>
                    <a:pt x="738" y="1358"/>
                    <a:pt x="793" y="1358"/>
                  </a:cubicBezTo>
                  <a:cubicBezTo>
                    <a:pt x="1125" y="1358"/>
                    <a:pt x="1440" y="1191"/>
                    <a:pt x="1627" y="911"/>
                  </a:cubicBezTo>
                  <a:cubicBezTo>
                    <a:pt x="1431" y="478"/>
                    <a:pt x="152" y="1"/>
                    <a:pt x="15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961;p10">
              <a:extLst>
                <a:ext uri="{FF2B5EF4-FFF2-40B4-BE49-F238E27FC236}">
                  <a16:creationId xmlns:a16="http://schemas.microsoft.com/office/drawing/2014/main" id="{071B282B-5A14-4FB7-A5D7-13EE982EF011}"/>
                </a:ext>
              </a:extLst>
            </p:cNvPr>
            <p:cNvSpPr/>
            <p:nvPr/>
          </p:nvSpPr>
          <p:spPr>
            <a:xfrm>
              <a:off x="4190351" y="4248539"/>
              <a:ext cx="64493" cy="43178"/>
            </a:xfrm>
            <a:custGeom>
              <a:avLst/>
              <a:gdLst/>
              <a:ahLst/>
              <a:cxnLst/>
              <a:rect l="l" t="t" r="r" b="b"/>
              <a:pathLst>
                <a:path w="1505" h="1007" extrusionOk="0">
                  <a:moveTo>
                    <a:pt x="714" y="0"/>
                  </a:moveTo>
                  <a:cubicBezTo>
                    <a:pt x="460" y="0"/>
                    <a:pt x="247" y="242"/>
                    <a:pt x="247" y="242"/>
                  </a:cubicBezTo>
                  <a:cubicBezTo>
                    <a:pt x="1" y="583"/>
                    <a:pt x="284" y="1007"/>
                    <a:pt x="736" y="1007"/>
                  </a:cubicBezTo>
                  <a:cubicBezTo>
                    <a:pt x="801" y="1007"/>
                    <a:pt x="870" y="998"/>
                    <a:pt x="941" y="979"/>
                  </a:cubicBezTo>
                  <a:cubicBezTo>
                    <a:pt x="1504" y="827"/>
                    <a:pt x="1223" y="220"/>
                    <a:pt x="897" y="47"/>
                  </a:cubicBezTo>
                  <a:cubicBezTo>
                    <a:pt x="835" y="14"/>
                    <a:pt x="773" y="0"/>
                    <a:pt x="7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962;p10">
              <a:extLst>
                <a:ext uri="{FF2B5EF4-FFF2-40B4-BE49-F238E27FC236}">
                  <a16:creationId xmlns:a16="http://schemas.microsoft.com/office/drawing/2014/main" id="{09E6FFFE-95C4-4516-A506-88EBFD416E5C}"/>
                </a:ext>
              </a:extLst>
            </p:cNvPr>
            <p:cNvSpPr/>
            <p:nvPr/>
          </p:nvSpPr>
          <p:spPr>
            <a:xfrm>
              <a:off x="4256644" y="4216123"/>
              <a:ext cx="31625" cy="18266"/>
            </a:xfrm>
            <a:custGeom>
              <a:avLst/>
              <a:gdLst/>
              <a:ahLst/>
              <a:cxnLst/>
              <a:rect l="l" t="t" r="r" b="b"/>
              <a:pathLst>
                <a:path w="738" h="426" extrusionOk="0">
                  <a:moveTo>
                    <a:pt x="109" y="1"/>
                  </a:moveTo>
                  <a:lnTo>
                    <a:pt x="109" y="1"/>
                  </a:lnTo>
                  <a:cubicBezTo>
                    <a:pt x="109" y="1"/>
                    <a:pt x="1" y="369"/>
                    <a:pt x="283" y="412"/>
                  </a:cubicBezTo>
                  <a:cubicBezTo>
                    <a:pt x="319" y="422"/>
                    <a:pt x="355" y="426"/>
                    <a:pt x="391" y="426"/>
                  </a:cubicBezTo>
                  <a:cubicBezTo>
                    <a:pt x="526" y="426"/>
                    <a:pt x="652" y="364"/>
                    <a:pt x="738" y="261"/>
                  </a:cubicBezTo>
                  <a:cubicBezTo>
                    <a:pt x="543" y="131"/>
                    <a:pt x="326" y="44"/>
                    <a:pt x="10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963;p10">
              <a:extLst>
                <a:ext uri="{FF2B5EF4-FFF2-40B4-BE49-F238E27FC236}">
                  <a16:creationId xmlns:a16="http://schemas.microsoft.com/office/drawing/2014/main" id="{A4E3FD04-F3E4-4489-874E-BD9D583A86F9}"/>
                </a:ext>
              </a:extLst>
            </p:cNvPr>
            <p:cNvSpPr/>
            <p:nvPr/>
          </p:nvSpPr>
          <p:spPr>
            <a:xfrm>
              <a:off x="3891540" y="4401099"/>
              <a:ext cx="9342" cy="17709"/>
            </a:xfrm>
            <a:custGeom>
              <a:avLst/>
              <a:gdLst/>
              <a:ahLst/>
              <a:cxnLst/>
              <a:rect l="l" t="t" r="r" b="b"/>
              <a:pathLst>
                <a:path w="218" h="413" extrusionOk="0">
                  <a:moveTo>
                    <a:pt x="130" y="1"/>
                  </a:moveTo>
                  <a:cubicBezTo>
                    <a:pt x="109" y="1"/>
                    <a:pt x="87" y="23"/>
                    <a:pt x="65" y="44"/>
                  </a:cubicBezTo>
                  <a:cubicBezTo>
                    <a:pt x="65" y="44"/>
                    <a:pt x="0" y="305"/>
                    <a:pt x="152" y="413"/>
                  </a:cubicBezTo>
                  <a:lnTo>
                    <a:pt x="174" y="413"/>
                  </a:lnTo>
                  <a:cubicBezTo>
                    <a:pt x="195" y="391"/>
                    <a:pt x="195" y="391"/>
                    <a:pt x="217" y="391"/>
                  </a:cubicBezTo>
                  <a:cubicBezTo>
                    <a:pt x="217" y="370"/>
                    <a:pt x="217" y="348"/>
                    <a:pt x="195" y="326"/>
                  </a:cubicBezTo>
                  <a:cubicBezTo>
                    <a:pt x="87" y="261"/>
                    <a:pt x="152" y="66"/>
                    <a:pt x="152" y="66"/>
                  </a:cubicBezTo>
                  <a:cubicBezTo>
                    <a:pt x="152" y="44"/>
                    <a:pt x="152" y="23"/>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964;p10">
              <a:extLst>
                <a:ext uri="{FF2B5EF4-FFF2-40B4-BE49-F238E27FC236}">
                  <a16:creationId xmlns:a16="http://schemas.microsoft.com/office/drawing/2014/main" id="{39C6AA91-9F92-499F-A39D-19A2F3B771C4}"/>
                </a:ext>
              </a:extLst>
            </p:cNvPr>
            <p:cNvSpPr/>
            <p:nvPr/>
          </p:nvSpPr>
          <p:spPr>
            <a:xfrm>
              <a:off x="3900839" y="4386263"/>
              <a:ext cx="9299" cy="16765"/>
            </a:xfrm>
            <a:custGeom>
              <a:avLst/>
              <a:gdLst/>
              <a:ahLst/>
              <a:cxnLst/>
              <a:rect l="l" t="t" r="r" b="b"/>
              <a:pathLst>
                <a:path w="217" h="391" extrusionOk="0">
                  <a:moveTo>
                    <a:pt x="130" y="0"/>
                  </a:moveTo>
                  <a:cubicBezTo>
                    <a:pt x="109" y="0"/>
                    <a:pt x="87" y="0"/>
                    <a:pt x="65" y="22"/>
                  </a:cubicBezTo>
                  <a:cubicBezTo>
                    <a:pt x="65" y="43"/>
                    <a:pt x="0" y="304"/>
                    <a:pt x="152" y="390"/>
                  </a:cubicBezTo>
                  <a:lnTo>
                    <a:pt x="174" y="390"/>
                  </a:lnTo>
                  <a:cubicBezTo>
                    <a:pt x="195" y="390"/>
                    <a:pt x="195" y="390"/>
                    <a:pt x="217" y="369"/>
                  </a:cubicBezTo>
                  <a:cubicBezTo>
                    <a:pt x="217" y="369"/>
                    <a:pt x="217" y="325"/>
                    <a:pt x="195" y="325"/>
                  </a:cubicBezTo>
                  <a:cubicBezTo>
                    <a:pt x="87" y="260"/>
                    <a:pt x="152" y="43"/>
                    <a:pt x="152" y="43"/>
                  </a:cubicBezTo>
                  <a:cubicBezTo>
                    <a:pt x="152" y="22"/>
                    <a:pt x="152" y="0"/>
                    <a:pt x="1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965;p10">
              <a:extLst>
                <a:ext uri="{FF2B5EF4-FFF2-40B4-BE49-F238E27FC236}">
                  <a16:creationId xmlns:a16="http://schemas.microsoft.com/office/drawing/2014/main" id="{116C0B4E-5D1D-43F1-BB85-EA1AF12022A8}"/>
                </a:ext>
              </a:extLst>
            </p:cNvPr>
            <p:cNvSpPr/>
            <p:nvPr/>
          </p:nvSpPr>
          <p:spPr>
            <a:xfrm>
              <a:off x="3893383" y="4429956"/>
              <a:ext cx="9342" cy="17666"/>
            </a:xfrm>
            <a:custGeom>
              <a:avLst/>
              <a:gdLst/>
              <a:ahLst/>
              <a:cxnLst/>
              <a:rect l="l" t="t" r="r" b="b"/>
              <a:pathLst>
                <a:path w="218" h="412" extrusionOk="0">
                  <a:moveTo>
                    <a:pt x="131" y="0"/>
                  </a:moveTo>
                  <a:cubicBezTo>
                    <a:pt x="109" y="0"/>
                    <a:pt x="87" y="22"/>
                    <a:pt x="66" y="43"/>
                  </a:cubicBezTo>
                  <a:cubicBezTo>
                    <a:pt x="66" y="43"/>
                    <a:pt x="1" y="304"/>
                    <a:pt x="152" y="412"/>
                  </a:cubicBezTo>
                  <a:lnTo>
                    <a:pt x="174" y="412"/>
                  </a:lnTo>
                  <a:cubicBezTo>
                    <a:pt x="196" y="390"/>
                    <a:pt x="196" y="390"/>
                    <a:pt x="217" y="390"/>
                  </a:cubicBezTo>
                  <a:cubicBezTo>
                    <a:pt x="217" y="369"/>
                    <a:pt x="217" y="347"/>
                    <a:pt x="196" y="325"/>
                  </a:cubicBezTo>
                  <a:cubicBezTo>
                    <a:pt x="87" y="260"/>
                    <a:pt x="152" y="65"/>
                    <a:pt x="152" y="65"/>
                  </a:cubicBezTo>
                  <a:cubicBezTo>
                    <a:pt x="152" y="43"/>
                    <a:pt x="131" y="0"/>
                    <a:pt x="1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966;p10">
              <a:extLst>
                <a:ext uri="{FF2B5EF4-FFF2-40B4-BE49-F238E27FC236}">
                  <a16:creationId xmlns:a16="http://schemas.microsoft.com/office/drawing/2014/main" id="{C7D99343-C801-4B1D-8CBB-E588C633AE3E}"/>
                </a:ext>
              </a:extLst>
            </p:cNvPr>
            <p:cNvSpPr/>
            <p:nvPr/>
          </p:nvSpPr>
          <p:spPr>
            <a:xfrm>
              <a:off x="3904524" y="4418765"/>
              <a:ext cx="9342" cy="17494"/>
            </a:xfrm>
            <a:custGeom>
              <a:avLst/>
              <a:gdLst/>
              <a:ahLst/>
              <a:cxnLst/>
              <a:rect l="l" t="t" r="r" b="b"/>
              <a:pathLst>
                <a:path w="218" h="408" extrusionOk="0">
                  <a:moveTo>
                    <a:pt x="131" y="1"/>
                  </a:moveTo>
                  <a:cubicBezTo>
                    <a:pt x="88" y="1"/>
                    <a:pt x="66" y="23"/>
                    <a:pt x="66" y="44"/>
                  </a:cubicBezTo>
                  <a:cubicBezTo>
                    <a:pt x="66" y="44"/>
                    <a:pt x="1" y="304"/>
                    <a:pt x="153" y="391"/>
                  </a:cubicBezTo>
                  <a:cubicBezTo>
                    <a:pt x="153" y="402"/>
                    <a:pt x="158" y="407"/>
                    <a:pt x="163" y="407"/>
                  </a:cubicBezTo>
                  <a:cubicBezTo>
                    <a:pt x="169" y="407"/>
                    <a:pt x="174" y="402"/>
                    <a:pt x="174" y="391"/>
                  </a:cubicBezTo>
                  <a:cubicBezTo>
                    <a:pt x="196" y="391"/>
                    <a:pt x="196" y="391"/>
                    <a:pt x="218" y="369"/>
                  </a:cubicBezTo>
                  <a:cubicBezTo>
                    <a:pt x="218" y="369"/>
                    <a:pt x="218" y="326"/>
                    <a:pt x="196" y="326"/>
                  </a:cubicBezTo>
                  <a:cubicBezTo>
                    <a:pt x="88" y="261"/>
                    <a:pt x="153" y="44"/>
                    <a:pt x="153" y="44"/>
                  </a:cubicBezTo>
                  <a:cubicBezTo>
                    <a:pt x="153" y="23"/>
                    <a:pt x="131"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967;p10">
              <a:extLst>
                <a:ext uri="{FF2B5EF4-FFF2-40B4-BE49-F238E27FC236}">
                  <a16:creationId xmlns:a16="http://schemas.microsoft.com/office/drawing/2014/main" id="{4E541129-3535-4A32-BEF6-728996E3A62E}"/>
                </a:ext>
              </a:extLst>
            </p:cNvPr>
            <p:cNvSpPr/>
            <p:nvPr/>
          </p:nvSpPr>
          <p:spPr>
            <a:xfrm>
              <a:off x="3888755" y="4373100"/>
              <a:ext cx="9342" cy="16894"/>
            </a:xfrm>
            <a:custGeom>
              <a:avLst/>
              <a:gdLst/>
              <a:ahLst/>
              <a:cxnLst/>
              <a:rect l="l" t="t" r="r" b="b"/>
              <a:pathLst>
                <a:path w="218" h="394" extrusionOk="0">
                  <a:moveTo>
                    <a:pt x="112" y="0"/>
                  </a:moveTo>
                  <a:cubicBezTo>
                    <a:pt x="99" y="0"/>
                    <a:pt x="87" y="7"/>
                    <a:pt x="87" y="25"/>
                  </a:cubicBezTo>
                  <a:cubicBezTo>
                    <a:pt x="65" y="25"/>
                    <a:pt x="0" y="285"/>
                    <a:pt x="152" y="394"/>
                  </a:cubicBezTo>
                  <a:lnTo>
                    <a:pt x="174" y="394"/>
                  </a:lnTo>
                  <a:cubicBezTo>
                    <a:pt x="195" y="372"/>
                    <a:pt x="217" y="372"/>
                    <a:pt x="217" y="350"/>
                  </a:cubicBezTo>
                  <a:cubicBezTo>
                    <a:pt x="217" y="350"/>
                    <a:pt x="217" y="329"/>
                    <a:pt x="195" y="307"/>
                  </a:cubicBezTo>
                  <a:cubicBezTo>
                    <a:pt x="87" y="242"/>
                    <a:pt x="152" y="25"/>
                    <a:pt x="152" y="25"/>
                  </a:cubicBezTo>
                  <a:cubicBezTo>
                    <a:pt x="152" y="13"/>
                    <a:pt x="130" y="0"/>
                    <a:pt x="1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968;p10">
              <a:extLst>
                <a:ext uri="{FF2B5EF4-FFF2-40B4-BE49-F238E27FC236}">
                  <a16:creationId xmlns:a16="http://schemas.microsoft.com/office/drawing/2014/main" id="{17D52499-051F-4AA8-9A5E-329CA12B0C3C}"/>
                </a:ext>
              </a:extLst>
            </p:cNvPr>
            <p:cNvSpPr/>
            <p:nvPr/>
          </p:nvSpPr>
          <p:spPr>
            <a:xfrm>
              <a:off x="3900839" y="4362637"/>
              <a:ext cx="9299" cy="17151"/>
            </a:xfrm>
            <a:custGeom>
              <a:avLst/>
              <a:gdLst/>
              <a:ahLst/>
              <a:cxnLst/>
              <a:rect l="l" t="t" r="r" b="b"/>
              <a:pathLst>
                <a:path w="217" h="400" extrusionOk="0">
                  <a:moveTo>
                    <a:pt x="111" y="0"/>
                  </a:moveTo>
                  <a:cubicBezTo>
                    <a:pt x="96" y="0"/>
                    <a:pt x="81" y="15"/>
                    <a:pt x="65" y="31"/>
                  </a:cubicBezTo>
                  <a:cubicBezTo>
                    <a:pt x="65" y="52"/>
                    <a:pt x="0" y="291"/>
                    <a:pt x="152" y="399"/>
                  </a:cubicBezTo>
                  <a:lnTo>
                    <a:pt x="174" y="399"/>
                  </a:lnTo>
                  <a:cubicBezTo>
                    <a:pt x="195" y="399"/>
                    <a:pt x="195" y="378"/>
                    <a:pt x="217" y="378"/>
                  </a:cubicBezTo>
                  <a:cubicBezTo>
                    <a:pt x="217" y="356"/>
                    <a:pt x="217" y="334"/>
                    <a:pt x="195" y="313"/>
                  </a:cubicBezTo>
                  <a:cubicBezTo>
                    <a:pt x="87" y="269"/>
                    <a:pt x="152" y="52"/>
                    <a:pt x="152" y="52"/>
                  </a:cubicBezTo>
                  <a:cubicBezTo>
                    <a:pt x="152" y="31"/>
                    <a:pt x="152" y="9"/>
                    <a:pt x="130" y="9"/>
                  </a:cubicBezTo>
                  <a:cubicBezTo>
                    <a:pt x="124" y="3"/>
                    <a:pt x="118" y="0"/>
                    <a:pt x="1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969;p10">
              <a:extLst>
                <a:ext uri="{FF2B5EF4-FFF2-40B4-BE49-F238E27FC236}">
                  <a16:creationId xmlns:a16="http://schemas.microsoft.com/office/drawing/2014/main" id="{FDB9C15C-B214-4E4A-B096-03B951C3CF7D}"/>
                </a:ext>
              </a:extLst>
            </p:cNvPr>
            <p:cNvSpPr/>
            <p:nvPr/>
          </p:nvSpPr>
          <p:spPr>
            <a:xfrm>
              <a:off x="3889655" y="4351832"/>
              <a:ext cx="9342" cy="17709"/>
            </a:xfrm>
            <a:custGeom>
              <a:avLst/>
              <a:gdLst/>
              <a:ahLst/>
              <a:cxnLst/>
              <a:rect l="l" t="t" r="r" b="b"/>
              <a:pathLst>
                <a:path w="218" h="413" extrusionOk="0">
                  <a:moveTo>
                    <a:pt x="131" y="1"/>
                  </a:moveTo>
                  <a:cubicBezTo>
                    <a:pt x="109" y="1"/>
                    <a:pt x="88" y="23"/>
                    <a:pt x="88" y="44"/>
                  </a:cubicBezTo>
                  <a:cubicBezTo>
                    <a:pt x="66" y="44"/>
                    <a:pt x="1" y="304"/>
                    <a:pt x="153" y="413"/>
                  </a:cubicBezTo>
                  <a:lnTo>
                    <a:pt x="174" y="413"/>
                  </a:lnTo>
                  <a:cubicBezTo>
                    <a:pt x="196" y="391"/>
                    <a:pt x="218" y="391"/>
                    <a:pt x="218" y="391"/>
                  </a:cubicBezTo>
                  <a:cubicBezTo>
                    <a:pt x="218" y="369"/>
                    <a:pt x="218" y="348"/>
                    <a:pt x="196" y="326"/>
                  </a:cubicBezTo>
                  <a:cubicBezTo>
                    <a:pt x="88" y="261"/>
                    <a:pt x="153" y="66"/>
                    <a:pt x="153" y="66"/>
                  </a:cubicBezTo>
                  <a:cubicBezTo>
                    <a:pt x="153" y="44"/>
                    <a:pt x="153" y="23"/>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970;p10">
              <a:extLst>
                <a:ext uri="{FF2B5EF4-FFF2-40B4-BE49-F238E27FC236}">
                  <a16:creationId xmlns:a16="http://schemas.microsoft.com/office/drawing/2014/main" id="{7D426744-C067-4F4D-9F89-A67C38D09C72}"/>
                </a:ext>
              </a:extLst>
            </p:cNvPr>
            <p:cNvSpPr/>
            <p:nvPr/>
          </p:nvSpPr>
          <p:spPr>
            <a:xfrm>
              <a:off x="3970517" y="4404829"/>
              <a:ext cx="9299" cy="17709"/>
            </a:xfrm>
            <a:custGeom>
              <a:avLst/>
              <a:gdLst/>
              <a:ahLst/>
              <a:cxnLst/>
              <a:rect l="l" t="t" r="r" b="b"/>
              <a:pathLst>
                <a:path w="217" h="413" extrusionOk="0">
                  <a:moveTo>
                    <a:pt x="130" y="1"/>
                  </a:moveTo>
                  <a:cubicBezTo>
                    <a:pt x="109" y="1"/>
                    <a:pt x="87" y="22"/>
                    <a:pt x="65" y="44"/>
                  </a:cubicBezTo>
                  <a:cubicBezTo>
                    <a:pt x="65" y="44"/>
                    <a:pt x="0" y="304"/>
                    <a:pt x="152" y="413"/>
                  </a:cubicBezTo>
                  <a:lnTo>
                    <a:pt x="174" y="413"/>
                  </a:lnTo>
                  <a:cubicBezTo>
                    <a:pt x="195" y="391"/>
                    <a:pt x="195" y="391"/>
                    <a:pt x="195" y="391"/>
                  </a:cubicBezTo>
                  <a:cubicBezTo>
                    <a:pt x="217" y="369"/>
                    <a:pt x="217" y="348"/>
                    <a:pt x="195" y="326"/>
                  </a:cubicBezTo>
                  <a:cubicBezTo>
                    <a:pt x="87" y="261"/>
                    <a:pt x="152" y="66"/>
                    <a:pt x="152" y="66"/>
                  </a:cubicBezTo>
                  <a:cubicBezTo>
                    <a:pt x="152" y="44"/>
                    <a:pt x="152" y="22"/>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971;p10">
              <a:extLst>
                <a:ext uri="{FF2B5EF4-FFF2-40B4-BE49-F238E27FC236}">
                  <a16:creationId xmlns:a16="http://schemas.microsoft.com/office/drawing/2014/main" id="{A0C61958-356D-43AE-8804-B2DD7BA0CC6F}"/>
                </a:ext>
              </a:extLst>
            </p:cNvPr>
            <p:cNvSpPr/>
            <p:nvPr/>
          </p:nvSpPr>
          <p:spPr>
            <a:xfrm>
              <a:off x="3979774" y="4389865"/>
              <a:ext cx="9342" cy="16894"/>
            </a:xfrm>
            <a:custGeom>
              <a:avLst/>
              <a:gdLst/>
              <a:ahLst/>
              <a:cxnLst/>
              <a:rect l="l" t="t" r="r" b="b"/>
              <a:pathLst>
                <a:path w="218" h="394" extrusionOk="0">
                  <a:moveTo>
                    <a:pt x="104" y="1"/>
                  </a:moveTo>
                  <a:cubicBezTo>
                    <a:pt x="89" y="1"/>
                    <a:pt x="74" y="8"/>
                    <a:pt x="66" y="24"/>
                  </a:cubicBezTo>
                  <a:cubicBezTo>
                    <a:pt x="66" y="46"/>
                    <a:pt x="1" y="306"/>
                    <a:pt x="153" y="393"/>
                  </a:cubicBezTo>
                  <a:lnTo>
                    <a:pt x="174" y="393"/>
                  </a:lnTo>
                  <a:cubicBezTo>
                    <a:pt x="196" y="393"/>
                    <a:pt x="196" y="393"/>
                    <a:pt x="196" y="371"/>
                  </a:cubicBezTo>
                  <a:cubicBezTo>
                    <a:pt x="218" y="350"/>
                    <a:pt x="218" y="328"/>
                    <a:pt x="196" y="328"/>
                  </a:cubicBezTo>
                  <a:cubicBezTo>
                    <a:pt x="88"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972;p10">
              <a:extLst>
                <a:ext uri="{FF2B5EF4-FFF2-40B4-BE49-F238E27FC236}">
                  <a16:creationId xmlns:a16="http://schemas.microsoft.com/office/drawing/2014/main" id="{053AC83C-48EE-4371-81B3-E3839C848877}"/>
                </a:ext>
              </a:extLst>
            </p:cNvPr>
            <p:cNvSpPr/>
            <p:nvPr/>
          </p:nvSpPr>
          <p:spPr>
            <a:xfrm>
              <a:off x="3972360" y="4433643"/>
              <a:ext cx="9342" cy="16808"/>
            </a:xfrm>
            <a:custGeom>
              <a:avLst/>
              <a:gdLst/>
              <a:ahLst/>
              <a:cxnLst/>
              <a:rect l="l" t="t" r="r" b="b"/>
              <a:pathLst>
                <a:path w="218" h="392" extrusionOk="0">
                  <a:moveTo>
                    <a:pt x="131" y="1"/>
                  </a:moveTo>
                  <a:cubicBezTo>
                    <a:pt x="109" y="1"/>
                    <a:pt x="87" y="1"/>
                    <a:pt x="66" y="22"/>
                  </a:cubicBezTo>
                  <a:cubicBezTo>
                    <a:pt x="66" y="44"/>
                    <a:pt x="1" y="304"/>
                    <a:pt x="152" y="391"/>
                  </a:cubicBezTo>
                  <a:lnTo>
                    <a:pt x="174" y="391"/>
                  </a:lnTo>
                  <a:cubicBezTo>
                    <a:pt x="196" y="391"/>
                    <a:pt x="196" y="391"/>
                    <a:pt x="217" y="369"/>
                  </a:cubicBezTo>
                  <a:cubicBezTo>
                    <a:pt x="217" y="369"/>
                    <a:pt x="217" y="326"/>
                    <a:pt x="196" y="326"/>
                  </a:cubicBezTo>
                  <a:cubicBezTo>
                    <a:pt x="87" y="261"/>
                    <a:pt x="152" y="44"/>
                    <a:pt x="152" y="44"/>
                  </a:cubicBezTo>
                  <a:cubicBezTo>
                    <a:pt x="152" y="22"/>
                    <a:pt x="152"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973;p10">
              <a:extLst>
                <a:ext uri="{FF2B5EF4-FFF2-40B4-BE49-F238E27FC236}">
                  <a16:creationId xmlns:a16="http://schemas.microsoft.com/office/drawing/2014/main" id="{2A52ADAD-CA90-468D-AD1D-5BF5218BBCFA}"/>
                </a:ext>
              </a:extLst>
            </p:cNvPr>
            <p:cNvSpPr/>
            <p:nvPr/>
          </p:nvSpPr>
          <p:spPr>
            <a:xfrm>
              <a:off x="3983502" y="4422838"/>
              <a:ext cx="9342" cy="16422"/>
            </a:xfrm>
            <a:custGeom>
              <a:avLst/>
              <a:gdLst/>
              <a:ahLst/>
              <a:cxnLst/>
              <a:rect l="l" t="t" r="r" b="b"/>
              <a:pathLst>
                <a:path w="218" h="383" extrusionOk="0">
                  <a:moveTo>
                    <a:pt x="107" y="0"/>
                  </a:moveTo>
                  <a:cubicBezTo>
                    <a:pt x="91" y="0"/>
                    <a:pt x="75" y="5"/>
                    <a:pt x="66" y="14"/>
                  </a:cubicBezTo>
                  <a:cubicBezTo>
                    <a:pt x="66" y="36"/>
                    <a:pt x="1" y="296"/>
                    <a:pt x="152" y="383"/>
                  </a:cubicBezTo>
                  <a:lnTo>
                    <a:pt x="174" y="383"/>
                  </a:lnTo>
                  <a:cubicBezTo>
                    <a:pt x="196" y="383"/>
                    <a:pt x="196" y="383"/>
                    <a:pt x="196" y="361"/>
                  </a:cubicBezTo>
                  <a:cubicBezTo>
                    <a:pt x="218" y="361"/>
                    <a:pt x="218" y="318"/>
                    <a:pt x="196" y="318"/>
                  </a:cubicBezTo>
                  <a:cubicBezTo>
                    <a:pt x="87" y="253"/>
                    <a:pt x="152" y="36"/>
                    <a:pt x="152" y="36"/>
                  </a:cubicBezTo>
                  <a:cubicBezTo>
                    <a:pt x="152" y="11"/>
                    <a:pt x="130" y="0"/>
                    <a:pt x="1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974;p10">
              <a:extLst>
                <a:ext uri="{FF2B5EF4-FFF2-40B4-BE49-F238E27FC236}">
                  <a16:creationId xmlns:a16="http://schemas.microsoft.com/office/drawing/2014/main" id="{90CE598B-B303-48E9-96FE-2096901FF317}"/>
                </a:ext>
              </a:extLst>
            </p:cNvPr>
            <p:cNvSpPr/>
            <p:nvPr/>
          </p:nvSpPr>
          <p:spPr>
            <a:xfrm>
              <a:off x="3967732" y="4376015"/>
              <a:ext cx="9299" cy="16765"/>
            </a:xfrm>
            <a:custGeom>
              <a:avLst/>
              <a:gdLst/>
              <a:ahLst/>
              <a:cxnLst/>
              <a:rect l="l" t="t" r="r" b="b"/>
              <a:pathLst>
                <a:path w="217" h="391" extrusionOk="0">
                  <a:moveTo>
                    <a:pt x="130" y="1"/>
                  </a:moveTo>
                  <a:cubicBezTo>
                    <a:pt x="109" y="1"/>
                    <a:pt x="87" y="1"/>
                    <a:pt x="87" y="22"/>
                  </a:cubicBezTo>
                  <a:cubicBezTo>
                    <a:pt x="65" y="44"/>
                    <a:pt x="0" y="304"/>
                    <a:pt x="152" y="391"/>
                  </a:cubicBezTo>
                  <a:lnTo>
                    <a:pt x="174" y="391"/>
                  </a:lnTo>
                  <a:cubicBezTo>
                    <a:pt x="195" y="391"/>
                    <a:pt x="195" y="391"/>
                    <a:pt x="195" y="369"/>
                  </a:cubicBezTo>
                  <a:cubicBezTo>
                    <a:pt x="217" y="369"/>
                    <a:pt x="217" y="326"/>
                    <a:pt x="195" y="326"/>
                  </a:cubicBezTo>
                  <a:cubicBezTo>
                    <a:pt x="87" y="261"/>
                    <a:pt x="152" y="44"/>
                    <a:pt x="152" y="44"/>
                  </a:cubicBezTo>
                  <a:cubicBezTo>
                    <a:pt x="152" y="22"/>
                    <a:pt x="152" y="1"/>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975;p10">
              <a:extLst>
                <a:ext uri="{FF2B5EF4-FFF2-40B4-BE49-F238E27FC236}">
                  <a16:creationId xmlns:a16="http://schemas.microsoft.com/office/drawing/2014/main" id="{67E86EA1-89DA-47CB-A798-B8C543476579}"/>
                </a:ext>
              </a:extLst>
            </p:cNvPr>
            <p:cNvSpPr/>
            <p:nvPr/>
          </p:nvSpPr>
          <p:spPr>
            <a:xfrm>
              <a:off x="3979774" y="4366625"/>
              <a:ext cx="9342" cy="16894"/>
            </a:xfrm>
            <a:custGeom>
              <a:avLst/>
              <a:gdLst/>
              <a:ahLst/>
              <a:cxnLst/>
              <a:rect l="l" t="t" r="r" b="b"/>
              <a:pathLst>
                <a:path w="218" h="394" extrusionOk="0">
                  <a:moveTo>
                    <a:pt x="104" y="1"/>
                  </a:moveTo>
                  <a:cubicBezTo>
                    <a:pt x="89" y="1"/>
                    <a:pt x="74" y="8"/>
                    <a:pt x="66" y="24"/>
                  </a:cubicBezTo>
                  <a:cubicBezTo>
                    <a:pt x="66" y="46"/>
                    <a:pt x="1" y="306"/>
                    <a:pt x="153" y="393"/>
                  </a:cubicBezTo>
                  <a:lnTo>
                    <a:pt x="174" y="393"/>
                  </a:lnTo>
                  <a:cubicBezTo>
                    <a:pt x="196" y="393"/>
                    <a:pt x="196" y="393"/>
                    <a:pt x="196" y="371"/>
                  </a:cubicBezTo>
                  <a:cubicBezTo>
                    <a:pt x="218" y="350"/>
                    <a:pt x="218" y="328"/>
                    <a:pt x="196" y="328"/>
                  </a:cubicBezTo>
                  <a:cubicBezTo>
                    <a:pt x="88"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976;p10">
              <a:extLst>
                <a:ext uri="{FF2B5EF4-FFF2-40B4-BE49-F238E27FC236}">
                  <a16:creationId xmlns:a16="http://schemas.microsoft.com/office/drawing/2014/main" id="{C9D30201-3D7D-472F-BB6E-C7087CFD77DC}"/>
                </a:ext>
              </a:extLst>
            </p:cNvPr>
            <p:cNvSpPr/>
            <p:nvPr/>
          </p:nvSpPr>
          <p:spPr>
            <a:xfrm>
              <a:off x="3968632" y="4355562"/>
              <a:ext cx="9342" cy="16765"/>
            </a:xfrm>
            <a:custGeom>
              <a:avLst/>
              <a:gdLst/>
              <a:ahLst/>
              <a:cxnLst/>
              <a:rect l="l" t="t" r="r" b="b"/>
              <a:pathLst>
                <a:path w="218" h="391" extrusionOk="0">
                  <a:moveTo>
                    <a:pt x="131" y="1"/>
                  </a:moveTo>
                  <a:cubicBezTo>
                    <a:pt x="109" y="1"/>
                    <a:pt x="88" y="1"/>
                    <a:pt x="88" y="22"/>
                  </a:cubicBezTo>
                  <a:cubicBezTo>
                    <a:pt x="66" y="44"/>
                    <a:pt x="1" y="304"/>
                    <a:pt x="153" y="391"/>
                  </a:cubicBezTo>
                  <a:lnTo>
                    <a:pt x="174" y="391"/>
                  </a:lnTo>
                  <a:cubicBezTo>
                    <a:pt x="196" y="391"/>
                    <a:pt x="218" y="391"/>
                    <a:pt x="218" y="369"/>
                  </a:cubicBezTo>
                  <a:cubicBezTo>
                    <a:pt x="218" y="369"/>
                    <a:pt x="218" y="326"/>
                    <a:pt x="196" y="326"/>
                  </a:cubicBezTo>
                  <a:cubicBezTo>
                    <a:pt x="88" y="261"/>
                    <a:pt x="153" y="44"/>
                    <a:pt x="153" y="44"/>
                  </a:cubicBezTo>
                  <a:cubicBezTo>
                    <a:pt x="153" y="22"/>
                    <a:pt x="153" y="1"/>
                    <a:pt x="1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977;p10">
              <a:extLst>
                <a:ext uri="{FF2B5EF4-FFF2-40B4-BE49-F238E27FC236}">
                  <a16:creationId xmlns:a16="http://schemas.microsoft.com/office/drawing/2014/main" id="{0F0D29F7-580C-45B3-9838-8F74DD0E789D}"/>
                </a:ext>
              </a:extLst>
            </p:cNvPr>
            <p:cNvSpPr/>
            <p:nvPr/>
          </p:nvSpPr>
          <p:spPr>
            <a:xfrm>
              <a:off x="4163740" y="4407531"/>
              <a:ext cx="9342" cy="16851"/>
            </a:xfrm>
            <a:custGeom>
              <a:avLst/>
              <a:gdLst/>
              <a:ahLst/>
              <a:cxnLst/>
              <a:rect l="l" t="t" r="r" b="b"/>
              <a:pathLst>
                <a:path w="218" h="393" extrusionOk="0">
                  <a:moveTo>
                    <a:pt x="104" y="1"/>
                  </a:moveTo>
                  <a:cubicBezTo>
                    <a:pt x="89" y="1"/>
                    <a:pt x="74" y="8"/>
                    <a:pt x="66" y="24"/>
                  </a:cubicBezTo>
                  <a:cubicBezTo>
                    <a:pt x="66" y="46"/>
                    <a:pt x="1" y="285"/>
                    <a:pt x="153" y="393"/>
                  </a:cubicBezTo>
                  <a:lnTo>
                    <a:pt x="174" y="393"/>
                  </a:lnTo>
                  <a:cubicBezTo>
                    <a:pt x="174" y="393"/>
                    <a:pt x="196" y="371"/>
                    <a:pt x="196" y="371"/>
                  </a:cubicBezTo>
                  <a:cubicBezTo>
                    <a:pt x="218" y="350"/>
                    <a:pt x="218" y="328"/>
                    <a:pt x="196" y="306"/>
                  </a:cubicBezTo>
                  <a:cubicBezTo>
                    <a:pt x="87" y="263"/>
                    <a:pt x="153" y="46"/>
                    <a:pt x="153" y="46"/>
                  </a:cubicBezTo>
                  <a:cubicBezTo>
                    <a:pt x="153"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978;p10">
              <a:extLst>
                <a:ext uri="{FF2B5EF4-FFF2-40B4-BE49-F238E27FC236}">
                  <a16:creationId xmlns:a16="http://schemas.microsoft.com/office/drawing/2014/main" id="{00C675AC-4347-4523-AA0B-2214E81B780E}"/>
                </a:ext>
              </a:extLst>
            </p:cNvPr>
            <p:cNvSpPr/>
            <p:nvPr/>
          </p:nvSpPr>
          <p:spPr>
            <a:xfrm>
              <a:off x="4173039" y="4392266"/>
              <a:ext cx="9342" cy="17280"/>
            </a:xfrm>
            <a:custGeom>
              <a:avLst/>
              <a:gdLst/>
              <a:ahLst/>
              <a:cxnLst/>
              <a:rect l="l" t="t" r="r" b="b"/>
              <a:pathLst>
                <a:path w="218" h="403" extrusionOk="0">
                  <a:moveTo>
                    <a:pt x="98" y="0"/>
                  </a:moveTo>
                  <a:cubicBezTo>
                    <a:pt x="80" y="0"/>
                    <a:pt x="66" y="10"/>
                    <a:pt x="66" y="34"/>
                  </a:cubicBezTo>
                  <a:cubicBezTo>
                    <a:pt x="66" y="34"/>
                    <a:pt x="1" y="294"/>
                    <a:pt x="152" y="402"/>
                  </a:cubicBezTo>
                  <a:lnTo>
                    <a:pt x="174" y="402"/>
                  </a:lnTo>
                  <a:cubicBezTo>
                    <a:pt x="196" y="380"/>
                    <a:pt x="196" y="380"/>
                    <a:pt x="217" y="380"/>
                  </a:cubicBezTo>
                  <a:cubicBezTo>
                    <a:pt x="217" y="359"/>
                    <a:pt x="217" y="337"/>
                    <a:pt x="196" y="315"/>
                  </a:cubicBezTo>
                  <a:cubicBezTo>
                    <a:pt x="87" y="250"/>
                    <a:pt x="152" y="55"/>
                    <a:pt x="152" y="55"/>
                  </a:cubicBezTo>
                  <a:cubicBezTo>
                    <a:pt x="166" y="28"/>
                    <a:pt x="128" y="0"/>
                    <a:pt x="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979;p10">
              <a:extLst>
                <a:ext uri="{FF2B5EF4-FFF2-40B4-BE49-F238E27FC236}">
                  <a16:creationId xmlns:a16="http://schemas.microsoft.com/office/drawing/2014/main" id="{D3A54FAA-FEAE-4032-8801-31BB7D690E13}"/>
                </a:ext>
              </a:extLst>
            </p:cNvPr>
            <p:cNvSpPr/>
            <p:nvPr/>
          </p:nvSpPr>
          <p:spPr>
            <a:xfrm>
              <a:off x="4165625" y="4436430"/>
              <a:ext cx="9299" cy="16808"/>
            </a:xfrm>
            <a:custGeom>
              <a:avLst/>
              <a:gdLst/>
              <a:ahLst/>
              <a:cxnLst/>
              <a:rect l="l" t="t" r="r" b="b"/>
              <a:pathLst>
                <a:path w="217" h="392" extrusionOk="0">
                  <a:moveTo>
                    <a:pt x="109" y="1"/>
                  </a:moveTo>
                  <a:cubicBezTo>
                    <a:pt x="87" y="1"/>
                    <a:pt x="87" y="1"/>
                    <a:pt x="65" y="23"/>
                  </a:cubicBezTo>
                  <a:cubicBezTo>
                    <a:pt x="65" y="44"/>
                    <a:pt x="0" y="304"/>
                    <a:pt x="152" y="391"/>
                  </a:cubicBezTo>
                  <a:lnTo>
                    <a:pt x="174" y="391"/>
                  </a:lnTo>
                  <a:cubicBezTo>
                    <a:pt x="217" y="391"/>
                    <a:pt x="217" y="348"/>
                    <a:pt x="195" y="326"/>
                  </a:cubicBezTo>
                  <a:cubicBezTo>
                    <a:pt x="87" y="261"/>
                    <a:pt x="152" y="44"/>
                    <a:pt x="152" y="44"/>
                  </a:cubicBezTo>
                  <a:cubicBezTo>
                    <a:pt x="152" y="23"/>
                    <a:pt x="130"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980;p10">
              <a:extLst>
                <a:ext uri="{FF2B5EF4-FFF2-40B4-BE49-F238E27FC236}">
                  <a16:creationId xmlns:a16="http://schemas.microsoft.com/office/drawing/2014/main" id="{BAC01B07-AAE3-4C77-9014-A024E5460C8F}"/>
                </a:ext>
              </a:extLst>
            </p:cNvPr>
            <p:cNvSpPr/>
            <p:nvPr/>
          </p:nvSpPr>
          <p:spPr>
            <a:xfrm>
              <a:off x="4176767" y="4424339"/>
              <a:ext cx="9342" cy="17709"/>
            </a:xfrm>
            <a:custGeom>
              <a:avLst/>
              <a:gdLst/>
              <a:ahLst/>
              <a:cxnLst/>
              <a:rect l="l" t="t" r="r" b="b"/>
              <a:pathLst>
                <a:path w="218" h="413" extrusionOk="0">
                  <a:moveTo>
                    <a:pt x="109" y="1"/>
                  </a:moveTo>
                  <a:cubicBezTo>
                    <a:pt x="87" y="1"/>
                    <a:pt x="65" y="23"/>
                    <a:pt x="65" y="44"/>
                  </a:cubicBezTo>
                  <a:cubicBezTo>
                    <a:pt x="65" y="44"/>
                    <a:pt x="0" y="305"/>
                    <a:pt x="152" y="413"/>
                  </a:cubicBezTo>
                  <a:lnTo>
                    <a:pt x="174" y="413"/>
                  </a:lnTo>
                  <a:cubicBezTo>
                    <a:pt x="195" y="413"/>
                    <a:pt x="195" y="391"/>
                    <a:pt x="217" y="370"/>
                  </a:cubicBezTo>
                  <a:cubicBezTo>
                    <a:pt x="217" y="370"/>
                    <a:pt x="217" y="348"/>
                    <a:pt x="195" y="326"/>
                  </a:cubicBezTo>
                  <a:cubicBezTo>
                    <a:pt x="87" y="261"/>
                    <a:pt x="152" y="66"/>
                    <a:pt x="152" y="66"/>
                  </a:cubicBezTo>
                  <a:cubicBezTo>
                    <a:pt x="152" y="44"/>
                    <a:pt x="130"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981;p10">
              <a:extLst>
                <a:ext uri="{FF2B5EF4-FFF2-40B4-BE49-F238E27FC236}">
                  <a16:creationId xmlns:a16="http://schemas.microsoft.com/office/drawing/2014/main" id="{6D94141F-BF63-43DD-95E1-7858E720C0FF}"/>
                </a:ext>
              </a:extLst>
            </p:cNvPr>
            <p:cNvSpPr/>
            <p:nvPr/>
          </p:nvSpPr>
          <p:spPr>
            <a:xfrm>
              <a:off x="4160954" y="4378717"/>
              <a:ext cx="9342" cy="16851"/>
            </a:xfrm>
            <a:custGeom>
              <a:avLst/>
              <a:gdLst/>
              <a:ahLst/>
              <a:cxnLst/>
              <a:rect l="l" t="t" r="r" b="b"/>
              <a:pathLst>
                <a:path w="218" h="393" extrusionOk="0">
                  <a:moveTo>
                    <a:pt x="104" y="1"/>
                  </a:moveTo>
                  <a:cubicBezTo>
                    <a:pt x="89" y="1"/>
                    <a:pt x="74" y="8"/>
                    <a:pt x="66" y="24"/>
                  </a:cubicBezTo>
                  <a:cubicBezTo>
                    <a:pt x="66" y="24"/>
                    <a:pt x="1" y="284"/>
                    <a:pt x="152" y="393"/>
                  </a:cubicBezTo>
                  <a:lnTo>
                    <a:pt x="174" y="393"/>
                  </a:lnTo>
                  <a:cubicBezTo>
                    <a:pt x="196" y="371"/>
                    <a:pt x="196" y="371"/>
                    <a:pt x="196" y="371"/>
                  </a:cubicBezTo>
                  <a:cubicBezTo>
                    <a:pt x="218" y="350"/>
                    <a:pt x="218" y="328"/>
                    <a:pt x="196" y="306"/>
                  </a:cubicBezTo>
                  <a:cubicBezTo>
                    <a:pt x="87" y="241"/>
                    <a:pt x="152" y="46"/>
                    <a:pt x="152" y="46"/>
                  </a:cubicBezTo>
                  <a:cubicBezTo>
                    <a:pt x="152" y="19"/>
                    <a:pt x="128"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982;p10">
              <a:extLst>
                <a:ext uri="{FF2B5EF4-FFF2-40B4-BE49-F238E27FC236}">
                  <a16:creationId xmlns:a16="http://schemas.microsoft.com/office/drawing/2014/main" id="{678F177E-D9F6-4F95-86E2-D1D8035D4D10}"/>
                </a:ext>
              </a:extLst>
            </p:cNvPr>
            <p:cNvSpPr/>
            <p:nvPr/>
          </p:nvSpPr>
          <p:spPr>
            <a:xfrm>
              <a:off x="4173039" y="4368512"/>
              <a:ext cx="9342" cy="16851"/>
            </a:xfrm>
            <a:custGeom>
              <a:avLst/>
              <a:gdLst/>
              <a:ahLst/>
              <a:cxnLst/>
              <a:rect l="l" t="t" r="r" b="b"/>
              <a:pathLst>
                <a:path w="218" h="393" extrusionOk="0">
                  <a:moveTo>
                    <a:pt x="103" y="0"/>
                  </a:moveTo>
                  <a:cubicBezTo>
                    <a:pt x="88" y="0"/>
                    <a:pt x="74" y="7"/>
                    <a:pt x="66" y="24"/>
                  </a:cubicBezTo>
                  <a:cubicBezTo>
                    <a:pt x="66" y="46"/>
                    <a:pt x="1" y="284"/>
                    <a:pt x="152" y="392"/>
                  </a:cubicBezTo>
                  <a:lnTo>
                    <a:pt x="174" y="392"/>
                  </a:lnTo>
                  <a:cubicBezTo>
                    <a:pt x="196" y="392"/>
                    <a:pt x="196" y="392"/>
                    <a:pt x="217" y="371"/>
                  </a:cubicBezTo>
                  <a:cubicBezTo>
                    <a:pt x="217" y="349"/>
                    <a:pt x="217" y="327"/>
                    <a:pt x="196" y="327"/>
                  </a:cubicBezTo>
                  <a:cubicBezTo>
                    <a:pt x="87" y="262"/>
                    <a:pt x="152" y="46"/>
                    <a:pt x="152" y="46"/>
                  </a:cubicBezTo>
                  <a:cubicBezTo>
                    <a:pt x="152" y="19"/>
                    <a:pt x="127" y="0"/>
                    <a:pt x="1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983;p10">
              <a:extLst>
                <a:ext uri="{FF2B5EF4-FFF2-40B4-BE49-F238E27FC236}">
                  <a16:creationId xmlns:a16="http://schemas.microsoft.com/office/drawing/2014/main" id="{339D99DB-877D-4677-BBE1-571237C57177}"/>
                </a:ext>
              </a:extLst>
            </p:cNvPr>
            <p:cNvSpPr/>
            <p:nvPr/>
          </p:nvSpPr>
          <p:spPr>
            <a:xfrm>
              <a:off x="4161897" y="4357406"/>
              <a:ext cx="10242" cy="17709"/>
            </a:xfrm>
            <a:custGeom>
              <a:avLst/>
              <a:gdLst/>
              <a:ahLst/>
              <a:cxnLst/>
              <a:rect l="l" t="t" r="r" b="b"/>
              <a:pathLst>
                <a:path w="239" h="413" extrusionOk="0">
                  <a:moveTo>
                    <a:pt x="130" y="1"/>
                  </a:moveTo>
                  <a:cubicBezTo>
                    <a:pt x="109" y="1"/>
                    <a:pt x="87" y="23"/>
                    <a:pt x="65" y="44"/>
                  </a:cubicBezTo>
                  <a:cubicBezTo>
                    <a:pt x="65" y="44"/>
                    <a:pt x="0" y="305"/>
                    <a:pt x="152" y="413"/>
                  </a:cubicBezTo>
                  <a:lnTo>
                    <a:pt x="174" y="413"/>
                  </a:lnTo>
                  <a:lnTo>
                    <a:pt x="174" y="391"/>
                  </a:lnTo>
                  <a:cubicBezTo>
                    <a:pt x="217" y="391"/>
                    <a:pt x="239" y="348"/>
                    <a:pt x="196" y="326"/>
                  </a:cubicBezTo>
                  <a:cubicBezTo>
                    <a:pt x="87" y="283"/>
                    <a:pt x="152" y="66"/>
                    <a:pt x="152" y="66"/>
                  </a:cubicBezTo>
                  <a:cubicBezTo>
                    <a:pt x="152" y="44"/>
                    <a:pt x="130" y="23"/>
                    <a:pt x="1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984;p10">
              <a:extLst>
                <a:ext uri="{FF2B5EF4-FFF2-40B4-BE49-F238E27FC236}">
                  <a16:creationId xmlns:a16="http://schemas.microsoft.com/office/drawing/2014/main" id="{389D4097-B5FD-4C3A-A712-7C59FA3C7C2E}"/>
                </a:ext>
              </a:extLst>
            </p:cNvPr>
            <p:cNvSpPr/>
            <p:nvPr/>
          </p:nvSpPr>
          <p:spPr>
            <a:xfrm>
              <a:off x="4069893" y="4331379"/>
              <a:ext cx="17698" cy="5660"/>
            </a:xfrm>
            <a:custGeom>
              <a:avLst/>
              <a:gdLst/>
              <a:ahLst/>
              <a:cxnLst/>
              <a:rect l="l" t="t" r="r" b="b"/>
              <a:pathLst>
                <a:path w="413" h="132" extrusionOk="0">
                  <a:moveTo>
                    <a:pt x="66" y="1"/>
                  </a:moveTo>
                  <a:cubicBezTo>
                    <a:pt x="44" y="1"/>
                    <a:pt x="23" y="1"/>
                    <a:pt x="1" y="23"/>
                  </a:cubicBezTo>
                  <a:cubicBezTo>
                    <a:pt x="1" y="44"/>
                    <a:pt x="1" y="66"/>
                    <a:pt x="23" y="88"/>
                  </a:cubicBezTo>
                  <a:cubicBezTo>
                    <a:pt x="88" y="109"/>
                    <a:pt x="153" y="131"/>
                    <a:pt x="239" y="131"/>
                  </a:cubicBezTo>
                  <a:cubicBezTo>
                    <a:pt x="283" y="131"/>
                    <a:pt x="348" y="109"/>
                    <a:pt x="391" y="66"/>
                  </a:cubicBezTo>
                  <a:cubicBezTo>
                    <a:pt x="413" y="44"/>
                    <a:pt x="413" y="23"/>
                    <a:pt x="391" y="1"/>
                  </a:cubicBezTo>
                  <a:lnTo>
                    <a:pt x="326" y="1"/>
                  </a:lnTo>
                  <a:cubicBezTo>
                    <a:pt x="305" y="37"/>
                    <a:pt x="268" y="49"/>
                    <a:pt x="230" y="49"/>
                  </a:cubicBezTo>
                  <a:cubicBezTo>
                    <a:pt x="153" y="49"/>
                    <a:pt x="66"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985;p10">
              <a:extLst>
                <a:ext uri="{FF2B5EF4-FFF2-40B4-BE49-F238E27FC236}">
                  <a16:creationId xmlns:a16="http://schemas.microsoft.com/office/drawing/2014/main" id="{EB847FB1-2B22-4621-9D51-29C6129445E9}"/>
                </a:ext>
              </a:extLst>
            </p:cNvPr>
            <p:cNvSpPr/>
            <p:nvPr/>
          </p:nvSpPr>
          <p:spPr>
            <a:xfrm>
              <a:off x="4048552" y="4337296"/>
              <a:ext cx="18384" cy="6217"/>
            </a:xfrm>
            <a:custGeom>
              <a:avLst/>
              <a:gdLst/>
              <a:ahLst/>
              <a:cxnLst/>
              <a:rect l="l" t="t" r="r" b="b"/>
              <a:pathLst>
                <a:path w="429" h="145" extrusionOk="0">
                  <a:moveTo>
                    <a:pt x="378" y="0"/>
                  </a:moveTo>
                  <a:cubicBezTo>
                    <a:pt x="368" y="0"/>
                    <a:pt x="358" y="4"/>
                    <a:pt x="347" y="15"/>
                  </a:cubicBezTo>
                  <a:cubicBezTo>
                    <a:pt x="318" y="44"/>
                    <a:pt x="277" y="53"/>
                    <a:pt x="236" y="53"/>
                  </a:cubicBezTo>
                  <a:cubicBezTo>
                    <a:pt x="152" y="53"/>
                    <a:pt x="65" y="15"/>
                    <a:pt x="65" y="15"/>
                  </a:cubicBezTo>
                  <a:cubicBezTo>
                    <a:pt x="59" y="8"/>
                    <a:pt x="53" y="6"/>
                    <a:pt x="47" y="6"/>
                  </a:cubicBezTo>
                  <a:cubicBezTo>
                    <a:pt x="33" y="6"/>
                    <a:pt x="22" y="21"/>
                    <a:pt x="22" y="36"/>
                  </a:cubicBezTo>
                  <a:cubicBezTo>
                    <a:pt x="0" y="58"/>
                    <a:pt x="22" y="80"/>
                    <a:pt x="44" y="80"/>
                  </a:cubicBezTo>
                  <a:cubicBezTo>
                    <a:pt x="109" y="123"/>
                    <a:pt x="174" y="123"/>
                    <a:pt x="239" y="145"/>
                  </a:cubicBezTo>
                  <a:cubicBezTo>
                    <a:pt x="304" y="123"/>
                    <a:pt x="369" y="101"/>
                    <a:pt x="412" y="58"/>
                  </a:cubicBezTo>
                  <a:cubicBezTo>
                    <a:pt x="429" y="42"/>
                    <a:pt x="408" y="0"/>
                    <a:pt x="3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986;p10">
              <a:extLst>
                <a:ext uri="{FF2B5EF4-FFF2-40B4-BE49-F238E27FC236}">
                  <a16:creationId xmlns:a16="http://schemas.microsoft.com/office/drawing/2014/main" id="{7D700168-8A13-43C0-A533-14DA1CD1B280}"/>
                </a:ext>
              </a:extLst>
            </p:cNvPr>
            <p:cNvSpPr/>
            <p:nvPr/>
          </p:nvSpPr>
          <p:spPr>
            <a:xfrm>
              <a:off x="4048852" y="4323318"/>
              <a:ext cx="18084" cy="6260"/>
            </a:xfrm>
            <a:custGeom>
              <a:avLst/>
              <a:gdLst/>
              <a:ahLst/>
              <a:cxnLst/>
              <a:rect l="l" t="t" r="r" b="b"/>
              <a:pathLst>
                <a:path w="422" h="146" extrusionOk="0">
                  <a:moveTo>
                    <a:pt x="371" y="1"/>
                  </a:moveTo>
                  <a:cubicBezTo>
                    <a:pt x="361" y="1"/>
                    <a:pt x="351" y="5"/>
                    <a:pt x="340" y="15"/>
                  </a:cubicBezTo>
                  <a:cubicBezTo>
                    <a:pt x="311" y="44"/>
                    <a:pt x="270" y="54"/>
                    <a:pt x="229" y="54"/>
                  </a:cubicBezTo>
                  <a:cubicBezTo>
                    <a:pt x="145" y="54"/>
                    <a:pt x="58" y="15"/>
                    <a:pt x="58" y="15"/>
                  </a:cubicBezTo>
                  <a:cubicBezTo>
                    <a:pt x="55" y="8"/>
                    <a:pt x="51" y="5"/>
                    <a:pt x="46" y="5"/>
                  </a:cubicBezTo>
                  <a:cubicBezTo>
                    <a:pt x="25" y="5"/>
                    <a:pt x="1" y="81"/>
                    <a:pt x="37" y="81"/>
                  </a:cubicBezTo>
                  <a:cubicBezTo>
                    <a:pt x="102" y="124"/>
                    <a:pt x="167" y="124"/>
                    <a:pt x="232" y="146"/>
                  </a:cubicBezTo>
                  <a:cubicBezTo>
                    <a:pt x="297" y="124"/>
                    <a:pt x="362" y="102"/>
                    <a:pt x="405" y="59"/>
                  </a:cubicBezTo>
                  <a:cubicBezTo>
                    <a:pt x="422" y="42"/>
                    <a:pt x="401" y="1"/>
                    <a:pt x="3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987;p10">
              <a:extLst>
                <a:ext uri="{FF2B5EF4-FFF2-40B4-BE49-F238E27FC236}">
                  <a16:creationId xmlns:a16="http://schemas.microsoft.com/office/drawing/2014/main" id="{506E2C9D-73EF-4758-8138-BF5AB17D710B}"/>
                </a:ext>
              </a:extLst>
            </p:cNvPr>
            <p:cNvSpPr/>
            <p:nvPr/>
          </p:nvSpPr>
          <p:spPr>
            <a:xfrm>
              <a:off x="4069893" y="4316758"/>
              <a:ext cx="17698" cy="5403"/>
            </a:xfrm>
            <a:custGeom>
              <a:avLst/>
              <a:gdLst/>
              <a:ahLst/>
              <a:cxnLst/>
              <a:rect l="l" t="t" r="r" b="b"/>
              <a:pathLst>
                <a:path w="413" h="126" extrusionOk="0">
                  <a:moveTo>
                    <a:pt x="34" y="0"/>
                  </a:moveTo>
                  <a:cubicBezTo>
                    <a:pt x="23" y="0"/>
                    <a:pt x="12" y="6"/>
                    <a:pt x="1" y="17"/>
                  </a:cubicBezTo>
                  <a:cubicBezTo>
                    <a:pt x="1" y="38"/>
                    <a:pt x="1" y="60"/>
                    <a:pt x="23" y="82"/>
                  </a:cubicBezTo>
                  <a:cubicBezTo>
                    <a:pt x="88" y="103"/>
                    <a:pt x="153" y="125"/>
                    <a:pt x="239" y="125"/>
                  </a:cubicBezTo>
                  <a:cubicBezTo>
                    <a:pt x="283" y="125"/>
                    <a:pt x="348" y="103"/>
                    <a:pt x="391" y="60"/>
                  </a:cubicBezTo>
                  <a:cubicBezTo>
                    <a:pt x="413" y="38"/>
                    <a:pt x="413" y="17"/>
                    <a:pt x="391" y="17"/>
                  </a:cubicBezTo>
                  <a:cubicBezTo>
                    <a:pt x="380" y="6"/>
                    <a:pt x="370" y="0"/>
                    <a:pt x="359" y="0"/>
                  </a:cubicBezTo>
                  <a:cubicBezTo>
                    <a:pt x="348" y="0"/>
                    <a:pt x="337" y="6"/>
                    <a:pt x="326" y="17"/>
                  </a:cubicBezTo>
                  <a:cubicBezTo>
                    <a:pt x="305" y="46"/>
                    <a:pt x="268" y="55"/>
                    <a:pt x="230" y="55"/>
                  </a:cubicBezTo>
                  <a:cubicBezTo>
                    <a:pt x="153" y="55"/>
                    <a:pt x="66" y="17"/>
                    <a:pt x="66" y="17"/>
                  </a:cubicBezTo>
                  <a:cubicBezTo>
                    <a:pt x="55" y="6"/>
                    <a:pt x="44" y="0"/>
                    <a:pt x="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988;p10">
              <a:extLst>
                <a:ext uri="{FF2B5EF4-FFF2-40B4-BE49-F238E27FC236}">
                  <a16:creationId xmlns:a16="http://schemas.microsoft.com/office/drawing/2014/main" id="{E8485B94-3F54-4E18-A827-713F207D6824}"/>
                </a:ext>
              </a:extLst>
            </p:cNvPr>
            <p:cNvSpPr/>
            <p:nvPr/>
          </p:nvSpPr>
          <p:spPr>
            <a:xfrm>
              <a:off x="4088491" y="4324176"/>
              <a:ext cx="18641" cy="6346"/>
            </a:xfrm>
            <a:custGeom>
              <a:avLst/>
              <a:gdLst/>
              <a:ahLst/>
              <a:cxnLst/>
              <a:rect l="l" t="t" r="r" b="b"/>
              <a:pathLst>
                <a:path w="435" h="148" extrusionOk="0">
                  <a:moveTo>
                    <a:pt x="380" y="1"/>
                  </a:moveTo>
                  <a:cubicBezTo>
                    <a:pt x="369" y="1"/>
                    <a:pt x="358" y="6"/>
                    <a:pt x="347" y="17"/>
                  </a:cubicBezTo>
                  <a:cubicBezTo>
                    <a:pt x="319" y="53"/>
                    <a:pt x="278" y="65"/>
                    <a:pt x="236" y="65"/>
                  </a:cubicBezTo>
                  <a:cubicBezTo>
                    <a:pt x="152" y="65"/>
                    <a:pt x="66" y="17"/>
                    <a:pt x="66" y="17"/>
                  </a:cubicBezTo>
                  <a:cubicBezTo>
                    <a:pt x="44" y="17"/>
                    <a:pt x="22" y="17"/>
                    <a:pt x="22" y="39"/>
                  </a:cubicBezTo>
                  <a:cubicBezTo>
                    <a:pt x="1" y="61"/>
                    <a:pt x="22" y="82"/>
                    <a:pt x="44" y="82"/>
                  </a:cubicBezTo>
                  <a:cubicBezTo>
                    <a:pt x="109" y="126"/>
                    <a:pt x="174" y="147"/>
                    <a:pt x="239" y="147"/>
                  </a:cubicBezTo>
                  <a:cubicBezTo>
                    <a:pt x="304" y="147"/>
                    <a:pt x="369" y="126"/>
                    <a:pt x="413" y="82"/>
                  </a:cubicBezTo>
                  <a:cubicBezTo>
                    <a:pt x="434" y="61"/>
                    <a:pt x="434" y="39"/>
                    <a:pt x="413" y="17"/>
                  </a:cubicBezTo>
                  <a:cubicBezTo>
                    <a:pt x="402" y="6"/>
                    <a:pt x="391" y="1"/>
                    <a:pt x="3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989;p10">
              <a:extLst>
                <a:ext uri="{FF2B5EF4-FFF2-40B4-BE49-F238E27FC236}">
                  <a16:creationId xmlns:a16="http://schemas.microsoft.com/office/drawing/2014/main" id="{EA5D0207-3377-4CE5-A983-3E92DEFC6796}"/>
                </a:ext>
              </a:extLst>
            </p:cNvPr>
            <p:cNvSpPr/>
            <p:nvPr/>
          </p:nvSpPr>
          <p:spPr>
            <a:xfrm>
              <a:off x="3962161" y="3733658"/>
              <a:ext cx="12084" cy="14921"/>
            </a:xfrm>
            <a:custGeom>
              <a:avLst/>
              <a:gdLst/>
              <a:ahLst/>
              <a:cxnLst/>
              <a:rect l="l" t="t" r="r" b="b"/>
              <a:pathLst>
                <a:path w="282" h="348" extrusionOk="0">
                  <a:moveTo>
                    <a:pt x="43" y="0"/>
                  </a:moveTo>
                  <a:cubicBezTo>
                    <a:pt x="22" y="0"/>
                    <a:pt x="22" y="22"/>
                    <a:pt x="0" y="44"/>
                  </a:cubicBezTo>
                  <a:cubicBezTo>
                    <a:pt x="0" y="65"/>
                    <a:pt x="22" y="87"/>
                    <a:pt x="43" y="87"/>
                  </a:cubicBezTo>
                  <a:cubicBezTo>
                    <a:pt x="173" y="109"/>
                    <a:pt x="195" y="326"/>
                    <a:pt x="195" y="326"/>
                  </a:cubicBezTo>
                  <a:cubicBezTo>
                    <a:pt x="217" y="347"/>
                    <a:pt x="217" y="347"/>
                    <a:pt x="239" y="347"/>
                  </a:cubicBezTo>
                  <a:lnTo>
                    <a:pt x="260" y="347"/>
                  </a:lnTo>
                  <a:cubicBezTo>
                    <a:pt x="260" y="347"/>
                    <a:pt x="282" y="326"/>
                    <a:pt x="282" y="304"/>
                  </a:cubicBezTo>
                  <a:cubicBezTo>
                    <a:pt x="282" y="304"/>
                    <a:pt x="239" y="22"/>
                    <a:pt x="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990;p10">
              <a:extLst>
                <a:ext uri="{FF2B5EF4-FFF2-40B4-BE49-F238E27FC236}">
                  <a16:creationId xmlns:a16="http://schemas.microsoft.com/office/drawing/2014/main" id="{345525A3-1426-425F-81D8-B18C547EFCFE}"/>
                </a:ext>
              </a:extLst>
            </p:cNvPr>
            <p:cNvSpPr/>
            <p:nvPr/>
          </p:nvSpPr>
          <p:spPr>
            <a:xfrm>
              <a:off x="3982602" y="3769890"/>
              <a:ext cx="10242" cy="15865"/>
            </a:xfrm>
            <a:custGeom>
              <a:avLst/>
              <a:gdLst/>
              <a:ahLst/>
              <a:cxnLst/>
              <a:rect l="l" t="t" r="r" b="b"/>
              <a:pathLst>
                <a:path w="239" h="370" extrusionOk="0">
                  <a:moveTo>
                    <a:pt x="65" y="1"/>
                  </a:moveTo>
                  <a:cubicBezTo>
                    <a:pt x="0" y="1"/>
                    <a:pt x="0" y="44"/>
                    <a:pt x="22" y="66"/>
                  </a:cubicBezTo>
                  <a:cubicBezTo>
                    <a:pt x="152" y="109"/>
                    <a:pt x="152" y="326"/>
                    <a:pt x="152" y="326"/>
                  </a:cubicBezTo>
                  <a:cubicBezTo>
                    <a:pt x="152" y="348"/>
                    <a:pt x="173" y="369"/>
                    <a:pt x="195" y="369"/>
                  </a:cubicBezTo>
                  <a:cubicBezTo>
                    <a:pt x="217" y="369"/>
                    <a:pt x="239" y="348"/>
                    <a:pt x="239" y="326"/>
                  </a:cubicBezTo>
                  <a:cubicBezTo>
                    <a:pt x="239" y="326"/>
                    <a:pt x="239" y="44"/>
                    <a:pt x="6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991;p10">
              <a:extLst>
                <a:ext uri="{FF2B5EF4-FFF2-40B4-BE49-F238E27FC236}">
                  <a16:creationId xmlns:a16="http://schemas.microsoft.com/office/drawing/2014/main" id="{D603B4B7-FA84-418F-AA38-7A2C0A0A09F7}"/>
                </a:ext>
              </a:extLst>
            </p:cNvPr>
            <p:cNvSpPr/>
            <p:nvPr/>
          </p:nvSpPr>
          <p:spPr>
            <a:xfrm>
              <a:off x="3969575" y="3722381"/>
              <a:ext cx="13070" cy="14107"/>
            </a:xfrm>
            <a:custGeom>
              <a:avLst/>
              <a:gdLst/>
              <a:ahLst/>
              <a:cxnLst/>
              <a:rect l="l" t="t" r="r" b="b"/>
              <a:pathLst>
                <a:path w="305" h="329" extrusionOk="0">
                  <a:moveTo>
                    <a:pt x="33" y="0"/>
                  </a:moveTo>
                  <a:cubicBezTo>
                    <a:pt x="1" y="0"/>
                    <a:pt x="4" y="90"/>
                    <a:pt x="44" y="90"/>
                  </a:cubicBezTo>
                  <a:cubicBezTo>
                    <a:pt x="174" y="90"/>
                    <a:pt x="217" y="307"/>
                    <a:pt x="217" y="307"/>
                  </a:cubicBezTo>
                  <a:cubicBezTo>
                    <a:pt x="217" y="328"/>
                    <a:pt x="239" y="328"/>
                    <a:pt x="261" y="328"/>
                  </a:cubicBezTo>
                  <a:cubicBezTo>
                    <a:pt x="282" y="328"/>
                    <a:pt x="304" y="307"/>
                    <a:pt x="304" y="285"/>
                  </a:cubicBezTo>
                  <a:cubicBezTo>
                    <a:pt x="282" y="263"/>
                    <a:pt x="239" y="25"/>
                    <a:pt x="44" y="3"/>
                  </a:cubicBezTo>
                  <a:cubicBezTo>
                    <a:pt x="40" y="1"/>
                    <a:pt x="36" y="0"/>
                    <a:pt x="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992;p10">
              <a:extLst>
                <a:ext uri="{FF2B5EF4-FFF2-40B4-BE49-F238E27FC236}">
                  <a16:creationId xmlns:a16="http://schemas.microsoft.com/office/drawing/2014/main" id="{AF4C984E-FEEC-4754-976C-40D46E026172}"/>
                </a:ext>
              </a:extLst>
            </p:cNvPr>
            <p:cNvSpPr/>
            <p:nvPr/>
          </p:nvSpPr>
          <p:spPr>
            <a:xfrm>
              <a:off x="3981659" y="3749352"/>
              <a:ext cx="12127" cy="15007"/>
            </a:xfrm>
            <a:custGeom>
              <a:avLst/>
              <a:gdLst/>
              <a:ahLst/>
              <a:cxnLst/>
              <a:rect l="l" t="t" r="r" b="b"/>
              <a:pathLst>
                <a:path w="283" h="350" extrusionOk="0">
                  <a:moveTo>
                    <a:pt x="33" y="0"/>
                  </a:moveTo>
                  <a:cubicBezTo>
                    <a:pt x="1" y="0"/>
                    <a:pt x="4" y="90"/>
                    <a:pt x="44" y="90"/>
                  </a:cubicBezTo>
                  <a:cubicBezTo>
                    <a:pt x="174" y="90"/>
                    <a:pt x="217" y="306"/>
                    <a:pt x="217" y="306"/>
                  </a:cubicBezTo>
                  <a:cubicBezTo>
                    <a:pt x="217" y="328"/>
                    <a:pt x="217" y="350"/>
                    <a:pt x="239" y="350"/>
                  </a:cubicBezTo>
                  <a:cubicBezTo>
                    <a:pt x="261" y="350"/>
                    <a:pt x="282" y="328"/>
                    <a:pt x="282" y="306"/>
                  </a:cubicBezTo>
                  <a:cubicBezTo>
                    <a:pt x="282" y="285"/>
                    <a:pt x="239" y="25"/>
                    <a:pt x="44" y="3"/>
                  </a:cubicBezTo>
                  <a:cubicBezTo>
                    <a:pt x="40" y="1"/>
                    <a:pt x="36" y="0"/>
                    <a:pt x="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993;p10">
              <a:extLst>
                <a:ext uri="{FF2B5EF4-FFF2-40B4-BE49-F238E27FC236}">
                  <a16:creationId xmlns:a16="http://schemas.microsoft.com/office/drawing/2014/main" id="{335571E8-3430-47CD-8A84-4B19E32D6BA8}"/>
                </a:ext>
              </a:extLst>
            </p:cNvPr>
            <p:cNvSpPr/>
            <p:nvPr/>
          </p:nvSpPr>
          <p:spPr>
            <a:xfrm>
              <a:off x="3965889" y="3751324"/>
              <a:ext cx="12084" cy="14921"/>
            </a:xfrm>
            <a:custGeom>
              <a:avLst/>
              <a:gdLst/>
              <a:ahLst/>
              <a:cxnLst/>
              <a:rect l="l" t="t" r="r" b="b"/>
              <a:pathLst>
                <a:path w="282" h="348" extrusionOk="0">
                  <a:moveTo>
                    <a:pt x="43" y="0"/>
                  </a:moveTo>
                  <a:cubicBezTo>
                    <a:pt x="4" y="0"/>
                    <a:pt x="0" y="90"/>
                    <a:pt x="32" y="90"/>
                  </a:cubicBezTo>
                  <a:cubicBezTo>
                    <a:pt x="36" y="90"/>
                    <a:pt x="39" y="89"/>
                    <a:pt x="43" y="87"/>
                  </a:cubicBezTo>
                  <a:cubicBezTo>
                    <a:pt x="173" y="109"/>
                    <a:pt x="217" y="326"/>
                    <a:pt x="217" y="326"/>
                  </a:cubicBezTo>
                  <a:cubicBezTo>
                    <a:pt x="217" y="347"/>
                    <a:pt x="217" y="347"/>
                    <a:pt x="238" y="347"/>
                  </a:cubicBezTo>
                  <a:cubicBezTo>
                    <a:pt x="260" y="347"/>
                    <a:pt x="282" y="326"/>
                    <a:pt x="282" y="304"/>
                  </a:cubicBezTo>
                  <a:cubicBezTo>
                    <a:pt x="282" y="304"/>
                    <a:pt x="238" y="22"/>
                    <a:pt x="4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994;p10">
              <a:extLst>
                <a:ext uri="{FF2B5EF4-FFF2-40B4-BE49-F238E27FC236}">
                  <a16:creationId xmlns:a16="http://schemas.microsoft.com/office/drawing/2014/main" id="{31CE93DF-5C81-4105-9081-A4F6516721EA}"/>
                </a:ext>
              </a:extLst>
            </p:cNvPr>
            <p:cNvSpPr/>
            <p:nvPr/>
          </p:nvSpPr>
          <p:spPr>
            <a:xfrm>
              <a:off x="4099632" y="4332322"/>
              <a:ext cx="17698" cy="5617"/>
            </a:xfrm>
            <a:custGeom>
              <a:avLst/>
              <a:gdLst/>
              <a:ahLst/>
              <a:cxnLst/>
              <a:rect l="l" t="t" r="r" b="b"/>
              <a:pathLst>
                <a:path w="413" h="131" extrusionOk="0">
                  <a:moveTo>
                    <a:pt x="66" y="1"/>
                  </a:moveTo>
                  <a:cubicBezTo>
                    <a:pt x="44" y="1"/>
                    <a:pt x="22" y="1"/>
                    <a:pt x="22" y="22"/>
                  </a:cubicBezTo>
                  <a:cubicBezTo>
                    <a:pt x="1" y="44"/>
                    <a:pt x="22" y="66"/>
                    <a:pt x="44" y="87"/>
                  </a:cubicBezTo>
                  <a:cubicBezTo>
                    <a:pt x="87" y="109"/>
                    <a:pt x="174" y="131"/>
                    <a:pt x="239" y="131"/>
                  </a:cubicBezTo>
                  <a:cubicBezTo>
                    <a:pt x="304" y="131"/>
                    <a:pt x="348" y="109"/>
                    <a:pt x="391" y="66"/>
                  </a:cubicBezTo>
                  <a:cubicBezTo>
                    <a:pt x="413" y="44"/>
                    <a:pt x="413" y="22"/>
                    <a:pt x="391" y="1"/>
                  </a:cubicBezTo>
                  <a:lnTo>
                    <a:pt x="348" y="1"/>
                  </a:lnTo>
                  <a:cubicBezTo>
                    <a:pt x="319" y="37"/>
                    <a:pt x="278" y="49"/>
                    <a:pt x="236" y="49"/>
                  </a:cubicBezTo>
                  <a:cubicBezTo>
                    <a:pt x="153" y="49"/>
                    <a:pt x="66"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995;p10">
              <a:extLst>
                <a:ext uri="{FF2B5EF4-FFF2-40B4-BE49-F238E27FC236}">
                  <a16:creationId xmlns:a16="http://schemas.microsoft.com/office/drawing/2014/main" id="{BAEA7EED-0D1F-463C-8CBC-D414B1F6CF30}"/>
                </a:ext>
              </a:extLst>
            </p:cNvPr>
            <p:cNvSpPr/>
            <p:nvPr/>
          </p:nvSpPr>
          <p:spPr>
            <a:xfrm>
              <a:off x="4239932" y="4402900"/>
              <a:ext cx="9342" cy="16851"/>
            </a:xfrm>
            <a:custGeom>
              <a:avLst/>
              <a:gdLst/>
              <a:ahLst/>
              <a:cxnLst/>
              <a:rect l="l" t="t" r="r" b="b"/>
              <a:pathLst>
                <a:path w="218" h="393" extrusionOk="0">
                  <a:moveTo>
                    <a:pt x="103" y="0"/>
                  </a:moveTo>
                  <a:cubicBezTo>
                    <a:pt x="88" y="0"/>
                    <a:pt x="74" y="7"/>
                    <a:pt x="66" y="24"/>
                  </a:cubicBezTo>
                  <a:cubicBezTo>
                    <a:pt x="66" y="24"/>
                    <a:pt x="1" y="284"/>
                    <a:pt x="152" y="393"/>
                  </a:cubicBezTo>
                  <a:lnTo>
                    <a:pt x="174" y="393"/>
                  </a:lnTo>
                  <a:cubicBezTo>
                    <a:pt x="217" y="393"/>
                    <a:pt x="217" y="328"/>
                    <a:pt x="196" y="306"/>
                  </a:cubicBezTo>
                  <a:cubicBezTo>
                    <a:pt x="87" y="263"/>
                    <a:pt x="152" y="46"/>
                    <a:pt x="152" y="46"/>
                  </a:cubicBezTo>
                  <a:cubicBezTo>
                    <a:pt x="152" y="19"/>
                    <a:pt x="127" y="0"/>
                    <a:pt x="10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996;p10">
              <a:extLst>
                <a:ext uri="{FF2B5EF4-FFF2-40B4-BE49-F238E27FC236}">
                  <a16:creationId xmlns:a16="http://schemas.microsoft.com/office/drawing/2014/main" id="{3FD4802F-36C0-481A-AA68-DCFE422034EF}"/>
                </a:ext>
              </a:extLst>
            </p:cNvPr>
            <p:cNvSpPr/>
            <p:nvPr/>
          </p:nvSpPr>
          <p:spPr>
            <a:xfrm>
              <a:off x="4249231" y="4387078"/>
              <a:ext cx="8399" cy="16894"/>
            </a:xfrm>
            <a:custGeom>
              <a:avLst/>
              <a:gdLst/>
              <a:ahLst/>
              <a:cxnLst/>
              <a:rect l="l" t="t" r="r" b="b"/>
              <a:pathLst>
                <a:path w="196" h="394" extrusionOk="0">
                  <a:moveTo>
                    <a:pt x="103" y="1"/>
                  </a:moveTo>
                  <a:cubicBezTo>
                    <a:pt x="88" y="1"/>
                    <a:pt x="74" y="8"/>
                    <a:pt x="65" y="24"/>
                  </a:cubicBezTo>
                  <a:cubicBezTo>
                    <a:pt x="65" y="46"/>
                    <a:pt x="0" y="306"/>
                    <a:pt x="152" y="393"/>
                  </a:cubicBezTo>
                  <a:lnTo>
                    <a:pt x="174" y="393"/>
                  </a:lnTo>
                  <a:cubicBezTo>
                    <a:pt x="174" y="393"/>
                    <a:pt x="195" y="393"/>
                    <a:pt x="195" y="371"/>
                  </a:cubicBezTo>
                  <a:cubicBezTo>
                    <a:pt x="195" y="371"/>
                    <a:pt x="195" y="328"/>
                    <a:pt x="195" y="328"/>
                  </a:cubicBezTo>
                  <a:cubicBezTo>
                    <a:pt x="87" y="263"/>
                    <a:pt x="152" y="46"/>
                    <a:pt x="152" y="46"/>
                  </a:cubicBezTo>
                  <a:cubicBezTo>
                    <a:pt x="152" y="19"/>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997;p10">
              <a:extLst>
                <a:ext uri="{FF2B5EF4-FFF2-40B4-BE49-F238E27FC236}">
                  <a16:creationId xmlns:a16="http://schemas.microsoft.com/office/drawing/2014/main" id="{69320DCC-2E3E-4265-AF7F-944296FE9987}"/>
                </a:ext>
              </a:extLst>
            </p:cNvPr>
            <p:cNvSpPr/>
            <p:nvPr/>
          </p:nvSpPr>
          <p:spPr>
            <a:xfrm>
              <a:off x="4241774" y="4430856"/>
              <a:ext cx="9342" cy="17709"/>
            </a:xfrm>
            <a:custGeom>
              <a:avLst/>
              <a:gdLst/>
              <a:ahLst/>
              <a:cxnLst/>
              <a:rect l="l" t="t" r="r" b="b"/>
              <a:pathLst>
                <a:path w="218" h="413" extrusionOk="0">
                  <a:moveTo>
                    <a:pt x="109" y="1"/>
                  </a:moveTo>
                  <a:cubicBezTo>
                    <a:pt x="88" y="1"/>
                    <a:pt x="66" y="22"/>
                    <a:pt x="66" y="44"/>
                  </a:cubicBezTo>
                  <a:cubicBezTo>
                    <a:pt x="66" y="44"/>
                    <a:pt x="1" y="304"/>
                    <a:pt x="153" y="413"/>
                  </a:cubicBezTo>
                  <a:lnTo>
                    <a:pt x="174" y="413"/>
                  </a:lnTo>
                  <a:cubicBezTo>
                    <a:pt x="174" y="391"/>
                    <a:pt x="196" y="391"/>
                    <a:pt x="196" y="391"/>
                  </a:cubicBezTo>
                  <a:cubicBezTo>
                    <a:pt x="218" y="369"/>
                    <a:pt x="218" y="348"/>
                    <a:pt x="196" y="326"/>
                  </a:cubicBezTo>
                  <a:cubicBezTo>
                    <a:pt x="88" y="261"/>
                    <a:pt x="153" y="66"/>
                    <a:pt x="153" y="66"/>
                  </a:cubicBezTo>
                  <a:cubicBezTo>
                    <a:pt x="153" y="44"/>
                    <a:pt x="131" y="22"/>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998;p10">
              <a:extLst>
                <a:ext uri="{FF2B5EF4-FFF2-40B4-BE49-F238E27FC236}">
                  <a16:creationId xmlns:a16="http://schemas.microsoft.com/office/drawing/2014/main" id="{11B6A23A-4686-44EC-AAE0-7A3FB27A0C54}"/>
                </a:ext>
              </a:extLst>
            </p:cNvPr>
            <p:cNvSpPr/>
            <p:nvPr/>
          </p:nvSpPr>
          <p:spPr>
            <a:xfrm>
              <a:off x="4252959" y="4420265"/>
              <a:ext cx="8399" cy="16937"/>
            </a:xfrm>
            <a:custGeom>
              <a:avLst/>
              <a:gdLst/>
              <a:ahLst/>
              <a:cxnLst/>
              <a:rect l="l" t="t" r="r" b="b"/>
              <a:pathLst>
                <a:path w="196" h="395" extrusionOk="0">
                  <a:moveTo>
                    <a:pt x="88" y="0"/>
                  </a:moveTo>
                  <a:cubicBezTo>
                    <a:pt x="80" y="0"/>
                    <a:pt x="71" y="3"/>
                    <a:pt x="65" y="9"/>
                  </a:cubicBezTo>
                  <a:cubicBezTo>
                    <a:pt x="65" y="31"/>
                    <a:pt x="0" y="291"/>
                    <a:pt x="152" y="378"/>
                  </a:cubicBezTo>
                  <a:cubicBezTo>
                    <a:pt x="152" y="389"/>
                    <a:pt x="152" y="394"/>
                    <a:pt x="155" y="394"/>
                  </a:cubicBezTo>
                  <a:cubicBezTo>
                    <a:pt x="157" y="394"/>
                    <a:pt x="163" y="389"/>
                    <a:pt x="174" y="378"/>
                  </a:cubicBezTo>
                  <a:cubicBezTo>
                    <a:pt x="174" y="378"/>
                    <a:pt x="174" y="378"/>
                    <a:pt x="195" y="356"/>
                  </a:cubicBezTo>
                  <a:cubicBezTo>
                    <a:pt x="195" y="356"/>
                    <a:pt x="195" y="334"/>
                    <a:pt x="195" y="313"/>
                  </a:cubicBezTo>
                  <a:cubicBezTo>
                    <a:pt x="87" y="248"/>
                    <a:pt x="130" y="31"/>
                    <a:pt x="130" y="31"/>
                  </a:cubicBezTo>
                  <a:cubicBezTo>
                    <a:pt x="130" y="16"/>
                    <a:pt x="108" y="0"/>
                    <a:pt x="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999;p10">
              <a:extLst>
                <a:ext uri="{FF2B5EF4-FFF2-40B4-BE49-F238E27FC236}">
                  <a16:creationId xmlns:a16="http://schemas.microsoft.com/office/drawing/2014/main" id="{A465FA4E-C0D9-407F-A5AF-5BB323AC6109}"/>
                </a:ext>
              </a:extLst>
            </p:cNvPr>
            <p:cNvSpPr/>
            <p:nvPr/>
          </p:nvSpPr>
          <p:spPr>
            <a:xfrm>
              <a:off x="4237146" y="4373571"/>
              <a:ext cx="9342" cy="16422"/>
            </a:xfrm>
            <a:custGeom>
              <a:avLst/>
              <a:gdLst/>
              <a:ahLst/>
              <a:cxnLst/>
              <a:rect l="l" t="t" r="r" b="b"/>
              <a:pathLst>
                <a:path w="218" h="383" extrusionOk="0">
                  <a:moveTo>
                    <a:pt x="107" y="0"/>
                  </a:moveTo>
                  <a:cubicBezTo>
                    <a:pt x="91" y="0"/>
                    <a:pt x="75" y="5"/>
                    <a:pt x="66" y="14"/>
                  </a:cubicBezTo>
                  <a:cubicBezTo>
                    <a:pt x="66" y="36"/>
                    <a:pt x="1" y="296"/>
                    <a:pt x="152" y="383"/>
                  </a:cubicBezTo>
                  <a:lnTo>
                    <a:pt x="174" y="383"/>
                  </a:lnTo>
                  <a:cubicBezTo>
                    <a:pt x="174" y="383"/>
                    <a:pt x="196" y="383"/>
                    <a:pt x="196" y="361"/>
                  </a:cubicBezTo>
                  <a:cubicBezTo>
                    <a:pt x="217" y="361"/>
                    <a:pt x="217" y="339"/>
                    <a:pt x="196" y="318"/>
                  </a:cubicBezTo>
                  <a:cubicBezTo>
                    <a:pt x="87" y="253"/>
                    <a:pt x="152" y="36"/>
                    <a:pt x="152" y="36"/>
                  </a:cubicBezTo>
                  <a:cubicBezTo>
                    <a:pt x="152" y="11"/>
                    <a:pt x="130" y="0"/>
                    <a:pt x="1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1000;p10">
              <a:extLst>
                <a:ext uri="{FF2B5EF4-FFF2-40B4-BE49-F238E27FC236}">
                  <a16:creationId xmlns:a16="http://schemas.microsoft.com/office/drawing/2014/main" id="{23814DE8-41E2-49EE-83D7-78B1B6DF905F}"/>
                </a:ext>
              </a:extLst>
            </p:cNvPr>
            <p:cNvSpPr/>
            <p:nvPr/>
          </p:nvSpPr>
          <p:spPr>
            <a:xfrm>
              <a:off x="4249231" y="4363838"/>
              <a:ext cx="9342" cy="16851"/>
            </a:xfrm>
            <a:custGeom>
              <a:avLst/>
              <a:gdLst/>
              <a:ahLst/>
              <a:cxnLst/>
              <a:rect l="l" t="t" r="r" b="b"/>
              <a:pathLst>
                <a:path w="218" h="393" extrusionOk="0">
                  <a:moveTo>
                    <a:pt x="103" y="1"/>
                  </a:moveTo>
                  <a:cubicBezTo>
                    <a:pt x="88" y="1"/>
                    <a:pt x="74" y="8"/>
                    <a:pt x="65" y="24"/>
                  </a:cubicBezTo>
                  <a:cubicBezTo>
                    <a:pt x="65" y="46"/>
                    <a:pt x="0" y="285"/>
                    <a:pt x="152" y="393"/>
                  </a:cubicBezTo>
                  <a:lnTo>
                    <a:pt x="174" y="393"/>
                  </a:lnTo>
                  <a:cubicBezTo>
                    <a:pt x="217" y="393"/>
                    <a:pt x="217" y="350"/>
                    <a:pt x="195" y="306"/>
                  </a:cubicBezTo>
                  <a:cubicBezTo>
                    <a:pt x="87" y="263"/>
                    <a:pt x="152" y="46"/>
                    <a:pt x="152" y="46"/>
                  </a:cubicBezTo>
                  <a:cubicBezTo>
                    <a:pt x="152" y="19"/>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1001;p10">
              <a:extLst>
                <a:ext uri="{FF2B5EF4-FFF2-40B4-BE49-F238E27FC236}">
                  <a16:creationId xmlns:a16="http://schemas.microsoft.com/office/drawing/2014/main" id="{24E9BFB0-4F5B-4CBB-B593-7BCFB7E02E64}"/>
                </a:ext>
              </a:extLst>
            </p:cNvPr>
            <p:cNvSpPr/>
            <p:nvPr/>
          </p:nvSpPr>
          <p:spPr>
            <a:xfrm>
              <a:off x="4238089" y="4352775"/>
              <a:ext cx="9299" cy="17709"/>
            </a:xfrm>
            <a:custGeom>
              <a:avLst/>
              <a:gdLst/>
              <a:ahLst/>
              <a:cxnLst/>
              <a:rect l="l" t="t" r="r" b="b"/>
              <a:pathLst>
                <a:path w="217" h="413" extrusionOk="0">
                  <a:moveTo>
                    <a:pt x="109" y="1"/>
                  </a:moveTo>
                  <a:cubicBezTo>
                    <a:pt x="87" y="1"/>
                    <a:pt x="65" y="22"/>
                    <a:pt x="65" y="22"/>
                  </a:cubicBezTo>
                  <a:cubicBezTo>
                    <a:pt x="65" y="44"/>
                    <a:pt x="0" y="304"/>
                    <a:pt x="152" y="413"/>
                  </a:cubicBezTo>
                  <a:lnTo>
                    <a:pt x="174" y="413"/>
                  </a:lnTo>
                  <a:cubicBezTo>
                    <a:pt x="174" y="391"/>
                    <a:pt x="195" y="391"/>
                    <a:pt x="195" y="369"/>
                  </a:cubicBezTo>
                  <a:cubicBezTo>
                    <a:pt x="217" y="369"/>
                    <a:pt x="217" y="347"/>
                    <a:pt x="195" y="326"/>
                  </a:cubicBezTo>
                  <a:cubicBezTo>
                    <a:pt x="87" y="261"/>
                    <a:pt x="152" y="44"/>
                    <a:pt x="152" y="44"/>
                  </a:cubicBezTo>
                  <a:cubicBezTo>
                    <a:pt x="152" y="44"/>
                    <a:pt x="130" y="22"/>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935698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Hình ảnh 6">
            <a:extLst>
              <a:ext uri="{FF2B5EF4-FFF2-40B4-BE49-F238E27FC236}">
                <a16:creationId xmlns:a16="http://schemas.microsoft.com/office/drawing/2014/main" id="{94E71E1C-3F43-4474-9D92-3BE673B7A481}"/>
              </a:ext>
            </a:extLst>
          </p:cNvPr>
          <p:cNvPicPr>
            <a:picLocks noChangeAspect="1"/>
          </p:cNvPicPr>
          <p:nvPr/>
        </p:nvPicPr>
        <p:blipFill>
          <a:blip r:embed="rId3"/>
          <a:stretch>
            <a:fillRect/>
          </a:stretch>
        </p:blipFill>
        <p:spPr>
          <a:xfrm>
            <a:off x="1881294" y="593490"/>
            <a:ext cx="5148774" cy="3806572"/>
          </a:xfrm>
          <a:prstGeom prst="rect">
            <a:avLst/>
          </a:prstGeom>
        </p:spPr>
      </p:pic>
      <p:sp>
        <p:nvSpPr>
          <p:cNvPr id="8" name="Hộp Văn bản 7">
            <a:extLst>
              <a:ext uri="{FF2B5EF4-FFF2-40B4-BE49-F238E27FC236}">
                <a16:creationId xmlns:a16="http://schemas.microsoft.com/office/drawing/2014/main" id="{DF7B19AA-66E0-499B-B722-6AE8DA9F5D65}"/>
              </a:ext>
            </a:extLst>
          </p:cNvPr>
          <p:cNvSpPr txBox="1"/>
          <p:nvPr/>
        </p:nvSpPr>
        <p:spPr>
          <a:xfrm>
            <a:off x="2836984" y="3665415"/>
            <a:ext cx="1516185" cy="600164"/>
          </a:xfrm>
          <a:prstGeom prst="rect">
            <a:avLst/>
          </a:prstGeom>
          <a:solidFill>
            <a:schemeClr val="bg1"/>
          </a:solidFill>
        </p:spPr>
        <p:txBody>
          <a:bodyPr wrap="square" rtlCol="0">
            <a:spAutoFit/>
          </a:bodyPr>
          <a:lstStyle/>
          <a:p>
            <a:r>
              <a:rPr lang="en-US" sz="1100" b="0" i="0" dirty="0">
                <a:solidFill>
                  <a:schemeClr val="tx1"/>
                </a:solidFill>
                <a:effectLst/>
                <a:latin typeface="+mj-lt"/>
              </a:rPr>
              <a:t>Alternating Least Squares (ALS model)</a:t>
            </a:r>
          </a:p>
        </p:txBody>
      </p:sp>
      <p:sp>
        <p:nvSpPr>
          <p:cNvPr id="3" name="Hình Bầu dục 2">
            <a:extLst>
              <a:ext uri="{FF2B5EF4-FFF2-40B4-BE49-F238E27FC236}">
                <a16:creationId xmlns:a16="http://schemas.microsoft.com/office/drawing/2014/main" id="{C7305C0F-0093-4770-8E81-B3ABE7698AC4}"/>
              </a:ext>
            </a:extLst>
          </p:cNvPr>
          <p:cNvSpPr/>
          <p:nvPr/>
        </p:nvSpPr>
        <p:spPr>
          <a:xfrm>
            <a:off x="4455681" y="2719754"/>
            <a:ext cx="1968565" cy="773723"/>
          </a:xfrm>
          <a:prstGeom prst="ellipse">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393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Hình ảnh 6">
            <a:extLst>
              <a:ext uri="{FF2B5EF4-FFF2-40B4-BE49-F238E27FC236}">
                <a16:creationId xmlns:a16="http://schemas.microsoft.com/office/drawing/2014/main" id="{94E71E1C-3F43-4474-9D92-3BE673B7A481}"/>
              </a:ext>
            </a:extLst>
          </p:cNvPr>
          <p:cNvPicPr>
            <a:picLocks noChangeAspect="1"/>
          </p:cNvPicPr>
          <p:nvPr/>
        </p:nvPicPr>
        <p:blipFill>
          <a:blip r:embed="rId3"/>
          <a:stretch>
            <a:fillRect/>
          </a:stretch>
        </p:blipFill>
        <p:spPr>
          <a:xfrm>
            <a:off x="1881294" y="593490"/>
            <a:ext cx="5148774" cy="3806572"/>
          </a:xfrm>
          <a:prstGeom prst="rect">
            <a:avLst/>
          </a:prstGeom>
        </p:spPr>
      </p:pic>
      <p:sp>
        <p:nvSpPr>
          <p:cNvPr id="8" name="Hộp Văn bản 7">
            <a:extLst>
              <a:ext uri="{FF2B5EF4-FFF2-40B4-BE49-F238E27FC236}">
                <a16:creationId xmlns:a16="http://schemas.microsoft.com/office/drawing/2014/main" id="{DF7B19AA-66E0-499B-B722-6AE8DA9F5D65}"/>
              </a:ext>
            </a:extLst>
          </p:cNvPr>
          <p:cNvSpPr txBox="1"/>
          <p:nvPr/>
        </p:nvSpPr>
        <p:spPr>
          <a:xfrm>
            <a:off x="2836984" y="3665415"/>
            <a:ext cx="1516185" cy="600164"/>
          </a:xfrm>
          <a:prstGeom prst="rect">
            <a:avLst/>
          </a:prstGeom>
          <a:solidFill>
            <a:schemeClr val="bg1"/>
          </a:solidFill>
        </p:spPr>
        <p:txBody>
          <a:bodyPr wrap="square" rtlCol="0">
            <a:spAutoFit/>
          </a:bodyPr>
          <a:lstStyle/>
          <a:p>
            <a:r>
              <a:rPr lang="en-US" sz="1100" b="0" i="0" dirty="0">
                <a:solidFill>
                  <a:schemeClr val="tx1"/>
                </a:solidFill>
                <a:effectLst/>
                <a:latin typeface="+mj-lt"/>
              </a:rPr>
              <a:t>Alternating Least Squares (ALS model)</a:t>
            </a:r>
          </a:p>
        </p:txBody>
      </p:sp>
      <p:sp>
        <p:nvSpPr>
          <p:cNvPr id="2" name="Hình chữ nhật 1">
            <a:extLst>
              <a:ext uri="{FF2B5EF4-FFF2-40B4-BE49-F238E27FC236}">
                <a16:creationId xmlns:a16="http://schemas.microsoft.com/office/drawing/2014/main" id="{8E62441D-9149-4D75-9EA9-3AF4940D52D7}"/>
              </a:ext>
            </a:extLst>
          </p:cNvPr>
          <p:cNvSpPr/>
          <p:nvPr/>
        </p:nvSpPr>
        <p:spPr>
          <a:xfrm>
            <a:off x="5812886" y="3907692"/>
            <a:ext cx="1217182" cy="492370"/>
          </a:xfrm>
          <a:prstGeom prst="rect">
            <a:avLst/>
          </a:prstGeom>
          <a:noFill/>
          <a:ln>
            <a:solidFill>
              <a:schemeClr val="accent4">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66516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1767" name="Google Shape;1767;p7"/>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
        <p:nvSpPr>
          <p:cNvPr id="8" name="Hộp Văn bản 7">
            <a:extLst>
              <a:ext uri="{FF2B5EF4-FFF2-40B4-BE49-F238E27FC236}">
                <a16:creationId xmlns:a16="http://schemas.microsoft.com/office/drawing/2014/main" id="{84025BA1-3CD1-47E2-9785-D99A0F7D52AD}"/>
              </a:ext>
            </a:extLst>
          </p:cNvPr>
          <p:cNvSpPr txBox="1"/>
          <p:nvPr/>
        </p:nvSpPr>
        <p:spPr>
          <a:xfrm>
            <a:off x="1345378" y="1298650"/>
            <a:ext cx="6173061" cy="646331"/>
          </a:xfrm>
          <a:prstGeom prst="rect">
            <a:avLst/>
          </a:prstGeom>
          <a:solidFill>
            <a:schemeClr val="accent3">
              <a:lumMod val="20000"/>
              <a:lumOff val="80000"/>
            </a:schemeClr>
          </a:solidFill>
        </p:spPr>
        <p:txBody>
          <a:bodyPr wrap="square" rtlCol="0">
            <a:spAutoFit/>
          </a:bodyPr>
          <a:lstStyle/>
          <a:p>
            <a:pPr marL="285750" indent="-285750">
              <a:buFont typeface="Courier New" panose="02070309020205020404" pitchFamily="49" charset="0"/>
              <a:buChar char="o"/>
            </a:pPr>
            <a:r>
              <a:rPr lang="en-US" sz="1800" dirty="0" err="1"/>
              <a:t>Làm</a:t>
            </a:r>
            <a:r>
              <a:rPr lang="en-US" sz="1800" dirty="0"/>
              <a:t> </a:t>
            </a:r>
            <a:r>
              <a:rPr lang="en-US" sz="1800" dirty="0" err="1"/>
              <a:t>thế</a:t>
            </a:r>
            <a:r>
              <a:rPr lang="en-US" sz="1800" dirty="0"/>
              <a:t> </a:t>
            </a:r>
            <a:r>
              <a:rPr lang="en-US" sz="1800" dirty="0" err="1"/>
              <a:t>nào</a:t>
            </a:r>
            <a:r>
              <a:rPr lang="en-US" sz="1800" dirty="0"/>
              <a:t> </a:t>
            </a:r>
            <a:r>
              <a:rPr lang="en-US" sz="1800" dirty="0" err="1"/>
              <a:t>xác</a:t>
            </a:r>
            <a:r>
              <a:rPr lang="en-US" sz="1800" dirty="0"/>
              <a:t> </a:t>
            </a:r>
            <a:r>
              <a:rPr lang="en-US" sz="1800" dirty="0" err="1"/>
              <a:t>định</a:t>
            </a:r>
            <a:r>
              <a:rPr lang="en-US" sz="1800" dirty="0"/>
              <a:t> rating </a:t>
            </a:r>
            <a:r>
              <a:rPr lang="en-US" sz="1800" dirty="0" err="1"/>
              <a:t>của</a:t>
            </a:r>
            <a:r>
              <a:rPr lang="en-US" sz="1800" dirty="0"/>
              <a:t> </a:t>
            </a:r>
            <a:r>
              <a:rPr lang="en-US" sz="1800" dirty="0" err="1"/>
              <a:t>một</a:t>
            </a:r>
            <a:r>
              <a:rPr lang="en-US" sz="1800" dirty="0"/>
              <a:t> user </a:t>
            </a:r>
            <a:r>
              <a:rPr lang="en-US" sz="1800" dirty="0" err="1"/>
              <a:t>cho</a:t>
            </a:r>
            <a:r>
              <a:rPr lang="en-US" sz="1800" dirty="0"/>
              <a:t> </a:t>
            </a:r>
            <a:r>
              <a:rPr lang="en-US" sz="1800" dirty="0" err="1"/>
              <a:t>một</a:t>
            </a:r>
            <a:r>
              <a:rPr lang="en-US" sz="1800" dirty="0"/>
              <a:t> movie </a:t>
            </a:r>
            <a:r>
              <a:rPr lang="en-US" sz="1800" dirty="0" err="1"/>
              <a:t>dựa</a:t>
            </a:r>
            <a:r>
              <a:rPr lang="en-US" sz="1800" dirty="0"/>
              <a:t> </a:t>
            </a:r>
            <a:r>
              <a:rPr lang="en-US" sz="1800" dirty="0" err="1"/>
              <a:t>vào</a:t>
            </a:r>
            <a:r>
              <a:rPr lang="en-US" sz="1800" dirty="0"/>
              <a:t> </a:t>
            </a:r>
            <a:r>
              <a:rPr lang="en-US" sz="1800" dirty="0" err="1"/>
              <a:t>các</a:t>
            </a:r>
            <a:r>
              <a:rPr lang="en-US" sz="1800" dirty="0"/>
              <a:t> movie </a:t>
            </a:r>
            <a:r>
              <a:rPr lang="en-US" sz="1800" dirty="0" err="1"/>
              <a:t>tương</a:t>
            </a:r>
            <a:r>
              <a:rPr lang="en-US" sz="1800" dirty="0"/>
              <a:t> </a:t>
            </a:r>
            <a:r>
              <a:rPr lang="en-US" sz="1800" dirty="0" err="1"/>
              <a:t>tự</a:t>
            </a:r>
            <a:r>
              <a:rPr lang="en-US" sz="1800" dirty="0"/>
              <a:t>?</a:t>
            </a:r>
          </a:p>
        </p:txBody>
      </p:sp>
    </p:spTree>
    <p:extLst>
      <p:ext uri="{BB962C8B-B14F-4D97-AF65-F5344CB8AC3E}">
        <p14:creationId xmlns:p14="http://schemas.microsoft.com/office/powerpoint/2010/main" val="2653419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57809" y="1005840"/>
            <a:ext cx="617306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Kết</a:t>
            </a:r>
            <a:r>
              <a:rPr lang="en-US" sz="1800" dirty="0"/>
              <a:t> </a:t>
            </a:r>
            <a:r>
              <a:rPr lang="en-US" sz="1800" dirty="0" err="1"/>
              <a:t>hợp</a:t>
            </a:r>
            <a:r>
              <a:rPr lang="en-US" sz="1800" dirty="0"/>
              <a:t> movies, ratings</a:t>
            </a:r>
          </a:p>
        </p:txBody>
      </p:sp>
      <p:pic>
        <p:nvPicPr>
          <p:cNvPr id="17" name="Hình ảnh 16">
            <a:extLst>
              <a:ext uri="{FF2B5EF4-FFF2-40B4-BE49-F238E27FC236}">
                <a16:creationId xmlns:a16="http://schemas.microsoft.com/office/drawing/2014/main" id="{72AADFEC-C4CD-40A2-A4A3-BE8DADC66568}"/>
              </a:ext>
            </a:extLst>
          </p:cNvPr>
          <p:cNvPicPr>
            <a:picLocks noChangeAspect="1"/>
          </p:cNvPicPr>
          <p:nvPr/>
        </p:nvPicPr>
        <p:blipFill>
          <a:blip r:embed="rId3"/>
          <a:stretch>
            <a:fillRect/>
          </a:stretch>
        </p:blipFill>
        <p:spPr>
          <a:xfrm>
            <a:off x="1247311" y="1440142"/>
            <a:ext cx="6649378" cy="3029373"/>
          </a:xfrm>
          <a:prstGeom prst="rect">
            <a:avLst/>
          </a:prstGeom>
        </p:spPr>
      </p:pic>
      <p:sp>
        <p:nvSpPr>
          <p:cNvPr id="7" name="Google Shape;1767;p7">
            <a:extLst>
              <a:ext uri="{FF2B5EF4-FFF2-40B4-BE49-F238E27FC236}">
                <a16:creationId xmlns:a16="http://schemas.microsoft.com/office/drawing/2014/main" id="{D961ED27-0B16-4424-8A9A-5528CA4669B2}"/>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57809" y="1005840"/>
            <a:ext cx="697273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Xử</a:t>
            </a:r>
            <a:r>
              <a:rPr lang="en-US" sz="1800" dirty="0"/>
              <a:t> </a:t>
            </a:r>
            <a:r>
              <a:rPr lang="en-US" sz="1800" dirty="0" err="1"/>
              <a:t>lý</a:t>
            </a:r>
            <a:r>
              <a:rPr lang="en-US" sz="1800" dirty="0"/>
              <a:t> genres</a:t>
            </a:r>
          </a:p>
        </p:txBody>
      </p:sp>
      <p:pic>
        <p:nvPicPr>
          <p:cNvPr id="3" name="Hình ảnh 2">
            <a:extLst>
              <a:ext uri="{FF2B5EF4-FFF2-40B4-BE49-F238E27FC236}">
                <a16:creationId xmlns:a16="http://schemas.microsoft.com/office/drawing/2014/main" id="{DA5F90BC-987C-4BE3-95E2-97EA6BF22C5E}"/>
              </a:ext>
            </a:extLst>
          </p:cNvPr>
          <p:cNvPicPr>
            <a:picLocks noChangeAspect="1"/>
          </p:cNvPicPr>
          <p:nvPr/>
        </p:nvPicPr>
        <p:blipFill>
          <a:blip r:embed="rId3"/>
          <a:stretch>
            <a:fillRect/>
          </a:stretch>
        </p:blipFill>
        <p:spPr>
          <a:xfrm>
            <a:off x="1256837" y="1652171"/>
            <a:ext cx="6630325" cy="1533739"/>
          </a:xfrm>
          <a:prstGeom prst="rect">
            <a:avLst/>
          </a:prstGeom>
        </p:spPr>
      </p:pic>
      <p:pic>
        <p:nvPicPr>
          <p:cNvPr id="5" name="Hình ảnh 4">
            <a:extLst>
              <a:ext uri="{FF2B5EF4-FFF2-40B4-BE49-F238E27FC236}">
                <a16:creationId xmlns:a16="http://schemas.microsoft.com/office/drawing/2014/main" id="{5B372C67-B872-4028-8FAE-754C4E620E0C}"/>
              </a:ext>
            </a:extLst>
          </p:cNvPr>
          <p:cNvPicPr>
            <a:picLocks noChangeAspect="1"/>
          </p:cNvPicPr>
          <p:nvPr/>
        </p:nvPicPr>
        <p:blipFill>
          <a:blip r:embed="rId4"/>
          <a:stretch>
            <a:fillRect/>
          </a:stretch>
        </p:blipFill>
        <p:spPr>
          <a:xfrm>
            <a:off x="1256837" y="3324917"/>
            <a:ext cx="6601746" cy="1524213"/>
          </a:xfrm>
          <a:prstGeom prst="rect">
            <a:avLst/>
          </a:prstGeom>
        </p:spPr>
      </p:pic>
      <p:sp>
        <p:nvSpPr>
          <p:cNvPr id="10" name="Google Shape;1767;p7">
            <a:extLst>
              <a:ext uri="{FF2B5EF4-FFF2-40B4-BE49-F238E27FC236}">
                <a16:creationId xmlns:a16="http://schemas.microsoft.com/office/drawing/2014/main" id="{3E2EA70F-542F-4D0B-9787-37B5EDE6FFFD}"/>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Tree>
    <p:extLst>
      <p:ext uri="{BB962C8B-B14F-4D97-AF65-F5344CB8AC3E}">
        <p14:creationId xmlns:p14="http://schemas.microsoft.com/office/powerpoint/2010/main" val="2521938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1767" name="Google Shape;1767;p7"/>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
        <p:nvSpPr>
          <p:cNvPr id="8" name="Hộp Văn bản 7">
            <a:extLst>
              <a:ext uri="{FF2B5EF4-FFF2-40B4-BE49-F238E27FC236}">
                <a16:creationId xmlns:a16="http://schemas.microsoft.com/office/drawing/2014/main" id="{84025BA1-3CD1-47E2-9785-D99A0F7D52AD}"/>
              </a:ext>
            </a:extLst>
          </p:cNvPr>
          <p:cNvSpPr txBox="1"/>
          <p:nvPr/>
        </p:nvSpPr>
        <p:spPr>
          <a:xfrm>
            <a:off x="1157809" y="1306465"/>
            <a:ext cx="617306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Kết</a:t>
            </a:r>
            <a:r>
              <a:rPr lang="en-US" sz="1800" dirty="0"/>
              <a:t> </a:t>
            </a:r>
            <a:r>
              <a:rPr lang="en-US" sz="1800" dirty="0" err="1"/>
              <a:t>hợp</a:t>
            </a:r>
            <a:r>
              <a:rPr lang="en-US" sz="1800" dirty="0"/>
              <a:t> </a:t>
            </a:r>
            <a:r>
              <a:rPr lang="en-US" sz="1800" dirty="0" err="1"/>
              <a:t>các</a:t>
            </a:r>
            <a:r>
              <a:rPr lang="en-US" sz="1800" dirty="0"/>
              <a:t> </a:t>
            </a:r>
            <a:r>
              <a:rPr lang="en-US" sz="1800" dirty="0" err="1"/>
              <a:t>với</a:t>
            </a:r>
            <a:r>
              <a:rPr lang="en-US" sz="1800" dirty="0"/>
              <a:t> tags &amp; movies</a:t>
            </a:r>
          </a:p>
        </p:txBody>
      </p:sp>
      <p:pic>
        <p:nvPicPr>
          <p:cNvPr id="3" name="Hình ảnh 2">
            <a:extLst>
              <a:ext uri="{FF2B5EF4-FFF2-40B4-BE49-F238E27FC236}">
                <a16:creationId xmlns:a16="http://schemas.microsoft.com/office/drawing/2014/main" id="{95AA3498-3046-4574-AD5F-AF0D984980F8}"/>
              </a:ext>
            </a:extLst>
          </p:cNvPr>
          <p:cNvPicPr>
            <a:picLocks noChangeAspect="1"/>
          </p:cNvPicPr>
          <p:nvPr/>
        </p:nvPicPr>
        <p:blipFill>
          <a:blip r:embed="rId3"/>
          <a:stretch>
            <a:fillRect/>
          </a:stretch>
        </p:blipFill>
        <p:spPr>
          <a:xfrm>
            <a:off x="1624599" y="1810231"/>
            <a:ext cx="5706271" cy="3038899"/>
          </a:xfrm>
          <a:prstGeom prst="rect">
            <a:avLst/>
          </a:prstGeom>
        </p:spPr>
      </p:pic>
    </p:spTree>
    <p:extLst>
      <p:ext uri="{BB962C8B-B14F-4D97-AF65-F5344CB8AC3E}">
        <p14:creationId xmlns:p14="http://schemas.microsoft.com/office/powerpoint/2010/main" val="3510414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12180" y="1005840"/>
            <a:ext cx="6774982"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Gom</a:t>
            </a:r>
            <a:r>
              <a:rPr lang="en-US" sz="1800" dirty="0"/>
              <a:t> </a:t>
            </a:r>
            <a:r>
              <a:rPr lang="en-US" sz="1800" dirty="0" err="1"/>
              <a:t>nhóm</a:t>
            </a:r>
            <a:r>
              <a:rPr lang="en-US" sz="1800" dirty="0"/>
              <a:t> tag </a:t>
            </a:r>
            <a:r>
              <a:rPr lang="en-US" sz="1800" dirty="0" err="1"/>
              <a:t>theo</a:t>
            </a:r>
            <a:r>
              <a:rPr lang="en-US" sz="1800" dirty="0"/>
              <a:t> </a:t>
            </a:r>
            <a:r>
              <a:rPr lang="en-US" sz="1800" dirty="0" err="1"/>
              <a:t>movieId</a:t>
            </a:r>
            <a:endParaRPr lang="en-US" sz="1800" dirty="0"/>
          </a:p>
        </p:txBody>
      </p:sp>
      <p:pic>
        <p:nvPicPr>
          <p:cNvPr id="4" name="Hình ảnh 3">
            <a:extLst>
              <a:ext uri="{FF2B5EF4-FFF2-40B4-BE49-F238E27FC236}">
                <a16:creationId xmlns:a16="http://schemas.microsoft.com/office/drawing/2014/main" id="{0888B31A-887B-4E37-A854-8F6F33E04336}"/>
              </a:ext>
            </a:extLst>
          </p:cNvPr>
          <p:cNvPicPr>
            <a:picLocks noChangeAspect="1"/>
          </p:cNvPicPr>
          <p:nvPr/>
        </p:nvPicPr>
        <p:blipFill>
          <a:blip r:embed="rId3"/>
          <a:stretch>
            <a:fillRect/>
          </a:stretch>
        </p:blipFill>
        <p:spPr>
          <a:xfrm>
            <a:off x="731520" y="2003388"/>
            <a:ext cx="7896524" cy="1981872"/>
          </a:xfrm>
          <a:prstGeom prst="rect">
            <a:avLst/>
          </a:prstGeom>
        </p:spPr>
      </p:pic>
      <p:sp>
        <p:nvSpPr>
          <p:cNvPr id="7" name="Google Shape;1767;p7">
            <a:extLst>
              <a:ext uri="{FF2B5EF4-FFF2-40B4-BE49-F238E27FC236}">
                <a16:creationId xmlns:a16="http://schemas.microsoft.com/office/drawing/2014/main" id="{19182D90-81C9-4EAD-A74B-4AD652447A30}"/>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Tree>
    <p:extLst>
      <p:ext uri="{BB962C8B-B14F-4D97-AF65-F5344CB8AC3E}">
        <p14:creationId xmlns:p14="http://schemas.microsoft.com/office/powerpoint/2010/main" val="2606177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57809" y="1005840"/>
            <a:ext cx="697273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Kết</a:t>
            </a:r>
            <a:r>
              <a:rPr lang="en-US" sz="1800" dirty="0"/>
              <a:t> </a:t>
            </a:r>
            <a:r>
              <a:rPr lang="en-US" sz="1800" dirty="0" err="1"/>
              <a:t>hợp</a:t>
            </a:r>
            <a:r>
              <a:rPr lang="en-US" sz="1800" dirty="0"/>
              <a:t> tags </a:t>
            </a:r>
            <a:r>
              <a:rPr lang="en-US" sz="1800" dirty="0" err="1"/>
              <a:t>và</a:t>
            </a:r>
            <a:r>
              <a:rPr lang="en-US" sz="1800" dirty="0"/>
              <a:t> genres </a:t>
            </a:r>
          </a:p>
        </p:txBody>
      </p:sp>
      <p:pic>
        <p:nvPicPr>
          <p:cNvPr id="4" name="Hình ảnh 3">
            <a:extLst>
              <a:ext uri="{FF2B5EF4-FFF2-40B4-BE49-F238E27FC236}">
                <a16:creationId xmlns:a16="http://schemas.microsoft.com/office/drawing/2014/main" id="{D140DDC7-B6FC-4C16-B154-AF2F0F7F80A4}"/>
              </a:ext>
            </a:extLst>
          </p:cNvPr>
          <p:cNvPicPr>
            <a:picLocks noChangeAspect="1"/>
          </p:cNvPicPr>
          <p:nvPr/>
        </p:nvPicPr>
        <p:blipFill>
          <a:blip r:embed="rId3"/>
          <a:stretch>
            <a:fillRect/>
          </a:stretch>
        </p:blipFill>
        <p:spPr>
          <a:xfrm>
            <a:off x="1242548" y="1544749"/>
            <a:ext cx="6658904" cy="2953162"/>
          </a:xfrm>
          <a:prstGeom prst="rect">
            <a:avLst/>
          </a:prstGeom>
        </p:spPr>
      </p:pic>
      <p:sp>
        <p:nvSpPr>
          <p:cNvPr id="9" name="Google Shape;1767;p7">
            <a:extLst>
              <a:ext uri="{FF2B5EF4-FFF2-40B4-BE49-F238E27FC236}">
                <a16:creationId xmlns:a16="http://schemas.microsoft.com/office/drawing/2014/main" id="{ED8AF1D7-B407-40C8-BB95-F7AD10EE05E7}"/>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Tree>
    <p:extLst>
      <p:ext uri="{BB962C8B-B14F-4D97-AF65-F5344CB8AC3E}">
        <p14:creationId xmlns:p14="http://schemas.microsoft.com/office/powerpoint/2010/main" val="900829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57809" y="1005840"/>
            <a:ext cx="697273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Chuyển</a:t>
            </a:r>
            <a:r>
              <a:rPr lang="en-US" sz="1800" dirty="0"/>
              <a:t> document =&gt; </a:t>
            </a:r>
            <a:r>
              <a:rPr lang="en-US" sz="1800" dirty="0" err="1"/>
              <a:t>tfidf</a:t>
            </a:r>
            <a:r>
              <a:rPr lang="en-US" sz="1800" dirty="0"/>
              <a:t> matrix</a:t>
            </a:r>
          </a:p>
        </p:txBody>
      </p:sp>
      <p:pic>
        <p:nvPicPr>
          <p:cNvPr id="11" name="Hình ảnh 10">
            <a:extLst>
              <a:ext uri="{FF2B5EF4-FFF2-40B4-BE49-F238E27FC236}">
                <a16:creationId xmlns:a16="http://schemas.microsoft.com/office/drawing/2014/main" id="{E1F6C12D-534E-4F80-8104-588FC28C522C}"/>
              </a:ext>
            </a:extLst>
          </p:cNvPr>
          <p:cNvPicPr>
            <a:picLocks noChangeAspect="1"/>
          </p:cNvPicPr>
          <p:nvPr/>
        </p:nvPicPr>
        <p:blipFill rotWithShape="1">
          <a:blip r:embed="rId3"/>
          <a:srcRect b="32417"/>
          <a:stretch/>
        </p:blipFill>
        <p:spPr>
          <a:xfrm>
            <a:off x="1500882" y="1440143"/>
            <a:ext cx="5700018" cy="1950757"/>
          </a:xfrm>
          <a:prstGeom prst="rect">
            <a:avLst/>
          </a:prstGeom>
        </p:spPr>
      </p:pic>
      <p:sp>
        <p:nvSpPr>
          <p:cNvPr id="13" name="Hộp Văn bản 12">
            <a:extLst>
              <a:ext uri="{FF2B5EF4-FFF2-40B4-BE49-F238E27FC236}">
                <a16:creationId xmlns:a16="http://schemas.microsoft.com/office/drawing/2014/main" id="{7B6963A7-961C-45D3-9530-A7BE8A149D36}"/>
              </a:ext>
            </a:extLst>
          </p:cNvPr>
          <p:cNvSpPr txBox="1"/>
          <p:nvPr/>
        </p:nvSpPr>
        <p:spPr>
          <a:xfrm>
            <a:off x="1321669" y="3768329"/>
            <a:ext cx="697273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Kích</a:t>
            </a:r>
            <a:r>
              <a:rPr lang="en-US" sz="1800" dirty="0"/>
              <a:t> </a:t>
            </a:r>
            <a:r>
              <a:rPr lang="en-US" sz="1800" dirty="0" err="1"/>
              <a:t>thước</a:t>
            </a:r>
            <a:r>
              <a:rPr lang="en-US" sz="1800" dirty="0"/>
              <a:t> 9742 x 9742</a:t>
            </a:r>
          </a:p>
        </p:txBody>
      </p:sp>
      <p:sp>
        <p:nvSpPr>
          <p:cNvPr id="10" name="Google Shape;1767;p7">
            <a:extLst>
              <a:ext uri="{FF2B5EF4-FFF2-40B4-BE49-F238E27FC236}">
                <a16:creationId xmlns:a16="http://schemas.microsoft.com/office/drawing/2014/main" id="{C91B4BC3-8E0A-4693-8283-1523AFC53453}"/>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Tree>
    <p:extLst>
      <p:ext uri="{BB962C8B-B14F-4D97-AF65-F5344CB8AC3E}">
        <p14:creationId xmlns:p14="http://schemas.microsoft.com/office/powerpoint/2010/main" val="50414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57809" y="1005839"/>
            <a:ext cx="697273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Tính</a:t>
            </a:r>
            <a:r>
              <a:rPr lang="en-US" sz="1800" dirty="0"/>
              <a:t> cosine similarity </a:t>
            </a:r>
            <a:r>
              <a:rPr lang="en-US" sz="1800" dirty="0" err="1"/>
              <a:t>với</a:t>
            </a:r>
            <a:r>
              <a:rPr lang="en-US" sz="1800" dirty="0"/>
              <a:t> matrix </a:t>
            </a:r>
            <a:r>
              <a:rPr lang="en-US" sz="1800" dirty="0" err="1"/>
              <a:t>vừa</a:t>
            </a:r>
            <a:r>
              <a:rPr lang="en-US" sz="1800" dirty="0"/>
              <a:t> </a:t>
            </a:r>
            <a:r>
              <a:rPr lang="en-US" sz="1800" dirty="0" err="1"/>
              <a:t>tạo</a:t>
            </a:r>
            <a:r>
              <a:rPr lang="en-US" sz="1800" dirty="0"/>
              <a:t> </a:t>
            </a:r>
          </a:p>
        </p:txBody>
      </p:sp>
      <p:pic>
        <p:nvPicPr>
          <p:cNvPr id="5" name="Hình ảnh 4">
            <a:extLst>
              <a:ext uri="{FF2B5EF4-FFF2-40B4-BE49-F238E27FC236}">
                <a16:creationId xmlns:a16="http://schemas.microsoft.com/office/drawing/2014/main" id="{C3543C1C-F284-493D-A4AC-A5605D87E609}"/>
              </a:ext>
            </a:extLst>
          </p:cNvPr>
          <p:cNvPicPr>
            <a:picLocks noChangeAspect="1"/>
          </p:cNvPicPr>
          <p:nvPr/>
        </p:nvPicPr>
        <p:blipFill rotWithShape="1">
          <a:blip r:embed="rId3"/>
          <a:srcRect r="10964" b="21017"/>
          <a:stretch/>
        </p:blipFill>
        <p:spPr>
          <a:xfrm>
            <a:off x="1157809" y="1558051"/>
            <a:ext cx="6405135" cy="2320529"/>
          </a:xfrm>
          <a:prstGeom prst="rect">
            <a:avLst/>
          </a:prstGeom>
        </p:spPr>
      </p:pic>
      <p:sp>
        <p:nvSpPr>
          <p:cNvPr id="7" name="Google Shape;1767;p7">
            <a:extLst>
              <a:ext uri="{FF2B5EF4-FFF2-40B4-BE49-F238E27FC236}">
                <a16:creationId xmlns:a16="http://schemas.microsoft.com/office/drawing/2014/main" id="{1DFEACF7-9D91-4204-9A87-74F6D9C98CC9}"/>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Tree>
    <p:extLst>
      <p:ext uri="{BB962C8B-B14F-4D97-AF65-F5344CB8AC3E}">
        <p14:creationId xmlns:p14="http://schemas.microsoft.com/office/powerpoint/2010/main" val="1999658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7" name="Google Shape;1767;p7">
            <a:extLst>
              <a:ext uri="{FF2B5EF4-FFF2-40B4-BE49-F238E27FC236}">
                <a16:creationId xmlns:a16="http://schemas.microsoft.com/office/drawing/2014/main" id="{A678705A-315A-4A10-B96F-8D46A61F7F66}"/>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
        <p:nvSpPr>
          <p:cNvPr id="2" name="Hộp Văn bản 1">
            <a:extLst>
              <a:ext uri="{FF2B5EF4-FFF2-40B4-BE49-F238E27FC236}">
                <a16:creationId xmlns:a16="http://schemas.microsoft.com/office/drawing/2014/main" id="{B033AA25-BE81-4A8C-96E6-22EEF97ACC29}"/>
              </a:ext>
            </a:extLst>
          </p:cNvPr>
          <p:cNvSpPr txBox="1"/>
          <p:nvPr/>
        </p:nvSpPr>
        <p:spPr>
          <a:xfrm>
            <a:off x="1602154" y="1078524"/>
            <a:ext cx="5939692" cy="307777"/>
          </a:xfrm>
          <a:prstGeom prst="rect">
            <a:avLst/>
          </a:prstGeom>
          <a:solidFill>
            <a:schemeClr val="accent3">
              <a:lumMod val="20000"/>
              <a:lumOff val="80000"/>
            </a:schemeClr>
          </a:solidFill>
        </p:spPr>
        <p:txBody>
          <a:bodyPr wrap="square" rtlCol="0">
            <a:spAutoFit/>
          </a:bodyPr>
          <a:lstStyle/>
          <a:p>
            <a:pPr marL="285750" indent="-285750">
              <a:buFont typeface="Courier New" panose="02070309020205020404" pitchFamily="49" charset="0"/>
              <a:buChar char="o"/>
            </a:pPr>
            <a:r>
              <a:rPr lang="en-US" dirty="0" err="1"/>
              <a:t>Dự</a:t>
            </a:r>
            <a:r>
              <a:rPr lang="en-US" dirty="0"/>
              <a:t> </a:t>
            </a:r>
            <a:r>
              <a:rPr lang="en-US" dirty="0" err="1"/>
              <a:t>đoán</a:t>
            </a:r>
            <a:r>
              <a:rPr lang="en-US" dirty="0"/>
              <a:t> rating </a:t>
            </a:r>
            <a:r>
              <a:rPr lang="en-US" dirty="0" err="1"/>
              <a:t>của</a:t>
            </a:r>
            <a:r>
              <a:rPr lang="en-US" dirty="0"/>
              <a:t> user u0 </a:t>
            </a:r>
            <a:r>
              <a:rPr lang="en-US" dirty="0" err="1"/>
              <a:t>cho</a:t>
            </a:r>
            <a:r>
              <a:rPr lang="en-US" dirty="0"/>
              <a:t> movie i1?</a:t>
            </a:r>
          </a:p>
        </p:txBody>
      </p:sp>
      <p:sp>
        <p:nvSpPr>
          <p:cNvPr id="3" name="Hộp Văn bản 2">
            <a:extLst>
              <a:ext uri="{FF2B5EF4-FFF2-40B4-BE49-F238E27FC236}">
                <a16:creationId xmlns:a16="http://schemas.microsoft.com/office/drawing/2014/main" id="{060A3A2C-729B-4446-8557-CFD45B3605D4}"/>
              </a:ext>
            </a:extLst>
          </p:cNvPr>
          <p:cNvSpPr txBox="1"/>
          <p:nvPr/>
        </p:nvSpPr>
        <p:spPr>
          <a:xfrm>
            <a:off x="1402861" y="1572281"/>
            <a:ext cx="6338277" cy="2610779"/>
          </a:xfrm>
          <a:prstGeom prst="rect">
            <a:avLst/>
          </a:prstGeom>
          <a:noFill/>
        </p:spPr>
        <p:txBody>
          <a:bodyPr wrap="square" rtlCol="0">
            <a:spAutoFit/>
          </a:bodyPr>
          <a:lstStyle/>
          <a:p>
            <a:pPr marL="285750" indent="-285750">
              <a:lnSpc>
                <a:spcPct val="200000"/>
              </a:lnSpc>
              <a:buFont typeface="Wingdings" panose="05000000000000000000" pitchFamily="2" charset="2"/>
              <a:buChar char="§"/>
            </a:pPr>
            <a:r>
              <a:rPr lang="en-US" dirty="0" err="1"/>
              <a:t>Xem</a:t>
            </a:r>
            <a:r>
              <a:rPr lang="en-US" dirty="0"/>
              <a:t> </a:t>
            </a:r>
            <a:r>
              <a:rPr lang="en-US" dirty="0" err="1"/>
              <a:t>thử</a:t>
            </a:r>
            <a:r>
              <a:rPr lang="en-US" dirty="0"/>
              <a:t> user u0 </a:t>
            </a:r>
            <a:r>
              <a:rPr lang="en-US" dirty="0" err="1"/>
              <a:t>đã</a:t>
            </a:r>
            <a:r>
              <a:rPr lang="en-US" dirty="0"/>
              <a:t> </a:t>
            </a:r>
            <a:r>
              <a:rPr lang="en-US" dirty="0" err="1"/>
              <a:t>từng</a:t>
            </a:r>
            <a:r>
              <a:rPr lang="en-US" dirty="0"/>
              <a:t> </a:t>
            </a:r>
            <a:r>
              <a:rPr lang="en-US" dirty="0" err="1"/>
              <a:t>xem</a:t>
            </a:r>
            <a:r>
              <a:rPr lang="en-US" dirty="0"/>
              <a:t> </a:t>
            </a:r>
            <a:r>
              <a:rPr lang="en-US" dirty="0" err="1"/>
              <a:t>những</a:t>
            </a:r>
            <a:r>
              <a:rPr lang="en-US" dirty="0"/>
              <a:t> </a:t>
            </a:r>
            <a:r>
              <a:rPr lang="en-US" dirty="0" err="1"/>
              <a:t>phim</a:t>
            </a:r>
            <a:r>
              <a:rPr lang="en-US" dirty="0"/>
              <a:t> </a:t>
            </a:r>
            <a:r>
              <a:rPr lang="en-US" dirty="0" err="1"/>
              <a:t>nào</a:t>
            </a:r>
            <a:r>
              <a:rPr lang="en-US" dirty="0"/>
              <a:t>? (</a:t>
            </a:r>
            <a:r>
              <a:rPr lang="en-US" dirty="0" err="1"/>
              <a:t>vd</a:t>
            </a:r>
            <a:r>
              <a:rPr lang="en-US" dirty="0"/>
              <a:t>: i5, i7, i8, i12,…)</a:t>
            </a:r>
          </a:p>
          <a:p>
            <a:pPr marL="285750" indent="-285750">
              <a:lnSpc>
                <a:spcPct val="200000"/>
              </a:lnSpc>
              <a:buFont typeface="Wingdings" panose="05000000000000000000" pitchFamily="2" charset="2"/>
              <a:buChar char="§"/>
            </a:pPr>
            <a:r>
              <a:rPr lang="en-US" dirty="0" err="1"/>
              <a:t>Tính</a:t>
            </a:r>
            <a:r>
              <a:rPr lang="en-US" dirty="0"/>
              <a:t> </a:t>
            </a:r>
            <a:r>
              <a:rPr lang="en-US" dirty="0" err="1"/>
              <a:t>độ</a:t>
            </a:r>
            <a:r>
              <a:rPr lang="en-US" dirty="0"/>
              <a:t> </a:t>
            </a:r>
            <a:r>
              <a:rPr lang="en-US" dirty="0" err="1"/>
              <a:t>tương</a:t>
            </a:r>
            <a:r>
              <a:rPr lang="en-US" dirty="0"/>
              <a:t> </a:t>
            </a:r>
            <a:r>
              <a:rPr lang="en-US" dirty="0" err="1"/>
              <a:t>đồng</a:t>
            </a:r>
            <a:r>
              <a:rPr lang="en-US" dirty="0"/>
              <a:t> </a:t>
            </a:r>
            <a:r>
              <a:rPr lang="en-US" dirty="0" err="1"/>
              <a:t>của</a:t>
            </a:r>
            <a:r>
              <a:rPr lang="en-US" dirty="0"/>
              <a:t> i1 </a:t>
            </a:r>
            <a:r>
              <a:rPr lang="en-US" dirty="0" err="1"/>
              <a:t>với</a:t>
            </a:r>
            <a:r>
              <a:rPr lang="en-US" dirty="0"/>
              <a:t> </a:t>
            </a:r>
            <a:r>
              <a:rPr lang="en-US" dirty="0" err="1"/>
              <a:t>các</a:t>
            </a:r>
            <a:r>
              <a:rPr lang="en-US" dirty="0"/>
              <a:t> </a:t>
            </a:r>
            <a:r>
              <a:rPr lang="en-US" dirty="0" err="1"/>
              <a:t>phim</a:t>
            </a:r>
            <a:r>
              <a:rPr lang="en-US" dirty="0"/>
              <a:t> i5, i7, i8,i12, …..</a:t>
            </a:r>
          </a:p>
          <a:p>
            <a:pPr marL="285750" indent="-285750">
              <a:lnSpc>
                <a:spcPct val="200000"/>
              </a:lnSpc>
              <a:buFont typeface="Wingdings" panose="05000000000000000000" pitchFamily="2" charset="2"/>
              <a:buChar char="§"/>
            </a:pPr>
            <a:r>
              <a:rPr lang="en-US" dirty="0" err="1"/>
              <a:t>Chọn</a:t>
            </a:r>
            <a:r>
              <a:rPr lang="en-US" dirty="0"/>
              <a:t> ra top 10 </a:t>
            </a:r>
            <a:r>
              <a:rPr lang="en-US" dirty="0" err="1"/>
              <a:t>phim</a:t>
            </a:r>
            <a:r>
              <a:rPr lang="en-US" dirty="0"/>
              <a:t> </a:t>
            </a:r>
            <a:r>
              <a:rPr lang="en-US" dirty="0" err="1"/>
              <a:t>có</a:t>
            </a:r>
            <a:r>
              <a:rPr lang="en-US" dirty="0"/>
              <a:t> </a:t>
            </a:r>
            <a:r>
              <a:rPr lang="en-US" dirty="0" err="1"/>
              <a:t>độ</a:t>
            </a:r>
            <a:r>
              <a:rPr lang="en-US" dirty="0"/>
              <a:t> </a:t>
            </a:r>
            <a:r>
              <a:rPr lang="en-US" dirty="0" err="1"/>
              <a:t>tương</a:t>
            </a:r>
            <a:r>
              <a:rPr lang="en-US" dirty="0"/>
              <a:t> </a:t>
            </a:r>
            <a:r>
              <a:rPr lang="en-US" dirty="0" err="1"/>
              <a:t>đồng</a:t>
            </a:r>
            <a:r>
              <a:rPr lang="en-US" dirty="0"/>
              <a:t> </a:t>
            </a:r>
            <a:r>
              <a:rPr lang="en-US" dirty="0" err="1"/>
              <a:t>cao</a:t>
            </a:r>
            <a:r>
              <a:rPr lang="en-US" dirty="0"/>
              <a:t> </a:t>
            </a:r>
            <a:r>
              <a:rPr lang="en-US" dirty="0" err="1"/>
              <a:t>nhất</a:t>
            </a:r>
            <a:r>
              <a:rPr lang="en-US" dirty="0"/>
              <a:t> </a:t>
            </a:r>
            <a:r>
              <a:rPr lang="en-US" dirty="0" err="1"/>
              <a:t>với</a:t>
            </a:r>
            <a:r>
              <a:rPr lang="en-US" dirty="0"/>
              <a:t> i1 &amp;  &gt;=0.8</a:t>
            </a:r>
          </a:p>
          <a:p>
            <a:pPr marL="285750" indent="-285750">
              <a:lnSpc>
                <a:spcPct val="200000"/>
              </a:lnSpc>
              <a:buFont typeface="Wingdings" panose="05000000000000000000" pitchFamily="2" charset="2"/>
              <a:buChar char="§"/>
            </a:pPr>
            <a:r>
              <a:rPr lang="en-US" dirty="0"/>
              <a:t>Rating </a:t>
            </a:r>
            <a:r>
              <a:rPr lang="en-US" dirty="0" err="1"/>
              <a:t>của</a:t>
            </a:r>
            <a:r>
              <a:rPr lang="en-US" dirty="0"/>
              <a:t> user u0 </a:t>
            </a:r>
            <a:r>
              <a:rPr lang="en-US" dirty="0" err="1"/>
              <a:t>cho</a:t>
            </a:r>
            <a:r>
              <a:rPr lang="en-US" dirty="0"/>
              <a:t> movie i1 </a:t>
            </a:r>
            <a:r>
              <a:rPr lang="en-US" dirty="0" err="1"/>
              <a:t>dựa</a:t>
            </a:r>
            <a:r>
              <a:rPr lang="en-US" dirty="0"/>
              <a:t> </a:t>
            </a:r>
            <a:r>
              <a:rPr lang="en-US" dirty="0" err="1"/>
              <a:t>vào</a:t>
            </a:r>
            <a:r>
              <a:rPr lang="en-US" dirty="0"/>
              <a:t> ratings </a:t>
            </a:r>
            <a:r>
              <a:rPr lang="en-US" dirty="0" err="1"/>
              <a:t>trung</a:t>
            </a:r>
            <a:r>
              <a:rPr lang="en-US" dirty="0"/>
              <a:t> </a:t>
            </a:r>
            <a:r>
              <a:rPr lang="en-US" dirty="0" err="1"/>
              <a:t>bình</a:t>
            </a:r>
            <a:r>
              <a:rPr lang="en-US" dirty="0"/>
              <a:t> 10 users </a:t>
            </a:r>
            <a:r>
              <a:rPr lang="en-US" dirty="0" err="1"/>
              <a:t>gần</a:t>
            </a:r>
            <a:r>
              <a:rPr lang="en-US" dirty="0"/>
              <a:t> </a:t>
            </a:r>
            <a:r>
              <a:rPr lang="en-US" dirty="0" err="1"/>
              <a:t>nó</a:t>
            </a:r>
            <a:r>
              <a:rPr lang="en-US" dirty="0"/>
              <a:t> </a:t>
            </a:r>
            <a:r>
              <a:rPr lang="en-US" dirty="0" err="1"/>
              <a:t>nhất</a:t>
            </a:r>
            <a:r>
              <a:rPr lang="en-US" dirty="0"/>
              <a:t>. </a:t>
            </a:r>
          </a:p>
          <a:p>
            <a:pPr marL="285750" indent="-285750">
              <a:lnSpc>
                <a:spcPct val="200000"/>
              </a:lnSpc>
              <a:buFont typeface="Wingdings" panose="05000000000000000000" pitchFamily="2" charset="2"/>
              <a:buChar char="§"/>
            </a:pPr>
            <a:endParaRPr lang="en-US" dirty="0"/>
          </a:p>
        </p:txBody>
      </p:sp>
    </p:spTree>
    <p:extLst>
      <p:ext uri="{BB962C8B-B14F-4D97-AF65-F5344CB8AC3E}">
        <p14:creationId xmlns:p14="http://schemas.microsoft.com/office/powerpoint/2010/main" val="3469617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pic>
        <p:nvPicPr>
          <p:cNvPr id="6" name="Hình ảnh 5">
            <a:extLst>
              <a:ext uri="{FF2B5EF4-FFF2-40B4-BE49-F238E27FC236}">
                <a16:creationId xmlns:a16="http://schemas.microsoft.com/office/drawing/2014/main" id="{78449200-9B9A-4F0F-88C2-C15EAB148010}"/>
              </a:ext>
            </a:extLst>
          </p:cNvPr>
          <p:cNvPicPr>
            <a:picLocks noChangeAspect="1"/>
          </p:cNvPicPr>
          <p:nvPr/>
        </p:nvPicPr>
        <p:blipFill>
          <a:blip r:embed="rId3"/>
          <a:stretch>
            <a:fillRect/>
          </a:stretch>
        </p:blipFill>
        <p:spPr>
          <a:xfrm>
            <a:off x="1484922" y="975125"/>
            <a:ext cx="5666785" cy="3048529"/>
          </a:xfrm>
          <a:prstGeom prst="rect">
            <a:avLst/>
          </a:prstGeom>
        </p:spPr>
      </p:pic>
      <p:sp>
        <p:nvSpPr>
          <p:cNvPr id="7" name="Google Shape;1767;p7">
            <a:extLst>
              <a:ext uri="{FF2B5EF4-FFF2-40B4-BE49-F238E27FC236}">
                <a16:creationId xmlns:a16="http://schemas.microsoft.com/office/drawing/2014/main" id="{A678705A-315A-4A10-B96F-8D46A61F7F66}"/>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items-based</a:t>
            </a:r>
            <a:endParaRPr dirty="0"/>
          </a:p>
        </p:txBody>
      </p:sp>
    </p:spTree>
    <p:extLst>
      <p:ext uri="{BB962C8B-B14F-4D97-AF65-F5344CB8AC3E}">
        <p14:creationId xmlns:p14="http://schemas.microsoft.com/office/powerpoint/2010/main" val="470657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Hình ảnh 6">
            <a:extLst>
              <a:ext uri="{FF2B5EF4-FFF2-40B4-BE49-F238E27FC236}">
                <a16:creationId xmlns:a16="http://schemas.microsoft.com/office/drawing/2014/main" id="{94E71E1C-3F43-4474-9D92-3BE673B7A481}"/>
              </a:ext>
            </a:extLst>
          </p:cNvPr>
          <p:cNvPicPr>
            <a:picLocks noChangeAspect="1"/>
          </p:cNvPicPr>
          <p:nvPr/>
        </p:nvPicPr>
        <p:blipFill>
          <a:blip r:embed="rId3"/>
          <a:stretch>
            <a:fillRect/>
          </a:stretch>
        </p:blipFill>
        <p:spPr>
          <a:xfrm>
            <a:off x="1881294" y="593490"/>
            <a:ext cx="5148774" cy="3806572"/>
          </a:xfrm>
          <a:prstGeom prst="rect">
            <a:avLst/>
          </a:prstGeom>
        </p:spPr>
      </p:pic>
      <p:sp>
        <p:nvSpPr>
          <p:cNvPr id="8" name="Hộp Văn bản 7">
            <a:extLst>
              <a:ext uri="{FF2B5EF4-FFF2-40B4-BE49-F238E27FC236}">
                <a16:creationId xmlns:a16="http://schemas.microsoft.com/office/drawing/2014/main" id="{DF7B19AA-66E0-499B-B722-6AE8DA9F5D65}"/>
              </a:ext>
            </a:extLst>
          </p:cNvPr>
          <p:cNvSpPr txBox="1"/>
          <p:nvPr/>
        </p:nvSpPr>
        <p:spPr>
          <a:xfrm>
            <a:off x="2836984" y="3665415"/>
            <a:ext cx="1516185" cy="600164"/>
          </a:xfrm>
          <a:prstGeom prst="rect">
            <a:avLst/>
          </a:prstGeom>
          <a:solidFill>
            <a:schemeClr val="bg1"/>
          </a:solidFill>
        </p:spPr>
        <p:txBody>
          <a:bodyPr wrap="square" rtlCol="0">
            <a:spAutoFit/>
          </a:bodyPr>
          <a:lstStyle/>
          <a:p>
            <a:r>
              <a:rPr lang="en-US" sz="1100" b="0" i="0" dirty="0">
                <a:solidFill>
                  <a:schemeClr val="tx1"/>
                </a:solidFill>
                <a:effectLst/>
                <a:latin typeface="+mj-lt"/>
              </a:rPr>
              <a:t>Alternating Least Squares (ALS model)</a:t>
            </a:r>
          </a:p>
        </p:txBody>
      </p:sp>
      <p:sp>
        <p:nvSpPr>
          <p:cNvPr id="2" name="Hình chữ nhật 1">
            <a:extLst>
              <a:ext uri="{FF2B5EF4-FFF2-40B4-BE49-F238E27FC236}">
                <a16:creationId xmlns:a16="http://schemas.microsoft.com/office/drawing/2014/main" id="{8E62441D-9149-4D75-9EA9-3AF4940D52D7}"/>
              </a:ext>
            </a:extLst>
          </p:cNvPr>
          <p:cNvSpPr/>
          <p:nvPr/>
        </p:nvSpPr>
        <p:spPr>
          <a:xfrm>
            <a:off x="4572000" y="3962400"/>
            <a:ext cx="1148862" cy="437662"/>
          </a:xfrm>
          <a:prstGeom prst="rect">
            <a:avLst/>
          </a:prstGeom>
          <a:noFill/>
          <a:ln>
            <a:solidFill>
              <a:schemeClr val="accent4">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15530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7" name="Google Shape;1767;p7">
            <a:extLst>
              <a:ext uri="{FF2B5EF4-FFF2-40B4-BE49-F238E27FC236}">
                <a16:creationId xmlns:a16="http://schemas.microsoft.com/office/drawing/2014/main" id="{E28C3239-4A6F-4B41-8E5C-CBDEB5507FEC}"/>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users-based</a:t>
            </a:r>
            <a:endParaRPr dirty="0"/>
          </a:p>
        </p:txBody>
      </p:sp>
      <p:cxnSp>
        <p:nvCxnSpPr>
          <p:cNvPr id="14" name="Đường kết nối Mũi tên Thẳng 13">
            <a:extLst>
              <a:ext uri="{FF2B5EF4-FFF2-40B4-BE49-F238E27FC236}">
                <a16:creationId xmlns:a16="http://schemas.microsoft.com/office/drawing/2014/main" id="{1D84E2CA-3F22-486F-9CB7-89BECC048B02}"/>
              </a:ext>
            </a:extLst>
          </p:cNvPr>
          <p:cNvCxnSpPr>
            <a:cxnSpLocks/>
          </p:cNvCxnSpPr>
          <p:nvPr/>
        </p:nvCxnSpPr>
        <p:spPr>
          <a:xfrm>
            <a:off x="2755726" y="230478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Hình ảnh 2">
            <a:extLst>
              <a:ext uri="{FF2B5EF4-FFF2-40B4-BE49-F238E27FC236}">
                <a16:creationId xmlns:a16="http://schemas.microsoft.com/office/drawing/2014/main" id="{DF932AA7-55CF-411F-829D-11350D3BDFC9}"/>
              </a:ext>
            </a:extLst>
          </p:cNvPr>
          <p:cNvPicPr>
            <a:picLocks noChangeAspect="1"/>
          </p:cNvPicPr>
          <p:nvPr/>
        </p:nvPicPr>
        <p:blipFill>
          <a:blip r:embed="rId3"/>
          <a:stretch>
            <a:fillRect/>
          </a:stretch>
        </p:blipFill>
        <p:spPr>
          <a:xfrm>
            <a:off x="2451084" y="892544"/>
            <a:ext cx="4241831" cy="3010802"/>
          </a:xfrm>
          <a:prstGeom prst="rect">
            <a:avLst/>
          </a:prstGeom>
        </p:spPr>
      </p:pic>
      <p:sp>
        <p:nvSpPr>
          <p:cNvPr id="10" name="Hộp Văn bản 9">
            <a:extLst>
              <a:ext uri="{FF2B5EF4-FFF2-40B4-BE49-F238E27FC236}">
                <a16:creationId xmlns:a16="http://schemas.microsoft.com/office/drawing/2014/main" id="{9081B12F-0C5B-40AB-92EC-D51843B7489D}"/>
              </a:ext>
            </a:extLst>
          </p:cNvPr>
          <p:cNvSpPr txBox="1"/>
          <p:nvPr/>
        </p:nvSpPr>
        <p:spPr>
          <a:xfrm>
            <a:off x="1626731" y="4112482"/>
            <a:ext cx="6173061" cy="646331"/>
          </a:xfrm>
          <a:prstGeom prst="rect">
            <a:avLst/>
          </a:prstGeom>
          <a:solidFill>
            <a:schemeClr val="accent3">
              <a:lumMod val="20000"/>
              <a:lumOff val="80000"/>
            </a:schemeClr>
          </a:solidFill>
        </p:spPr>
        <p:txBody>
          <a:bodyPr wrap="square" rtlCol="0">
            <a:spAutoFit/>
          </a:bodyPr>
          <a:lstStyle/>
          <a:p>
            <a:pPr marL="285750" indent="-285750">
              <a:buFont typeface="Courier New" panose="02070309020205020404" pitchFamily="49" charset="0"/>
              <a:buChar char="o"/>
            </a:pPr>
            <a:r>
              <a:rPr lang="en-US" sz="1800" dirty="0" err="1"/>
              <a:t>Làm</a:t>
            </a:r>
            <a:r>
              <a:rPr lang="en-US" sz="1800" dirty="0"/>
              <a:t> </a:t>
            </a:r>
            <a:r>
              <a:rPr lang="en-US" sz="1800" dirty="0" err="1"/>
              <a:t>thế</a:t>
            </a:r>
            <a:r>
              <a:rPr lang="en-US" sz="1800" dirty="0"/>
              <a:t> </a:t>
            </a:r>
            <a:r>
              <a:rPr lang="en-US" sz="1800" dirty="0" err="1"/>
              <a:t>nào</a:t>
            </a:r>
            <a:r>
              <a:rPr lang="en-US" sz="1800" dirty="0"/>
              <a:t> </a:t>
            </a:r>
            <a:r>
              <a:rPr lang="en-US" sz="1800" dirty="0" err="1"/>
              <a:t>dự</a:t>
            </a:r>
            <a:r>
              <a:rPr lang="en-US" sz="1800" dirty="0"/>
              <a:t> </a:t>
            </a:r>
            <a:r>
              <a:rPr lang="en-US" sz="1800" dirty="0" err="1"/>
              <a:t>đoán</a:t>
            </a:r>
            <a:r>
              <a:rPr lang="en-US" sz="1800" dirty="0"/>
              <a:t> rating </a:t>
            </a:r>
            <a:r>
              <a:rPr lang="en-US" sz="1800" dirty="0" err="1"/>
              <a:t>của</a:t>
            </a:r>
            <a:r>
              <a:rPr lang="en-US" sz="1800" dirty="0"/>
              <a:t> </a:t>
            </a:r>
            <a:r>
              <a:rPr lang="en-US" sz="1800" dirty="0" err="1"/>
              <a:t>một</a:t>
            </a:r>
            <a:r>
              <a:rPr lang="en-US" sz="1800" dirty="0"/>
              <a:t> user </a:t>
            </a:r>
            <a:r>
              <a:rPr lang="en-US" sz="1800" dirty="0" err="1"/>
              <a:t>cho</a:t>
            </a:r>
            <a:r>
              <a:rPr lang="en-US" sz="1800" dirty="0"/>
              <a:t> </a:t>
            </a:r>
            <a:r>
              <a:rPr lang="en-US" sz="1800" dirty="0" err="1"/>
              <a:t>một</a:t>
            </a:r>
            <a:r>
              <a:rPr lang="en-US" sz="1800" dirty="0"/>
              <a:t> movie </a:t>
            </a:r>
            <a:r>
              <a:rPr lang="en-US" sz="1800" dirty="0" err="1"/>
              <a:t>dựa</a:t>
            </a:r>
            <a:r>
              <a:rPr lang="en-US" sz="1800" dirty="0"/>
              <a:t> </a:t>
            </a:r>
            <a:r>
              <a:rPr lang="en-US" sz="1800" dirty="0" err="1"/>
              <a:t>vào</a:t>
            </a:r>
            <a:r>
              <a:rPr lang="en-US" sz="1800" dirty="0"/>
              <a:t> </a:t>
            </a:r>
            <a:r>
              <a:rPr lang="en-US" sz="1800" dirty="0" err="1"/>
              <a:t>các</a:t>
            </a:r>
            <a:r>
              <a:rPr lang="en-US" sz="1800" dirty="0"/>
              <a:t> user </a:t>
            </a:r>
            <a:r>
              <a:rPr lang="en-US" sz="1800" dirty="0" err="1"/>
              <a:t>tương</a:t>
            </a:r>
            <a:r>
              <a:rPr lang="en-US" sz="1800" dirty="0"/>
              <a:t> </a:t>
            </a:r>
            <a:r>
              <a:rPr lang="en-US" sz="1800" dirty="0" err="1"/>
              <a:t>tự</a:t>
            </a:r>
            <a:r>
              <a:rPr lang="en-US" sz="1800" dirty="0"/>
              <a:t>? </a:t>
            </a:r>
          </a:p>
        </p:txBody>
      </p:sp>
    </p:spTree>
    <p:extLst>
      <p:ext uri="{BB962C8B-B14F-4D97-AF65-F5344CB8AC3E}">
        <p14:creationId xmlns:p14="http://schemas.microsoft.com/office/powerpoint/2010/main" val="39961204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95387" y="941612"/>
            <a:ext cx="697273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Tạo</a:t>
            </a:r>
            <a:r>
              <a:rPr lang="en-US" sz="1800" dirty="0"/>
              <a:t> ma </a:t>
            </a:r>
            <a:r>
              <a:rPr lang="en-US" sz="1800" dirty="0" err="1"/>
              <a:t>trận</a:t>
            </a:r>
            <a:r>
              <a:rPr lang="en-US" sz="1800" dirty="0"/>
              <a:t> </a:t>
            </a:r>
            <a:r>
              <a:rPr lang="en-US" sz="1800" dirty="0" err="1"/>
              <a:t>dữ</a:t>
            </a:r>
            <a:r>
              <a:rPr lang="en-US" sz="1800" dirty="0"/>
              <a:t> </a:t>
            </a:r>
            <a:r>
              <a:rPr lang="en-US" sz="1800" dirty="0" err="1"/>
              <a:t>liệu</a:t>
            </a:r>
            <a:endParaRPr lang="en-US" sz="1800" dirty="0"/>
          </a:p>
        </p:txBody>
      </p:sp>
      <p:sp>
        <p:nvSpPr>
          <p:cNvPr id="7" name="Google Shape;1767;p7">
            <a:extLst>
              <a:ext uri="{FF2B5EF4-FFF2-40B4-BE49-F238E27FC236}">
                <a16:creationId xmlns:a16="http://schemas.microsoft.com/office/drawing/2014/main" id="{E28C3239-4A6F-4B41-8E5C-CBDEB5507FEC}"/>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users-based</a:t>
            </a:r>
            <a:endParaRPr dirty="0"/>
          </a:p>
        </p:txBody>
      </p:sp>
      <p:pic>
        <p:nvPicPr>
          <p:cNvPr id="9" name="Hình ảnh 8">
            <a:extLst>
              <a:ext uri="{FF2B5EF4-FFF2-40B4-BE49-F238E27FC236}">
                <a16:creationId xmlns:a16="http://schemas.microsoft.com/office/drawing/2014/main" id="{3E2E8FD0-4D5B-4ABA-88AC-2BA07CA6E8C5}"/>
              </a:ext>
            </a:extLst>
          </p:cNvPr>
          <p:cNvPicPr>
            <a:picLocks noChangeAspect="1"/>
          </p:cNvPicPr>
          <p:nvPr/>
        </p:nvPicPr>
        <p:blipFill rotWithShape="1">
          <a:blip r:embed="rId3"/>
          <a:srcRect l="2208" r="7714" b="10652"/>
          <a:stretch/>
        </p:blipFill>
        <p:spPr>
          <a:xfrm>
            <a:off x="2607340" y="1626973"/>
            <a:ext cx="3747978" cy="1889554"/>
          </a:xfrm>
          <a:prstGeom prst="rect">
            <a:avLst/>
          </a:prstGeom>
        </p:spPr>
      </p:pic>
      <p:cxnSp>
        <p:nvCxnSpPr>
          <p:cNvPr id="14" name="Đường kết nối Mũi tên Thẳng 13">
            <a:extLst>
              <a:ext uri="{FF2B5EF4-FFF2-40B4-BE49-F238E27FC236}">
                <a16:creationId xmlns:a16="http://schemas.microsoft.com/office/drawing/2014/main" id="{1D84E2CA-3F22-486F-9CB7-89BECC048B02}"/>
              </a:ext>
            </a:extLst>
          </p:cNvPr>
          <p:cNvCxnSpPr>
            <a:cxnSpLocks/>
          </p:cNvCxnSpPr>
          <p:nvPr/>
        </p:nvCxnSpPr>
        <p:spPr>
          <a:xfrm>
            <a:off x="2755726" y="230478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9336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95387" y="941612"/>
            <a:ext cx="6972731" cy="369332"/>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Tính</a:t>
            </a:r>
            <a:r>
              <a:rPr lang="en-US" sz="1800" dirty="0"/>
              <a:t> </a:t>
            </a:r>
            <a:r>
              <a:rPr lang="en-US" sz="1800" dirty="0" err="1"/>
              <a:t>trung</a:t>
            </a:r>
            <a:r>
              <a:rPr lang="en-US" sz="1800" dirty="0"/>
              <a:t> </a:t>
            </a:r>
            <a:r>
              <a:rPr lang="en-US" sz="1800" dirty="0" err="1"/>
              <a:t>bình</a:t>
            </a:r>
            <a:r>
              <a:rPr lang="en-US" sz="1800" dirty="0"/>
              <a:t> rating movies </a:t>
            </a:r>
            <a:r>
              <a:rPr lang="en-US" sz="1800" dirty="0" err="1"/>
              <a:t>theo</a:t>
            </a:r>
            <a:r>
              <a:rPr lang="en-US" sz="1800" dirty="0"/>
              <a:t> </a:t>
            </a:r>
            <a:r>
              <a:rPr lang="en-US" sz="1800" dirty="0" err="1"/>
              <a:t>mỗi</a:t>
            </a:r>
            <a:r>
              <a:rPr lang="en-US" sz="1800" dirty="0"/>
              <a:t> user</a:t>
            </a:r>
          </a:p>
        </p:txBody>
      </p:sp>
      <p:sp>
        <p:nvSpPr>
          <p:cNvPr id="7" name="Google Shape;1767;p7">
            <a:extLst>
              <a:ext uri="{FF2B5EF4-FFF2-40B4-BE49-F238E27FC236}">
                <a16:creationId xmlns:a16="http://schemas.microsoft.com/office/drawing/2014/main" id="{E28C3239-4A6F-4B41-8E5C-CBDEB5507FEC}"/>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users-based</a:t>
            </a:r>
            <a:endParaRPr dirty="0"/>
          </a:p>
        </p:txBody>
      </p:sp>
      <p:pic>
        <p:nvPicPr>
          <p:cNvPr id="9" name="Hình ảnh 8">
            <a:extLst>
              <a:ext uri="{FF2B5EF4-FFF2-40B4-BE49-F238E27FC236}">
                <a16:creationId xmlns:a16="http://schemas.microsoft.com/office/drawing/2014/main" id="{3E2E8FD0-4D5B-4ABA-88AC-2BA07CA6E8C5}"/>
              </a:ext>
            </a:extLst>
          </p:cNvPr>
          <p:cNvPicPr>
            <a:picLocks noChangeAspect="1"/>
          </p:cNvPicPr>
          <p:nvPr/>
        </p:nvPicPr>
        <p:blipFill rotWithShape="1">
          <a:blip r:embed="rId3"/>
          <a:srcRect l="2208" r="7714" b="10652"/>
          <a:stretch/>
        </p:blipFill>
        <p:spPr>
          <a:xfrm>
            <a:off x="2607340" y="1626973"/>
            <a:ext cx="3747978" cy="1889554"/>
          </a:xfrm>
          <a:prstGeom prst="rect">
            <a:avLst/>
          </a:prstGeom>
        </p:spPr>
      </p:pic>
      <p:pic>
        <p:nvPicPr>
          <p:cNvPr id="11" name="Hình ảnh 10">
            <a:extLst>
              <a:ext uri="{FF2B5EF4-FFF2-40B4-BE49-F238E27FC236}">
                <a16:creationId xmlns:a16="http://schemas.microsoft.com/office/drawing/2014/main" id="{0E1EC20D-578E-461B-B3C3-C80549CC2EB2}"/>
              </a:ext>
            </a:extLst>
          </p:cNvPr>
          <p:cNvPicPr>
            <a:picLocks noChangeAspect="1"/>
          </p:cNvPicPr>
          <p:nvPr/>
        </p:nvPicPr>
        <p:blipFill>
          <a:blip r:embed="rId4"/>
          <a:stretch>
            <a:fillRect/>
          </a:stretch>
        </p:blipFill>
        <p:spPr>
          <a:xfrm>
            <a:off x="2607340" y="3516527"/>
            <a:ext cx="3747978" cy="666843"/>
          </a:xfrm>
          <a:prstGeom prst="rect">
            <a:avLst/>
          </a:prstGeom>
        </p:spPr>
      </p:pic>
      <p:cxnSp>
        <p:nvCxnSpPr>
          <p:cNvPr id="14" name="Đường kết nối Mũi tên Thẳng 13">
            <a:extLst>
              <a:ext uri="{FF2B5EF4-FFF2-40B4-BE49-F238E27FC236}">
                <a16:creationId xmlns:a16="http://schemas.microsoft.com/office/drawing/2014/main" id="{1D84E2CA-3F22-486F-9CB7-89BECC048B02}"/>
              </a:ext>
            </a:extLst>
          </p:cNvPr>
          <p:cNvCxnSpPr>
            <a:cxnSpLocks/>
          </p:cNvCxnSpPr>
          <p:nvPr/>
        </p:nvCxnSpPr>
        <p:spPr>
          <a:xfrm>
            <a:off x="2755726" y="230478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0854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7" name="Google Shape;1767;p7">
            <a:extLst>
              <a:ext uri="{FF2B5EF4-FFF2-40B4-BE49-F238E27FC236}">
                <a16:creationId xmlns:a16="http://schemas.microsoft.com/office/drawing/2014/main" id="{E28C3239-4A6F-4B41-8E5C-CBDEB5507FEC}"/>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users-based</a:t>
            </a:r>
            <a:endParaRPr dirty="0"/>
          </a:p>
        </p:txBody>
      </p:sp>
      <p:sp>
        <p:nvSpPr>
          <p:cNvPr id="12" name="Hộp Văn bản 11">
            <a:extLst>
              <a:ext uri="{FF2B5EF4-FFF2-40B4-BE49-F238E27FC236}">
                <a16:creationId xmlns:a16="http://schemas.microsoft.com/office/drawing/2014/main" id="{93256F20-D868-4D17-8651-E5433D65D3EE}"/>
              </a:ext>
            </a:extLst>
          </p:cNvPr>
          <p:cNvSpPr txBox="1"/>
          <p:nvPr/>
        </p:nvSpPr>
        <p:spPr>
          <a:xfrm>
            <a:off x="1435265" y="1208656"/>
            <a:ext cx="6522242" cy="369332"/>
          </a:xfrm>
          <a:prstGeom prst="rect">
            <a:avLst/>
          </a:prstGeom>
          <a:noFill/>
        </p:spPr>
        <p:txBody>
          <a:bodyPr wrap="square" rtlCol="0">
            <a:spAutoFit/>
          </a:bodyPr>
          <a:lstStyle/>
          <a:p>
            <a:r>
              <a:rPr lang="en-US" sz="1800" dirty="0" err="1"/>
              <a:t>Trừ</a:t>
            </a:r>
            <a:r>
              <a:rPr lang="en-US" sz="1800" dirty="0"/>
              <a:t> </a:t>
            </a:r>
            <a:r>
              <a:rPr lang="en-US" sz="1800" dirty="0" err="1"/>
              <a:t>các</a:t>
            </a:r>
            <a:r>
              <a:rPr lang="en-US" sz="1800" dirty="0"/>
              <a:t> </a:t>
            </a:r>
            <a:r>
              <a:rPr lang="en-US" sz="1800" dirty="0" err="1"/>
              <a:t>giá</a:t>
            </a:r>
            <a:r>
              <a:rPr lang="en-US" sz="1800" dirty="0"/>
              <a:t> </a:t>
            </a:r>
            <a:r>
              <a:rPr lang="en-US" sz="1800" dirty="0" err="1"/>
              <a:t>trị</a:t>
            </a:r>
            <a:r>
              <a:rPr lang="en-US" sz="1800" dirty="0"/>
              <a:t> </a:t>
            </a:r>
            <a:r>
              <a:rPr lang="en-US" sz="1800" dirty="0" err="1"/>
              <a:t>của</a:t>
            </a:r>
            <a:r>
              <a:rPr lang="en-US" sz="1800" dirty="0"/>
              <a:t> ma </a:t>
            </a:r>
            <a:r>
              <a:rPr lang="en-US" sz="1800" dirty="0" err="1"/>
              <a:t>trận</a:t>
            </a:r>
            <a:r>
              <a:rPr lang="en-US" sz="1800" dirty="0"/>
              <a:t> </a:t>
            </a:r>
            <a:r>
              <a:rPr lang="en-US" sz="1800" dirty="0" err="1"/>
              <a:t>với</a:t>
            </a:r>
            <a:r>
              <a:rPr lang="en-US" sz="1800" dirty="0"/>
              <a:t> </a:t>
            </a:r>
            <a:r>
              <a:rPr lang="en-US" sz="1800" dirty="0" err="1"/>
              <a:t>giá</a:t>
            </a:r>
            <a:r>
              <a:rPr lang="en-US" sz="1800" dirty="0"/>
              <a:t> </a:t>
            </a:r>
            <a:r>
              <a:rPr lang="en-US" sz="1800" dirty="0" err="1"/>
              <a:t>trị</a:t>
            </a:r>
            <a:r>
              <a:rPr lang="en-US" sz="1800" dirty="0"/>
              <a:t> </a:t>
            </a:r>
            <a:r>
              <a:rPr lang="en-US" sz="1800" dirty="0" err="1"/>
              <a:t>trung</a:t>
            </a:r>
            <a:r>
              <a:rPr lang="en-US" sz="1800" dirty="0"/>
              <a:t> </a:t>
            </a:r>
            <a:r>
              <a:rPr lang="en-US" sz="1800" dirty="0" err="1"/>
              <a:t>bình</a:t>
            </a:r>
            <a:r>
              <a:rPr lang="en-US" sz="1800" dirty="0"/>
              <a:t> </a:t>
            </a:r>
            <a:r>
              <a:rPr lang="en-US" sz="1800" dirty="0" err="1"/>
              <a:t>vừa</a:t>
            </a:r>
            <a:r>
              <a:rPr lang="en-US" sz="1800" dirty="0"/>
              <a:t> </a:t>
            </a:r>
            <a:r>
              <a:rPr lang="en-US" sz="1800" dirty="0" err="1"/>
              <a:t>tính</a:t>
            </a:r>
            <a:r>
              <a:rPr lang="en-US" sz="1800" dirty="0"/>
              <a:t> </a:t>
            </a:r>
            <a:r>
              <a:rPr lang="en-US" sz="1800" dirty="0" err="1"/>
              <a:t>được</a:t>
            </a:r>
            <a:endParaRPr lang="en-US" sz="1800" dirty="0"/>
          </a:p>
        </p:txBody>
      </p:sp>
      <p:cxnSp>
        <p:nvCxnSpPr>
          <p:cNvPr id="14" name="Đường kết nối Mũi tên Thẳng 13">
            <a:extLst>
              <a:ext uri="{FF2B5EF4-FFF2-40B4-BE49-F238E27FC236}">
                <a16:creationId xmlns:a16="http://schemas.microsoft.com/office/drawing/2014/main" id="{1D84E2CA-3F22-486F-9CB7-89BECC048B02}"/>
              </a:ext>
            </a:extLst>
          </p:cNvPr>
          <p:cNvCxnSpPr>
            <a:cxnSpLocks/>
          </p:cNvCxnSpPr>
          <p:nvPr/>
        </p:nvCxnSpPr>
        <p:spPr>
          <a:xfrm>
            <a:off x="2762450" y="274181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Hình ảnh 20">
            <a:extLst>
              <a:ext uri="{FF2B5EF4-FFF2-40B4-BE49-F238E27FC236}">
                <a16:creationId xmlns:a16="http://schemas.microsoft.com/office/drawing/2014/main" id="{AD308F88-6451-409D-AA8D-97159A8782A9}"/>
              </a:ext>
            </a:extLst>
          </p:cNvPr>
          <p:cNvPicPr>
            <a:picLocks noChangeAspect="1"/>
          </p:cNvPicPr>
          <p:nvPr/>
        </p:nvPicPr>
        <p:blipFill>
          <a:blip r:embed="rId3"/>
          <a:stretch>
            <a:fillRect/>
          </a:stretch>
        </p:blipFill>
        <p:spPr>
          <a:xfrm>
            <a:off x="1475221" y="2006668"/>
            <a:ext cx="6330798" cy="2004223"/>
          </a:xfrm>
          <a:prstGeom prst="rect">
            <a:avLst/>
          </a:prstGeom>
          <a:solidFill>
            <a:schemeClr val="bg1"/>
          </a:solidFill>
        </p:spPr>
      </p:pic>
      <p:sp>
        <p:nvSpPr>
          <p:cNvPr id="22" name="Hộp Văn bản 21">
            <a:extLst>
              <a:ext uri="{FF2B5EF4-FFF2-40B4-BE49-F238E27FC236}">
                <a16:creationId xmlns:a16="http://schemas.microsoft.com/office/drawing/2014/main" id="{4C7697BB-84EB-457D-B68B-169E7EA1DEA4}"/>
              </a:ext>
            </a:extLst>
          </p:cNvPr>
          <p:cNvSpPr txBox="1"/>
          <p:nvPr/>
        </p:nvSpPr>
        <p:spPr>
          <a:xfrm>
            <a:off x="4020671" y="2155377"/>
            <a:ext cx="1459006" cy="307777"/>
          </a:xfrm>
          <a:prstGeom prst="rect">
            <a:avLst/>
          </a:prstGeom>
          <a:solidFill>
            <a:schemeClr val="bg1"/>
          </a:solidFill>
        </p:spPr>
        <p:txBody>
          <a:bodyPr wrap="square" rtlCol="0">
            <a:spAutoFit/>
          </a:bodyPr>
          <a:lstStyle/>
          <a:p>
            <a:r>
              <a:rPr lang="en-US" b="1" dirty="0" err="1"/>
              <a:t>Thay</a:t>
            </a:r>
            <a:r>
              <a:rPr lang="en-US" b="1" dirty="0"/>
              <a:t> </a:t>
            </a:r>
            <a:r>
              <a:rPr lang="en-US" b="1" dirty="0" err="1"/>
              <a:t>dấu</a:t>
            </a:r>
            <a:r>
              <a:rPr lang="en-US" b="1" dirty="0"/>
              <a:t> ? = 0 </a:t>
            </a:r>
          </a:p>
        </p:txBody>
      </p:sp>
      <p:sp>
        <p:nvSpPr>
          <p:cNvPr id="23" name="Hộp Văn bản 22">
            <a:extLst>
              <a:ext uri="{FF2B5EF4-FFF2-40B4-BE49-F238E27FC236}">
                <a16:creationId xmlns:a16="http://schemas.microsoft.com/office/drawing/2014/main" id="{0FB20FFF-D6C0-4EEE-87E2-12737C0EAB23}"/>
              </a:ext>
            </a:extLst>
          </p:cNvPr>
          <p:cNvSpPr txBox="1"/>
          <p:nvPr/>
        </p:nvSpPr>
        <p:spPr>
          <a:xfrm>
            <a:off x="2008235" y="2006668"/>
            <a:ext cx="625289" cy="307777"/>
          </a:xfrm>
          <a:prstGeom prst="rect">
            <a:avLst/>
          </a:prstGeom>
          <a:solidFill>
            <a:schemeClr val="bg1"/>
          </a:solidFill>
        </p:spPr>
        <p:txBody>
          <a:bodyPr wrap="square" rtlCol="0">
            <a:spAutoFit/>
          </a:bodyPr>
          <a:lstStyle/>
          <a:p>
            <a:endParaRPr lang="en-US" dirty="0"/>
          </a:p>
        </p:txBody>
      </p:sp>
      <p:sp>
        <p:nvSpPr>
          <p:cNvPr id="24" name="Hộp Văn bản 23">
            <a:extLst>
              <a:ext uri="{FF2B5EF4-FFF2-40B4-BE49-F238E27FC236}">
                <a16:creationId xmlns:a16="http://schemas.microsoft.com/office/drawing/2014/main" id="{A1D84A85-C827-47E7-A582-EB4E93217DF0}"/>
              </a:ext>
            </a:extLst>
          </p:cNvPr>
          <p:cNvSpPr txBox="1"/>
          <p:nvPr/>
        </p:nvSpPr>
        <p:spPr>
          <a:xfrm>
            <a:off x="4430806" y="2548218"/>
            <a:ext cx="517712" cy="307777"/>
          </a:xfrm>
          <a:prstGeom prst="rect">
            <a:avLst/>
          </a:prstGeom>
          <a:solidFill>
            <a:schemeClr val="bg1"/>
          </a:solidFill>
        </p:spPr>
        <p:txBody>
          <a:bodyPr wrap="square" rtlCol="0">
            <a:spAutoFit/>
          </a:bodyPr>
          <a:lstStyle/>
          <a:p>
            <a:endParaRPr lang="en-US" dirty="0"/>
          </a:p>
        </p:txBody>
      </p:sp>
      <p:sp>
        <p:nvSpPr>
          <p:cNvPr id="25" name="Mũi tên: Phải 24">
            <a:extLst>
              <a:ext uri="{FF2B5EF4-FFF2-40B4-BE49-F238E27FC236}">
                <a16:creationId xmlns:a16="http://schemas.microsoft.com/office/drawing/2014/main" id="{E1832927-C288-499F-B633-86FB5567ED51}"/>
              </a:ext>
            </a:extLst>
          </p:cNvPr>
          <p:cNvSpPr/>
          <p:nvPr/>
        </p:nvSpPr>
        <p:spPr>
          <a:xfrm>
            <a:off x="4578724" y="2916055"/>
            <a:ext cx="235324" cy="2586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8258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95387" y="941612"/>
            <a:ext cx="6972731" cy="646331"/>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Tính</a:t>
            </a:r>
            <a:r>
              <a:rPr lang="en-US" sz="1800" dirty="0"/>
              <a:t> ma </a:t>
            </a:r>
            <a:r>
              <a:rPr lang="en-US" sz="1800" dirty="0" err="1"/>
              <a:t>trận</a:t>
            </a:r>
            <a:r>
              <a:rPr lang="en-US" sz="1800" dirty="0"/>
              <a:t> cosine similarity (610*610) </a:t>
            </a:r>
            <a:r>
              <a:rPr lang="en-US" sz="1800" dirty="0" err="1"/>
              <a:t>tương</a:t>
            </a:r>
            <a:r>
              <a:rPr lang="en-US" sz="1800" dirty="0"/>
              <a:t> </a:t>
            </a:r>
            <a:r>
              <a:rPr lang="en-US" sz="1800" dirty="0" err="1"/>
              <a:t>ứng</a:t>
            </a:r>
            <a:r>
              <a:rPr lang="en-US" sz="1800" dirty="0"/>
              <a:t> 610 </a:t>
            </a:r>
            <a:r>
              <a:rPr lang="en-US" sz="1800" dirty="0" err="1"/>
              <a:t>userId</a:t>
            </a:r>
            <a:endParaRPr lang="en-US" sz="1800" dirty="0"/>
          </a:p>
          <a:p>
            <a:pPr marL="285750" indent="-285750">
              <a:buFont typeface="Courier New" panose="02070309020205020404" pitchFamily="49" charset="0"/>
              <a:buChar char="o"/>
            </a:pPr>
            <a:endParaRPr lang="en-US" sz="1800" dirty="0"/>
          </a:p>
        </p:txBody>
      </p:sp>
      <p:sp>
        <p:nvSpPr>
          <p:cNvPr id="7" name="Google Shape;1767;p7">
            <a:extLst>
              <a:ext uri="{FF2B5EF4-FFF2-40B4-BE49-F238E27FC236}">
                <a16:creationId xmlns:a16="http://schemas.microsoft.com/office/drawing/2014/main" id="{E28C3239-4A6F-4B41-8E5C-CBDEB5507FEC}"/>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users-based</a:t>
            </a:r>
            <a:endParaRPr dirty="0"/>
          </a:p>
        </p:txBody>
      </p:sp>
      <p:pic>
        <p:nvPicPr>
          <p:cNvPr id="3" name="Hình ảnh 2">
            <a:extLst>
              <a:ext uri="{FF2B5EF4-FFF2-40B4-BE49-F238E27FC236}">
                <a16:creationId xmlns:a16="http://schemas.microsoft.com/office/drawing/2014/main" id="{07B0053A-F4D4-459E-880D-9653C76CC38F}"/>
              </a:ext>
            </a:extLst>
          </p:cNvPr>
          <p:cNvPicPr>
            <a:picLocks noChangeAspect="1"/>
          </p:cNvPicPr>
          <p:nvPr/>
        </p:nvPicPr>
        <p:blipFill>
          <a:blip r:embed="rId3"/>
          <a:stretch>
            <a:fillRect/>
          </a:stretch>
        </p:blipFill>
        <p:spPr>
          <a:xfrm>
            <a:off x="2165447" y="1637011"/>
            <a:ext cx="4587638" cy="2568163"/>
          </a:xfrm>
          <a:prstGeom prst="rect">
            <a:avLst/>
          </a:prstGeom>
        </p:spPr>
      </p:pic>
    </p:spTree>
    <p:extLst>
      <p:ext uri="{BB962C8B-B14F-4D97-AF65-F5344CB8AC3E}">
        <p14:creationId xmlns:p14="http://schemas.microsoft.com/office/powerpoint/2010/main" val="11628805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7" name="Google Shape;1767;p7">
            <a:extLst>
              <a:ext uri="{FF2B5EF4-FFF2-40B4-BE49-F238E27FC236}">
                <a16:creationId xmlns:a16="http://schemas.microsoft.com/office/drawing/2014/main" id="{E28C3239-4A6F-4B41-8E5C-CBDEB5507FEC}"/>
              </a:ext>
            </a:extLst>
          </p:cNvPr>
          <p:cNvSpPr txBox="1">
            <a:spLocks noGrp="1"/>
          </p:cNvSpPr>
          <p:nvPr>
            <p:ph type="title"/>
          </p:nvPr>
        </p:nvSpPr>
        <p:spPr>
          <a:xfrm>
            <a:off x="849600" y="246044"/>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users-based</a:t>
            </a:r>
            <a:endParaRPr dirty="0"/>
          </a:p>
        </p:txBody>
      </p:sp>
      <p:graphicFrame>
        <p:nvGraphicFramePr>
          <p:cNvPr id="5" name="Sơ đồ 4">
            <a:extLst>
              <a:ext uri="{FF2B5EF4-FFF2-40B4-BE49-F238E27FC236}">
                <a16:creationId xmlns:a16="http://schemas.microsoft.com/office/drawing/2014/main" id="{2168A2B4-1E4A-483C-997D-D621B8251E9C}"/>
              </a:ext>
            </a:extLst>
          </p:cNvPr>
          <p:cNvGraphicFramePr/>
          <p:nvPr>
            <p:extLst>
              <p:ext uri="{D42A27DB-BD31-4B8C-83A1-F6EECF244321}">
                <p14:modId xmlns:p14="http://schemas.microsoft.com/office/powerpoint/2010/main" val="1605705272"/>
              </p:ext>
            </p:extLst>
          </p:nvPr>
        </p:nvGraphicFramePr>
        <p:xfrm>
          <a:off x="3366430" y="1404932"/>
          <a:ext cx="4874314" cy="27933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Hộp Văn bản 5">
            <a:extLst>
              <a:ext uri="{FF2B5EF4-FFF2-40B4-BE49-F238E27FC236}">
                <a16:creationId xmlns:a16="http://schemas.microsoft.com/office/drawing/2014/main" id="{2588F51E-DD5A-4D77-B886-850B3BFD7B0F}"/>
              </a:ext>
            </a:extLst>
          </p:cNvPr>
          <p:cNvSpPr txBox="1"/>
          <p:nvPr/>
        </p:nvSpPr>
        <p:spPr>
          <a:xfrm>
            <a:off x="1426340" y="903002"/>
            <a:ext cx="5636713" cy="307777"/>
          </a:xfrm>
          <a:prstGeom prst="rect">
            <a:avLst/>
          </a:prstGeom>
          <a:noFill/>
        </p:spPr>
        <p:txBody>
          <a:bodyPr wrap="square" rtlCol="0">
            <a:spAutoFit/>
          </a:bodyPr>
          <a:lstStyle/>
          <a:p>
            <a:r>
              <a:rPr lang="en-US" dirty="0" err="1"/>
              <a:t>Dự</a:t>
            </a:r>
            <a:r>
              <a:rPr lang="en-US" dirty="0"/>
              <a:t> </a:t>
            </a:r>
            <a:r>
              <a:rPr lang="en-US" dirty="0" err="1"/>
              <a:t>đoán</a:t>
            </a:r>
            <a:r>
              <a:rPr lang="en-US" dirty="0"/>
              <a:t> rating </a:t>
            </a:r>
            <a:r>
              <a:rPr lang="en-US" dirty="0" err="1"/>
              <a:t>của</a:t>
            </a:r>
            <a:r>
              <a:rPr lang="en-US" dirty="0"/>
              <a:t> user u1 </a:t>
            </a:r>
            <a:r>
              <a:rPr lang="en-US" dirty="0" err="1"/>
              <a:t>cho</a:t>
            </a:r>
            <a:r>
              <a:rPr lang="en-US" dirty="0"/>
              <a:t> movies i1 </a:t>
            </a:r>
          </a:p>
        </p:txBody>
      </p:sp>
      <p:pic>
        <p:nvPicPr>
          <p:cNvPr id="10" name="Hình ảnh 9">
            <a:extLst>
              <a:ext uri="{FF2B5EF4-FFF2-40B4-BE49-F238E27FC236}">
                <a16:creationId xmlns:a16="http://schemas.microsoft.com/office/drawing/2014/main" id="{564DE961-82A6-4A3B-9001-EBA92116F90B}"/>
              </a:ext>
            </a:extLst>
          </p:cNvPr>
          <p:cNvPicPr>
            <a:picLocks noChangeAspect="1"/>
          </p:cNvPicPr>
          <p:nvPr/>
        </p:nvPicPr>
        <p:blipFill rotWithShape="1">
          <a:blip r:embed="rId8"/>
          <a:srcRect l="324" t="7810" r="3671" b="11038"/>
          <a:stretch/>
        </p:blipFill>
        <p:spPr>
          <a:xfrm>
            <a:off x="625164" y="1347772"/>
            <a:ext cx="2736721" cy="1376284"/>
          </a:xfrm>
          <a:prstGeom prst="rect">
            <a:avLst/>
          </a:prstGeom>
        </p:spPr>
      </p:pic>
      <p:sp>
        <p:nvSpPr>
          <p:cNvPr id="11" name="Hộp Văn bản 10">
            <a:extLst>
              <a:ext uri="{FF2B5EF4-FFF2-40B4-BE49-F238E27FC236}">
                <a16:creationId xmlns:a16="http://schemas.microsoft.com/office/drawing/2014/main" id="{1FF70B2B-3BB8-4F60-A510-A38577A3A847}"/>
              </a:ext>
            </a:extLst>
          </p:cNvPr>
          <p:cNvSpPr txBox="1"/>
          <p:nvPr/>
        </p:nvSpPr>
        <p:spPr>
          <a:xfrm>
            <a:off x="620619" y="1347113"/>
            <a:ext cx="423715" cy="215444"/>
          </a:xfrm>
          <a:prstGeom prst="rect">
            <a:avLst/>
          </a:prstGeom>
          <a:solidFill>
            <a:schemeClr val="bg1"/>
          </a:solidFill>
        </p:spPr>
        <p:txBody>
          <a:bodyPr wrap="square" rtlCol="0">
            <a:spAutoFit/>
          </a:bodyPr>
          <a:lstStyle/>
          <a:p>
            <a:endParaRPr lang="en-US" sz="800" dirty="0"/>
          </a:p>
        </p:txBody>
      </p:sp>
      <p:pic>
        <p:nvPicPr>
          <p:cNvPr id="1026" name="Picture 2">
            <a:extLst>
              <a:ext uri="{FF2B5EF4-FFF2-40B4-BE49-F238E27FC236}">
                <a16:creationId xmlns:a16="http://schemas.microsoft.com/office/drawing/2014/main" id="{EEEA801D-F10B-475F-91BA-A8A8FC12F2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2888" y="4069264"/>
            <a:ext cx="3082724" cy="879534"/>
          </a:xfrm>
          <a:prstGeom prst="rect">
            <a:avLst/>
          </a:prstGeom>
          <a:noFill/>
          <a:extLst>
            <a:ext uri="{909E8E84-426E-40DD-AFC4-6F175D3DCCD1}">
              <a14:hiddenFill xmlns:a14="http://schemas.microsoft.com/office/drawing/2010/main">
                <a:solidFill>
                  <a:srgbClr val="FFFFFF"/>
                </a:solidFill>
              </a14:hiddenFill>
            </a:ext>
          </a:extLst>
        </p:spPr>
      </p:pic>
      <p:pic>
        <p:nvPicPr>
          <p:cNvPr id="13" name="Hình ảnh 12">
            <a:extLst>
              <a:ext uri="{FF2B5EF4-FFF2-40B4-BE49-F238E27FC236}">
                <a16:creationId xmlns:a16="http://schemas.microsoft.com/office/drawing/2014/main" id="{48CC2C0C-5046-4B3E-9170-D82425C19ACE}"/>
              </a:ext>
            </a:extLst>
          </p:cNvPr>
          <p:cNvPicPr>
            <a:picLocks noChangeAspect="1"/>
          </p:cNvPicPr>
          <p:nvPr/>
        </p:nvPicPr>
        <p:blipFill rotWithShape="1">
          <a:blip r:embed="rId10"/>
          <a:srcRect l="15976" t="17026" r="12357" b="11502"/>
          <a:stretch/>
        </p:blipFill>
        <p:spPr>
          <a:xfrm>
            <a:off x="620619" y="2748505"/>
            <a:ext cx="2589347" cy="1445586"/>
          </a:xfrm>
          <a:prstGeom prst="rect">
            <a:avLst/>
          </a:prstGeom>
        </p:spPr>
      </p:pic>
      <p:sp>
        <p:nvSpPr>
          <p:cNvPr id="20" name="Mũi tên: Phải 19">
            <a:extLst>
              <a:ext uri="{FF2B5EF4-FFF2-40B4-BE49-F238E27FC236}">
                <a16:creationId xmlns:a16="http://schemas.microsoft.com/office/drawing/2014/main" id="{7C27A08D-EE91-4C76-917E-B26AFE74D3CC}"/>
              </a:ext>
            </a:extLst>
          </p:cNvPr>
          <p:cNvSpPr/>
          <p:nvPr/>
        </p:nvSpPr>
        <p:spPr>
          <a:xfrm rot="10800000">
            <a:off x="3373065" y="4305249"/>
            <a:ext cx="711391" cy="4075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Hình ảnh 20">
            <a:extLst>
              <a:ext uri="{FF2B5EF4-FFF2-40B4-BE49-F238E27FC236}">
                <a16:creationId xmlns:a16="http://schemas.microsoft.com/office/drawing/2014/main" id="{6F17E7EB-1680-4A02-A438-D9DB45746005}"/>
              </a:ext>
            </a:extLst>
          </p:cNvPr>
          <p:cNvPicPr>
            <a:picLocks noChangeAspect="1"/>
          </p:cNvPicPr>
          <p:nvPr/>
        </p:nvPicPr>
        <p:blipFill rotWithShape="1">
          <a:blip r:embed="rId11"/>
          <a:srcRect l="17950" r="17627"/>
          <a:stretch/>
        </p:blipFill>
        <p:spPr>
          <a:xfrm>
            <a:off x="1142999" y="4194091"/>
            <a:ext cx="1701053" cy="626680"/>
          </a:xfrm>
          <a:prstGeom prst="rect">
            <a:avLst/>
          </a:prstGeom>
        </p:spPr>
      </p:pic>
    </p:spTree>
    <p:extLst>
      <p:ext uri="{BB962C8B-B14F-4D97-AF65-F5344CB8AC3E}">
        <p14:creationId xmlns:p14="http://schemas.microsoft.com/office/powerpoint/2010/main" val="184576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11" grpId="0" animBg="1"/>
      <p:bldP spid="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4" name="Google Shape;694;ge633d29434_0_1608"/>
          <p:cNvSpPr/>
          <p:nvPr/>
        </p:nvSpPr>
        <p:spPr>
          <a:xfrm>
            <a:off x="8420100" y="4572025"/>
            <a:ext cx="723900" cy="540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Hình ảnh 6">
            <a:extLst>
              <a:ext uri="{FF2B5EF4-FFF2-40B4-BE49-F238E27FC236}">
                <a16:creationId xmlns:a16="http://schemas.microsoft.com/office/drawing/2014/main" id="{94E71E1C-3F43-4474-9D92-3BE673B7A481}"/>
              </a:ext>
            </a:extLst>
          </p:cNvPr>
          <p:cNvPicPr>
            <a:picLocks noChangeAspect="1"/>
          </p:cNvPicPr>
          <p:nvPr/>
        </p:nvPicPr>
        <p:blipFill>
          <a:blip r:embed="rId3"/>
          <a:stretch>
            <a:fillRect/>
          </a:stretch>
        </p:blipFill>
        <p:spPr>
          <a:xfrm>
            <a:off x="1881294" y="593490"/>
            <a:ext cx="5148774" cy="3806572"/>
          </a:xfrm>
          <a:prstGeom prst="rect">
            <a:avLst/>
          </a:prstGeom>
        </p:spPr>
      </p:pic>
      <p:sp>
        <p:nvSpPr>
          <p:cNvPr id="8" name="Hộp Văn bản 7">
            <a:extLst>
              <a:ext uri="{FF2B5EF4-FFF2-40B4-BE49-F238E27FC236}">
                <a16:creationId xmlns:a16="http://schemas.microsoft.com/office/drawing/2014/main" id="{DF7B19AA-66E0-499B-B722-6AE8DA9F5D65}"/>
              </a:ext>
            </a:extLst>
          </p:cNvPr>
          <p:cNvSpPr txBox="1"/>
          <p:nvPr/>
        </p:nvSpPr>
        <p:spPr>
          <a:xfrm>
            <a:off x="2829169" y="3681046"/>
            <a:ext cx="1570893" cy="600164"/>
          </a:xfrm>
          <a:prstGeom prst="rect">
            <a:avLst/>
          </a:prstGeom>
          <a:solidFill>
            <a:schemeClr val="accent3">
              <a:lumMod val="20000"/>
              <a:lumOff val="80000"/>
            </a:schemeClr>
          </a:solidFill>
        </p:spPr>
        <p:txBody>
          <a:bodyPr wrap="square" rtlCol="0">
            <a:spAutoFit/>
          </a:bodyPr>
          <a:lstStyle/>
          <a:p>
            <a:r>
              <a:rPr lang="en-US" sz="1100" b="0" i="0" dirty="0">
                <a:solidFill>
                  <a:schemeClr val="tx1"/>
                </a:solidFill>
                <a:effectLst/>
                <a:latin typeface="+mj-lt"/>
              </a:rPr>
              <a:t>Alternating Least Squares (ALS model)</a:t>
            </a:r>
          </a:p>
          <a:p>
            <a:endParaRPr lang="en-US" sz="1100" b="0" i="0" dirty="0">
              <a:solidFill>
                <a:schemeClr val="tx1"/>
              </a:solidFill>
              <a:effectLst/>
              <a:latin typeface="+mj-lt"/>
            </a:endParaRPr>
          </a:p>
        </p:txBody>
      </p:sp>
    </p:spTree>
    <p:extLst>
      <p:ext uri="{BB962C8B-B14F-4D97-AF65-F5344CB8AC3E}">
        <p14:creationId xmlns:p14="http://schemas.microsoft.com/office/powerpoint/2010/main" val="24039944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8" name="Hộp Văn bản 7">
            <a:extLst>
              <a:ext uri="{FF2B5EF4-FFF2-40B4-BE49-F238E27FC236}">
                <a16:creationId xmlns:a16="http://schemas.microsoft.com/office/drawing/2014/main" id="{84025BA1-3CD1-47E2-9785-D99A0F7D52AD}"/>
              </a:ext>
            </a:extLst>
          </p:cNvPr>
          <p:cNvSpPr txBox="1"/>
          <p:nvPr/>
        </p:nvSpPr>
        <p:spPr>
          <a:xfrm>
            <a:off x="1157809" y="1005839"/>
            <a:ext cx="6972731" cy="646331"/>
          </a:xfrm>
          <a:prstGeom prst="rect">
            <a:avLst/>
          </a:prstGeom>
          <a:noFill/>
        </p:spPr>
        <p:txBody>
          <a:bodyPr wrap="square" rtlCol="0">
            <a:spAutoFit/>
          </a:bodyPr>
          <a:lstStyle/>
          <a:p>
            <a:pPr marL="285750" indent="-285750">
              <a:buFont typeface="Courier New" panose="02070309020205020404" pitchFamily="49" charset="0"/>
              <a:buChar char="o"/>
            </a:pPr>
            <a:r>
              <a:rPr lang="en-US" sz="1800" dirty="0" err="1"/>
              <a:t>Sử</a:t>
            </a:r>
            <a:r>
              <a:rPr lang="en-US" sz="1800" dirty="0"/>
              <a:t> </a:t>
            </a:r>
            <a:r>
              <a:rPr lang="en-US" sz="1800" dirty="0" err="1"/>
              <a:t>dụng</a:t>
            </a:r>
            <a:r>
              <a:rPr lang="en-US" sz="1800" dirty="0"/>
              <a:t> model Alternating Least Squares </a:t>
            </a:r>
            <a:r>
              <a:rPr lang="en-US" sz="1800" dirty="0" err="1"/>
              <a:t>với</a:t>
            </a:r>
            <a:r>
              <a:rPr lang="en-US" sz="1800" dirty="0"/>
              <a:t> </a:t>
            </a:r>
            <a:r>
              <a:rPr lang="en-US" sz="1800" dirty="0" err="1"/>
              <a:t>bộ</a:t>
            </a:r>
            <a:r>
              <a:rPr lang="en-US" sz="1800" dirty="0"/>
              <a:t> </a:t>
            </a:r>
            <a:r>
              <a:rPr lang="en-US" sz="1800" dirty="0" err="1"/>
              <a:t>tham</a:t>
            </a:r>
            <a:r>
              <a:rPr lang="en-US" sz="1800" dirty="0"/>
              <a:t> </a:t>
            </a:r>
            <a:r>
              <a:rPr lang="en-US" sz="1800" dirty="0" err="1"/>
              <a:t>số</a:t>
            </a:r>
            <a:r>
              <a:rPr lang="en-US" sz="1800" dirty="0"/>
              <a:t> </a:t>
            </a:r>
            <a:r>
              <a:rPr lang="en-US" sz="1800" dirty="0" err="1"/>
              <a:t>như</a:t>
            </a:r>
            <a:r>
              <a:rPr lang="en-US" sz="1800" dirty="0"/>
              <a:t> </a:t>
            </a:r>
            <a:r>
              <a:rPr lang="en-US" sz="1800" dirty="0" err="1"/>
              <a:t>sau</a:t>
            </a:r>
            <a:endParaRPr lang="en-US" sz="1800" dirty="0"/>
          </a:p>
        </p:txBody>
      </p:sp>
      <p:sp>
        <p:nvSpPr>
          <p:cNvPr id="9" name="Google Shape;1767;p7">
            <a:extLst>
              <a:ext uri="{FF2B5EF4-FFF2-40B4-BE49-F238E27FC236}">
                <a16:creationId xmlns:a16="http://schemas.microsoft.com/office/drawing/2014/main" id="{980625F4-C91F-4DBB-855B-701957942BDB}"/>
              </a:ext>
            </a:extLst>
          </p:cNvPr>
          <p:cNvSpPr txBox="1">
            <a:spLocks noGrp="1"/>
          </p:cNvSpPr>
          <p:nvPr>
            <p:ph type="title"/>
          </p:nvPr>
        </p:nvSpPr>
        <p:spPr>
          <a:xfrm>
            <a:off x="849313" y="293688"/>
            <a:ext cx="7445375" cy="64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 dirty="0"/>
              <a:t>Collaborative filtering – Model-based</a:t>
            </a:r>
            <a:endParaRPr dirty="0"/>
          </a:p>
        </p:txBody>
      </p:sp>
      <p:pic>
        <p:nvPicPr>
          <p:cNvPr id="3" name="Hình ảnh 2">
            <a:extLst>
              <a:ext uri="{FF2B5EF4-FFF2-40B4-BE49-F238E27FC236}">
                <a16:creationId xmlns:a16="http://schemas.microsoft.com/office/drawing/2014/main" id="{8A9BB082-6233-429F-B644-6190CC65D414}"/>
              </a:ext>
            </a:extLst>
          </p:cNvPr>
          <p:cNvPicPr>
            <a:picLocks noChangeAspect="1"/>
          </p:cNvPicPr>
          <p:nvPr/>
        </p:nvPicPr>
        <p:blipFill>
          <a:blip r:embed="rId3"/>
          <a:stretch>
            <a:fillRect/>
          </a:stretch>
        </p:blipFill>
        <p:spPr>
          <a:xfrm>
            <a:off x="2327636" y="1716621"/>
            <a:ext cx="3867424" cy="2262255"/>
          </a:xfrm>
          <a:prstGeom prst="rect">
            <a:avLst/>
          </a:prstGeom>
        </p:spPr>
      </p:pic>
    </p:spTree>
    <p:extLst>
      <p:ext uri="{BB962C8B-B14F-4D97-AF65-F5344CB8AC3E}">
        <p14:creationId xmlns:p14="http://schemas.microsoft.com/office/powerpoint/2010/main" val="13068235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12"/>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Hybrid recommender</a:t>
            </a:r>
            <a:endParaRPr/>
          </a:p>
        </p:txBody>
      </p:sp>
      <p:sp>
        <p:nvSpPr>
          <p:cNvPr id="1033" name="Google Shape;1033;p12"/>
          <p:cNvSpPr txBox="1"/>
          <p:nvPr/>
        </p:nvSpPr>
        <p:spPr>
          <a:xfrm>
            <a:off x="753825" y="1154131"/>
            <a:ext cx="4492734" cy="401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Kết hợp giữa lọc dựa trên nội dung và lọc cộng tác.</a:t>
            </a:r>
            <a:endParaRPr/>
          </a:p>
        </p:txBody>
      </p:sp>
      <p:grpSp>
        <p:nvGrpSpPr>
          <p:cNvPr id="1034" name="Google Shape;1034;p12"/>
          <p:cNvGrpSpPr/>
          <p:nvPr/>
        </p:nvGrpSpPr>
        <p:grpSpPr>
          <a:xfrm>
            <a:off x="3173324" y="1717423"/>
            <a:ext cx="1735951" cy="1110021"/>
            <a:chOff x="415506" y="1709871"/>
            <a:chExt cx="2099182" cy="1388450"/>
          </a:xfrm>
        </p:grpSpPr>
        <p:sp>
          <p:nvSpPr>
            <p:cNvPr id="1035" name="Google Shape;1035;p12"/>
            <p:cNvSpPr/>
            <p:nvPr/>
          </p:nvSpPr>
          <p:spPr>
            <a:xfrm>
              <a:off x="415506" y="1897614"/>
              <a:ext cx="2099182" cy="1086727"/>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Cotent-based filtering</a:t>
              </a:r>
              <a:endParaRPr/>
            </a:p>
          </p:txBody>
        </p:sp>
        <p:sp>
          <p:nvSpPr>
            <p:cNvPr id="1036" name="Google Shape;1036;p12"/>
            <p:cNvSpPr/>
            <p:nvPr/>
          </p:nvSpPr>
          <p:spPr>
            <a:xfrm>
              <a:off x="451814" y="1709871"/>
              <a:ext cx="1946553" cy="1388450"/>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grpSp>
      <p:grpSp>
        <p:nvGrpSpPr>
          <p:cNvPr id="1037" name="Google Shape;1037;p12"/>
          <p:cNvGrpSpPr/>
          <p:nvPr/>
        </p:nvGrpSpPr>
        <p:grpSpPr>
          <a:xfrm>
            <a:off x="3173324" y="3529433"/>
            <a:ext cx="1735951" cy="1110021"/>
            <a:chOff x="415506" y="1709871"/>
            <a:chExt cx="2099182" cy="1388450"/>
          </a:xfrm>
        </p:grpSpPr>
        <p:sp>
          <p:nvSpPr>
            <p:cNvPr id="1038" name="Google Shape;1038;p12"/>
            <p:cNvSpPr/>
            <p:nvPr/>
          </p:nvSpPr>
          <p:spPr>
            <a:xfrm>
              <a:off x="415506" y="1897614"/>
              <a:ext cx="2099182" cy="1086727"/>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16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Collaborative filtering</a:t>
              </a:r>
              <a:endParaRPr/>
            </a:p>
          </p:txBody>
        </p:sp>
        <p:sp>
          <p:nvSpPr>
            <p:cNvPr id="1039" name="Google Shape;1039;p12"/>
            <p:cNvSpPr/>
            <p:nvPr/>
          </p:nvSpPr>
          <p:spPr>
            <a:xfrm>
              <a:off x="451814" y="1709871"/>
              <a:ext cx="1946553" cy="1388450"/>
            </a:xfrm>
            <a:custGeom>
              <a:avLst/>
              <a:gdLst/>
              <a:ahLst/>
              <a:cxnLst/>
              <a:rect l="l" t="t" r="r" b="b"/>
              <a:pathLst>
                <a:path w="22905" h="22625" extrusionOk="0">
                  <a:moveTo>
                    <a:pt x="4726" y="1614"/>
                  </a:moveTo>
                  <a:cubicBezTo>
                    <a:pt x="2123" y="3724"/>
                    <a:pt x="333" y="10400"/>
                    <a:pt x="46" y="13586"/>
                  </a:cubicBezTo>
                  <a:cubicBezTo>
                    <a:pt x="-241" y="16772"/>
                    <a:pt x="1130" y="19227"/>
                    <a:pt x="3002" y="20730"/>
                  </a:cubicBezTo>
                  <a:cubicBezTo>
                    <a:pt x="4874" y="22233"/>
                    <a:pt x="8906" y="22512"/>
                    <a:pt x="11279" y="22602"/>
                  </a:cubicBezTo>
                  <a:cubicBezTo>
                    <a:pt x="13652" y="22692"/>
                    <a:pt x="15442" y="22298"/>
                    <a:pt x="17240" y="21272"/>
                  </a:cubicBezTo>
                  <a:cubicBezTo>
                    <a:pt x="19038" y="20246"/>
                    <a:pt x="21231" y="18489"/>
                    <a:pt x="22068" y="16444"/>
                  </a:cubicBezTo>
                  <a:cubicBezTo>
                    <a:pt x="22906" y="14399"/>
                    <a:pt x="23333" y="11591"/>
                    <a:pt x="22265" y="9004"/>
                  </a:cubicBezTo>
                  <a:cubicBezTo>
                    <a:pt x="21198" y="6417"/>
                    <a:pt x="18586" y="2156"/>
                    <a:pt x="15663" y="924"/>
                  </a:cubicBezTo>
                  <a:cubicBezTo>
                    <a:pt x="12740" y="-308"/>
                    <a:pt x="7329" y="-496"/>
                    <a:pt x="4726" y="1614"/>
                  </a:cubicBezTo>
                  <a:close/>
                </a:path>
              </a:pathLst>
            </a:custGeom>
            <a:no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grpSp>
      <p:grpSp>
        <p:nvGrpSpPr>
          <p:cNvPr id="1040" name="Google Shape;1040;p12"/>
          <p:cNvGrpSpPr/>
          <p:nvPr/>
        </p:nvGrpSpPr>
        <p:grpSpPr>
          <a:xfrm>
            <a:off x="6952872" y="2569507"/>
            <a:ext cx="1671997" cy="1110020"/>
            <a:chOff x="1497832" y="2594195"/>
            <a:chExt cx="854643" cy="876494"/>
          </a:xfrm>
        </p:grpSpPr>
        <p:sp>
          <p:nvSpPr>
            <p:cNvPr id="1041" name="Google Shape;1041;p12"/>
            <p:cNvSpPr/>
            <p:nvPr/>
          </p:nvSpPr>
          <p:spPr>
            <a:xfrm>
              <a:off x="1497832" y="2594195"/>
              <a:ext cx="854643" cy="876494"/>
            </a:xfrm>
            <a:custGeom>
              <a:avLst/>
              <a:gdLst/>
              <a:ahLst/>
              <a:cxnLst/>
              <a:rect l="l" t="t" r="r" b="b"/>
              <a:pathLst>
                <a:path w="24328" h="24950" extrusionOk="0">
                  <a:moveTo>
                    <a:pt x="5180" y="1240"/>
                  </a:moveTo>
                  <a:cubicBezTo>
                    <a:pt x="2404" y="3234"/>
                    <a:pt x="131" y="9582"/>
                    <a:pt x="5" y="13004"/>
                  </a:cubicBezTo>
                  <a:cubicBezTo>
                    <a:pt x="-121" y="16426"/>
                    <a:pt x="2410" y="19782"/>
                    <a:pt x="4422" y="21772"/>
                  </a:cubicBezTo>
                  <a:cubicBezTo>
                    <a:pt x="6434" y="23762"/>
                    <a:pt x="9702" y="24856"/>
                    <a:pt x="12075" y="24946"/>
                  </a:cubicBezTo>
                  <a:cubicBezTo>
                    <a:pt x="14448" y="25036"/>
                    <a:pt x="16758" y="23557"/>
                    <a:pt x="18660" y="22314"/>
                  </a:cubicBezTo>
                  <a:cubicBezTo>
                    <a:pt x="20562" y="21071"/>
                    <a:pt x="22656" y="19974"/>
                    <a:pt x="23488" y="17486"/>
                  </a:cubicBezTo>
                  <a:cubicBezTo>
                    <a:pt x="24320" y="14998"/>
                    <a:pt x="24791" y="10128"/>
                    <a:pt x="23653" y="7387"/>
                  </a:cubicBezTo>
                  <a:cubicBezTo>
                    <a:pt x="22515" y="4647"/>
                    <a:pt x="19738" y="2068"/>
                    <a:pt x="16659" y="1043"/>
                  </a:cubicBezTo>
                  <a:cubicBezTo>
                    <a:pt x="13580" y="19"/>
                    <a:pt x="7956" y="-753"/>
                    <a:pt x="5180" y="124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Hybrid Recommender</a:t>
              </a:r>
              <a:endParaRPr/>
            </a:p>
          </p:txBody>
        </p:sp>
        <p:sp>
          <p:nvSpPr>
            <p:cNvPr id="1042" name="Google Shape;1042;p12"/>
            <p:cNvSpPr/>
            <p:nvPr/>
          </p:nvSpPr>
          <p:spPr>
            <a:xfrm>
              <a:off x="1497832" y="2594195"/>
              <a:ext cx="854643" cy="876493"/>
            </a:xfrm>
            <a:custGeom>
              <a:avLst/>
              <a:gdLst/>
              <a:ahLst/>
              <a:cxnLst/>
              <a:rect l="l" t="t" r="r" b="b"/>
              <a:pathLst>
                <a:path w="24328" h="24950" extrusionOk="0">
                  <a:moveTo>
                    <a:pt x="5180" y="1240"/>
                  </a:moveTo>
                  <a:cubicBezTo>
                    <a:pt x="2404" y="3234"/>
                    <a:pt x="131" y="9582"/>
                    <a:pt x="5" y="13004"/>
                  </a:cubicBezTo>
                  <a:cubicBezTo>
                    <a:pt x="-121" y="16426"/>
                    <a:pt x="2410" y="19782"/>
                    <a:pt x="4422" y="21772"/>
                  </a:cubicBezTo>
                  <a:cubicBezTo>
                    <a:pt x="6434" y="23762"/>
                    <a:pt x="9702" y="24856"/>
                    <a:pt x="12075" y="24946"/>
                  </a:cubicBezTo>
                  <a:cubicBezTo>
                    <a:pt x="14448" y="25036"/>
                    <a:pt x="16758" y="23557"/>
                    <a:pt x="18660" y="22314"/>
                  </a:cubicBezTo>
                  <a:cubicBezTo>
                    <a:pt x="20562" y="21071"/>
                    <a:pt x="22656" y="19974"/>
                    <a:pt x="23488" y="17486"/>
                  </a:cubicBezTo>
                  <a:cubicBezTo>
                    <a:pt x="24320" y="14998"/>
                    <a:pt x="24791" y="10128"/>
                    <a:pt x="23653" y="7387"/>
                  </a:cubicBezTo>
                  <a:cubicBezTo>
                    <a:pt x="22515" y="4647"/>
                    <a:pt x="19738" y="2068"/>
                    <a:pt x="16659" y="1043"/>
                  </a:cubicBezTo>
                  <a:cubicBezTo>
                    <a:pt x="13580" y="19"/>
                    <a:pt x="7956" y="-753"/>
                    <a:pt x="5180" y="124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3" name="Google Shape;1043;p12"/>
          <p:cNvSpPr/>
          <p:nvPr/>
        </p:nvSpPr>
        <p:spPr>
          <a:xfrm>
            <a:off x="5383380" y="2690114"/>
            <a:ext cx="1262504" cy="868803"/>
          </a:xfrm>
          <a:prstGeom prst="rightArrow">
            <a:avLst>
              <a:gd name="adj1" fmla="val 50000"/>
              <a:gd name="adj2" fmla="val 50000"/>
            </a:avLst>
          </a:prstGeom>
          <a:solidFill>
            <a:schemeClr val="accent1"/>
          </a:solidFill>
          <a:ln w="25400" cap="flat" cmpd="sng">
            <a:solidFill>
              <a:srgbClr val="6187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chemeClr val="dk1"/>
                </a:solidFill>
                <a:latin typeface="Arial"/>
                <a:ea typeface="Arial"/>
                <a:cs typeface="Arial"/>
                <a:sym typeface="Arial"/>
              </a:rPr>
              <a:t>Combiner</a:t>
            </a:r>
            <a:endParaRPr/>
          </a:p>
        </p:txBody>
      </p:sp>
      <p:cxnSp>
        <p:nvCxnSpPr>
          <p:cNvPr id="1044" name="Google Shape;1044;p12"/>
          <p:cNvCxnSpPr/>
          <p:nvPr/>
        </p:nvCxnSpPr>
        <p:spPr>
          <a:xfrm>
            <a:off x="4878984" y="2500551"/>
            <a:ext cx="337279" cy="326893"/>
          </a:xfrm>
          <a:prstGeom prst="straightConnector1">
            <a:avLst/>
          </a:prstGeom>
          <a:noFill/>
          <a:ln w="57150" cap="flat" cmpd="sng">
            <a:solidFill>
              <a:srgbClr val="80B584"/>
            </a:solidFill>
            <a:prstDash val="dash"/>
            <a:round/>
            <a:headEnd type="none" w="sm" len="sm"/>
            <a:tailEnd type="triangle" w="med" len="med"/>
          </a:ln>
        </p:spPr>
      </p:cxnSp>
      <p:cxnSp>
        <p:nvCxnSpPr>
          <p:cNvPr id="1045" name="Google Shape;1045;p12"/>
          <p:cNvCxnSpPr/>
          <p:nvPr/>
        </p:nvCxnSpPr>
        <p:spPr>
          <a:xfrm rot="10800000" flipH="1">
            <a:off x="4858373" y="3508655"/>
            <a:ext cx="378501" cy="309891"/>
          </a:xfrm>
          <a:prstGeom prst="straightConnector1">
            <a:avLst/>
          </a:prstGeom>
          <a:noFill/>
          <a:ln w="57150" cap="flat" cmpd="sng">
            <a:solidFill>
              <a:srgbClr val="80B584"/>
            </a:solidFill>
            <a:prstDash val="dash"/>
            <a:round/>
            <a:headEnd type="none" w="sm" len="sm"/>
            <a:tailEnd type="triangle" w="med" len="med"/>
          </a:ln>
        </p:spPr>
      </p:cxnSp>
      <p:sp>
        <p:nvSpPr>
          <p:cNvPr id="1046" name="Google Shape;1046;p12"/>
          <p:cNvSpPr/>
          <p:nvPr/>
        </p:nvSpPr>
        <p:spPr>
          <a:xfrm>
            <a:off x="989345" y="1867517"/>
            <a:ext cx="1413225" cy="1048068"/>
          </a:xfrm>
          <a:prstGeom prst="flowChartDecision">
            <a:avLst/>
          </a:prstGeom>
          <a:solidFill>
            <a:srgbClr val="CDE2CF"/>
          </a:solidFill>
          <a:ln w="25400" cap="flat" cmpd="sng">
            <a:solidFill>
              <a:srgbClr val="6187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71723"/>
                </a:solidFill>
                <a:latin typeface="Arial"/>
                <a:ea typeface="Arial"/>
                <a:cs typeface="Arial"/>
                <a:sym typeface="Arial"/>
              </a:rPr>
              <a:t>Input</a:t>
            </a:r>
            <a:endParaRPr/>
          </a:p>
        </p:txBody>
      </p:sp>
      <p:sp>
        <p:nvSpPr>
          <p:cNvPr id="1047" name="Google Shape;1047;p12"/>
          <p:cNvSpPr/>
          <p:nvPr/>
        </p:nvSpPr>
        <p:spPr>
          <a:xfrm>
            <a:off x="989345" y="3637720"/>
            <a:ext cx="1413225" cy="1048068"/>
          </a:xfrm>
          <a:prstGeom prst="flowChartDecision">
            <a:avLst/>
          </a:prstGeom>
          <a:solidFill>
            <a:srgbClr val="CDE2CF"/>
          </a:solidFill>
          <a:ln w="25400" cap="flat" cmpd="sng">
            <a:solidFill>
              <a:srgbClr val="6187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71723"/>
                </a:solidFill>
                <a:latin typeface="Arial"/>
                <a:ea typeface="Arial"/>
                <a:cs typeface="Arial"/>
                <a:sym typeface="Arial"/>
              </a:rPr>
              <a:t>Input</a:t>
            </a:r>
            <a:endParaRPr/>
          </a:p>
        </p:txBody>
      </p:sp>
      <p:cxnSp>
        <p:nvCxnSpPr>
          <p:cNvPr id="1048" name="Google Shape;1048;p12"/>
          <p:cNvCxnSpPr/>
          <p:nvPr/>
        </p:nvCxnSpPr>
        <p:spPr>
          <a:xfrm>
            <a:off x="2603432" y="2404083"/>
            <a:ext cx="503723" cy="0"/>
          </a:xfrm>
          <a:prstGeom prst="straightConnector1">
            <a:avLst/>
          </a:prstGeom>
          <a:noFill/>
          <a:ln w="57150" cap="flat" cmpd="sng">
            <a:solidFill>
              <a:srgbClr val="80B584"/>
            </a:solidFill>
            <a:prstDash val="dash"/>
            <a:round/>
            <a:headEnd type="none" w="sm" len="sm"/>
            <a:tailEnd type="triangle" w="med" len="med"/>
          </a:ln>
        </p:spPr>
      </p:cxnSp>
      <p:cxnSp>
        <p:nvCxnSpPr>
          <p:cNvPr id="1049" name="Google Shape;1049;p12"/>
          <p:cNvCxnSpPr/>
          <p:nvPr/>
        </p:nvCxnSpPr>
        <p:spPr>
          <a:xfrm>
            <a:off x="2575952" y="4220392"/>
            <a:ext cx="503723" cy="0"/>
          </a:xfrm>
          <a:prstGeom prst="straightConnector1">
            <a:avLst/>
          </a:prstGeom>
          <a:noFill/>
          <a:ln w="57150" cap="flat" cmpd="sng">
            <a:solidFill>
              <a:srgbClr val="80B584"/>
            </a:solidFill>
            <a:prstDash val="dash"/>
            <a:round/>
            <a:headEnd type="none" w="sm" len="sm"/>
            <a:tailEnd type="triangl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14"/>
          <p:cNvSpPr txBox="1">
            <a:spLocks noGrp="1"/>
          </p:cNvSpPr>
          <p:nvPr>
            <p:ph type="ctrTitle"/>
          </p:nvPr>
        </p:nvSpPr>
        <p:spPr>
          <a:xfrm>
            <a:off x="5417763" y="750775"/>
            <a:ext cx="2849312" cy="674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US"/>
              <a:t>Kết quả thực nghiệm</a:t>
            </a:r>
            <a:endParaRPr/>
          </a:p>
        </p:txBody>
      </p:sp>
      <p:sp>
        <p:nvSpPr>
          <p:cNvPr id="1098" name="Google Shape;1098;p14"/>
          <p:cNvSpPr txBox="1">
            <a:spLocks noGrp="1"/>
          </p:cNvSpPr>
          <p:nvPr>
            <p:ph type="title" idx="2"/>
          </p:nvPr>
        </p:nvSpPr>
        <p:spPr>
          <a:xfrm>
            <a:off x="3486938" y="583625"/>
            <a:ext cx="2154000" cy="1541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4800"/>
              <a:buNone/>
            </a:pPr>
            <a:r>
              <a:rPr lang="en-US"/>
              <a:t>04</a:t>
            </a:r>
            <a:endParaRPr/>
          </a:p>
        </p:txBody>
      </p:sp>
      <p:grpSp>
        <p:nvGrpSpPr>
          <p:cNvPr id="1099" name="Google Shape;1099;p14"/>
          <p:cNvGrpSpPr/>
          <p:nvPr/>
        </p:nvGrpSpPr>
        <p:grpSpPr>
          <a:xfrm>
            <a:off x="2802025" y="2853427"/>
            <a:ext cx="3298979" cy="2056707"/>
            <a:chOff x="2535625" y="976102"/>
            <a:chExt cx="3298979" cy="2056707"/>
          </a:xfrm>
        </p:grpSpPr>
        <p:sp>
          <p:nvSpPr>
            <p:cNvPr id="1100" name="Google Shape;1100;p14"/>
            <p:cNvSpPr/>
            <p:nvPr/>
          </p:nvSpPr>
          <p:spPr>
            <a:xfrm>
              <a:off x="4117662" y="2177238"/>
              <a:ext cx="346412" cy="745193"/>
            </a:xfrm>
            <a:custGeom>
              <a:avLst/>
              <a:gdLst/>
              <a:ahLst/>
              <a:cxnLst/>
              <a:rect l="l" t="t" r="r" b="b"/>
              <a:pathLst>
                <a:path w="6939" h="14927" extrusionOk="0">
                  <a:moveTo>
                    <a:pt x="3793" y="0"/>
                  </a:moveTo>
                  <a:cubicBezTo>
                    <a:pt x="3388" y="0"/>
                    <a:pt x="3014" y="201"/>
                    <a:pt x="2835" y="559"/>
                  </a:cubicBezTo>
                  <a:cubicBezTo>
                    <a:pt x="2602" y="892"/>
                    <a:pt x="2402" y="1226"/>
                    <a:pt x="2202" y="1593"/>
                  </a:cubicBezTo>
                  <a:cubicBezTo>
                    <a:pt x="1301" y="3461"/>
                    <a:pt x="634" y="5429"/>
                    <a:pt x="200" y="7430"/>
                  </a:cubicBezTo>
                  <a:cubicBezTo>
                    <a:pt x="134" y="7931"/>
                    <a:pt x="67" y="8431"/>
                    <a:pt x="0" y="8931"/>
                  </a:cubicBezTo>
                  <a:cubicBezTo>
                    <a:pt x="33" y="9365"/>
                    <a:pt x="67" y="9799"/>
                    <a:pt x="167" y="10232"/>
                  </a:cubicBezTo>
                  <a:cubicBezTo>
                    <a:pt x="467" y="11567"/>
                    <a:pt x="967" y="12868"/>
                    <a:pt x="1601" y="14069"/>
                  </a:cubicBezTo>
                  <a:cubicBezTo>
                    <a:pt x="1801" y="14469"/>
                    <a:pt x="2168" y="14736"/>
                    <a:pt x="2602" y="14836"/>
                  </a:cubicBezTo>
                  <a:cubicBezTo>
                    <a:pt x="2920" y="14897"/>
                    <a:pt x="3247" y="14927"/>
                    <a:pt x="3575" y="14927"/>
                  </a:cubicBezTo>
                  <a:cubicBezTo>
                    <a:pt x="4141" y="14927"/>
                    <a:pt x="4709" y="14838"/>
                    <a:pt x="5237" y="14669"/>
                  </a:cubicBezTo>
                  <a:cubicBezTo>
                    <a:pt x="5504" y="14569"/>
                    <a:pt x="5704" y="14335"/>
                    <a:pt x="5671" y="14069"/>
                  </a:cubicBezTo>
                  <a:cubicBezTo>
                    <a:pt x="5671" y="13702"/>
                    <a:pt x="5571" y="13335"/>
                    <a:pt x="5437" y="13034"/>
                  </a:cubicBezTo>
                  <a:cubicBezTo>
                    <a:pt x="5137" y="12167"/>
                    <a:pt x="4837" y="11300"/>
                    <a:pt x="4570" y="10433"/>
                  </a:cubicBezTo>
                  <a:cubicBezTo>
                    <a:pt x="4370" y="9899"/>
                    <a:pt x="4303" y="9365"/>
                    <a:pt x="4370" y="8831"/>
                  </a:cubicBezTo>
                  <a:cubicBezTo>
                    <a:pt x="4503" y="8064"/>
                    <a:pt x="4837" y="7364"/>
                    <a:pt x="5337" y="6797"/>
                  </a:cubicBezTo>
                  <a:cubicBezTo>
                    <a:pt x="5738" y="6330"/>
                    <a:pt x="6104" y="5863"/>
                    <a:pt x="6505" y="5396"/>
                  </a:cubicBezTo>
                  <a:cubicBezTo>
                    <a:pt x="6738" y="5062"/>
                    <a:pt x="6905" y="4628"/>
                    <a:pt x="6905" y="4195"/>
                  </a:cubicBezTo>
                  <a:cubicBezTo>
                    <a:pt x="6938" y="3294"/>
                    <a:pt x="6705" y="2393"/>
                    <a:pt x="6205" y="1626"/>
                  </a:cubicBezTo>
                  <a:cubicBezTo>
                    <a:pt x="5804" y="826"/>
                    <a:pt x="5037" y="259"/>
                    <a:pt x="4170" y="58"/>
                  </a:cubicBezTo>
                  <a:cubicBezTo>
                    <a:pt x="4044" y="19"/>
                    <a:pt x="3917" y="0"/>
                    <a:pt x="379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1" name="Google Shape;1101;p14"/>
            <p:cNvSpPr/>
            <p:nvPr/>
          </p:nvSpPr>
          <p:spPr>
            <a:xfrm>
              <a:off x="4250854" y="2802468"/>
              <a:ext cx="101642" cy="118766"/>
            </a:xfrm>
            <a:custGeom>
              <a:avLst/>
              <a:gdLst/>
              <a:ahLst/>
              <a:cxnLst/>
              <a:rect l="l" t="t" r="r" b="b"/>
              <a:pathLst>
                <a:path w="2036" h="2379" extrusionOk="0">
                  <a:moveTo>
                    <a:pt x="104" y="1"/>
                  </a:moveTo>
                  <a:cubicBezTo>
                    <a:pt x="69" y="1"/>
                    <a:pt x="34" y="4"/>
                    <a:pt x="1" y="10"/>
                  </a:cubicBezTo>
                  <a:cubicBezTo>
                    <a:pt x="668" y="644"/>
                    <a:pt x="1168" y="1444"/>
                    <a:pt x="1402" y="2378"/>
                  </a:cubicBezTo>
                  <a:lnTo>
                    <a:pt x="2035" y="2245"/>
                  </a:lnTo>
                  <a:cubicBezTo>
                    <a:pt x="1908" y="1229"/>
                    <a:pt x="814" y="1"/>
                    <a:pt x="1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2" name="Google Shape;1102;p14"/>
            <p:cNvSpPr/>
            <p:nvPr/>
          </p:nvSpPr>
          <p:spPr>
            <a:xfrm>
              <a:off x="4227541" y="2396598"/>
              <a:ext cx="35046" cy="65998"/>
            </a:xfrm>
            <a:custGeom>
              <a:avLst/>
              <a:gdLst/>
              <a:ahLst/>
              <a:cxnLst/>
              <a:rect l="l" t="t" r="r" b="b"/>
              <a:pathLst>
                <a:path w="702" h="1322" extrusionOk="0">
                  <a:moveTo>
                    <a:pt x="668" y="1"/>
                  </a:moveTo>
                  <a:cubicBezTo>
                    <a:pt x="334" y="134"/>
                    <a:pt x="1" y="801"/>
                    <a:pt x="1" y="1268"/>
                  </a:cubicBezTo>
                  <a:cubicBezTo>
                    <a:pt x="104" y="1303"/>
                    <a:pt x="184" y="1322"/>
                    <a:pt x="248" y="1322"/>
                  </a:cubicBezTo>
                  <a:cubicBezTo>
                    <a:pt x="370" y="1322"/>
                    <a:pt x="435" y="1255"/>
                    <a:pt x="501" y="1102"/>
                  </a:cubicBezTo>
                  <a:cubicBezTo>
                    <a:pt x="634" y="768"/>
                    <a:pt x="701" y="401"/>
                    <a:pt x="6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3" name="Google Shape;1103;p14"/>
            <p:cNvSpPr/>
            <p:nvPr/>
          </p:nvSpPr>
          <p:spPr>
            <a:xfrm>
              <a:off x="4284153" y="2456555"/>
              <a:ext cx="35046" cy="54216"/>
            </a:xfrm>
            <a:custGeom>
              <a:avLst/>
              <a:gdLst/>
              <a:ahLst/>
              <a:cxnLst/>
              <a:rect l="l" t="t" r="r" b="b"/>
              <a:pathLst>
                <a:path w="702" h="1086" extrusionOk="0">
                  <a:moveTo>
                    <a:pt x="701" y="1"/>
                  </a:moveTo>
                  <a:lnTo>
                    <a:pt x="701" y="1"/>
                  </a:lnTo>
                  <a:cubicBezTo>
                    <a:pt x="268" y="134"/>
                    <a:pt x="1" y="534"/>
                    <a:pt x="34" y="1001"/>
                  </a:cubicBezTo>
                  <a:cubicBezTo>
                    <a:pt x="176" y="1056"/>
                    <a:pt x="285" y="1086"/>
                    <a:pt x="371" y="1086"/>
                  </a:cubicBezTo>
                  <a:cubicBezTo>
                    <a:pt x="548" y="1086"/>
                    <a:pt x="623" y="960"/>
                    <a:pt x="668" y="668"/>
                  </a:cubicBezTo>
                  <a:cubicBezTo>
                    <a:pt x="701" y="468"/>
                    <a:pt x="701" y="234"/>
                    <a:pt x="7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4" name="Google Shape;1104;p14"/>
            <p:cNvSpPr/>
            <p:nvPr/>
          </p:nvSpPr>
          <p:spPr>
            <a:xfrm>
              <a:off x="4215909" y="2514864"/>
              <a:ext cx="31651" cy="44032"/>
            </a:xfrm>
            <a:custGeom>
              <a:avLst/>
              <a:gdLst/>
              <a:ahLst/>
              <a:cxnLst/>
              <a:rect l="l" t="t" r="r" b="b"/>
              <a:pathLst>
                <a:path w="634" h="882" extrusionOk="0">
                  <a:moveTo>
                    <a:pt x="501" y="0"/>
                  </a:moveTo>
                  <a:cubicBezTo>
                    <a:pt x="400" y="0"/>
                    <a:pt x="334" y="0"/>
                    <a:pt x="300" y="67"/>
                  </a:cubicBezTo>
                  <a:cubicBezTo>
                    <a:pt x="200" y="300"/>
                    <a:pt x="100" y="534"/>
                    <a:pt x="0" y="834"/>
                  </a:cubicBezTo>
                  <a:cubicBezTo>
                    <a:pt x="159" y="864"/>
                    <a:pt x="273" y="882"/>
                    <a:pt x="357" y="882"/>
                  </a:cubicBezTo>
                  <a:cubicBezTo>
                    <a:pt x="554" y="882"/>
                    <a:pt x="577" y="782"/>
                    <a:pt x="601" y="501"/>
                  </a:cubicBezTo>
                  <a:cubicBezTo>
                    <a:pt x="634" y="367"/>
                    <a:pt x="634" y="267"/>
                    <a:pt x="601" y="134"/>
                  </a:cubicBezTo>
                  <a:cubicBezTo>
                    <a:pt x="601" y="67"/>
                    <a:pt x="534" y="0"/>
                    <a:pt x="5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5" name="Google Shape;1105;p14"/>
            <p:cNvSpPr/>
            <p:nvPr/>
          </p:nvSpPr>
          <p:spPr>
            <a:xfrm>
              <a:off x="4117662" y="2178985"/>
              <a:ext cx="194848" cy="741749"/>
            </a:xfrm>
            <a:custGeom>
              <a:avLst/>
              <a:gdLst/>
              <a:ahLst/>
              <a:cxnLst/>
              <a:rect l="l" t="t" r="r" b="b"/>
              <a:pathLst>
                <a:path w="3903" h="14858" extrusionOk="0">
                  <a:moveTo>
                    <a:pt x="3621" y="0"/>
                  </a:moveTo>
                  <a:cubicBezTo>
                    <a:pt x="3331" y="0"/>
                    <a:pt x="3150" y="98"/>
                    <a:pt x="2969" y="357"/>
                  </a:cubicBezTo>
                  <a:cubicBezTo>
                    <a:pt x="2669" y="757"/>
                    <a:pt x="2402" y="1191"/>
                    <a:pt x="2202" y="1658"/>
                  </a:cubicBezTo>
                  <a:cubicBezTo>
                    <a:pt x="1334" y="3393"/>
                    <a:pt x="701" y="5227"/>
                    <a:pt x="267" y="7129"/>
                  </a:cubicBezTo>
                  <a:cubicBezTo>
                    <a:pt x="0" y="8163"/>
                    <a:pt x="0" y="9230"/>
                    <a:pt x="200" y="10264"/>
                  </a:cubicBezTo>
                  <a:cubicBezTo>
                    <a:pt x="500" y="11532"/>
                    <a:pt x="967" y="12766"/>
                    <a:pt x="1568" y="13933"/>
                  </a:cubicBezTo>
                  <a:cubicBezTo>
                    <a:pt x="1891" y="14526"/>
                    <a:pt x="2498" y="14858"/>
                    <a:pt x="3123" y="14858"/>
                  </a:cubicBezTo>
                  <a:cubicBezTo>
                    <a:pt x="3272" y="14858"/>
                    <a:pt x="3422" y="14839"/>
                    <a:pt x="3569" y="14801"/>
                  </a:cubicBezTo>
                  <a:cubicBezTo>
                    <a:pt x="3236" y="14434"/>
                    <a:pt x="2902" y="14067"/>
                    <a:pt x="2602" y="13667"/>
                  </a:cubicBezTo>
                  <a:cubicBezTo>
                    <a:pt x="1801" y="12466"/>
                    <a:pt x="1334" y="11065"/>
                    <a:pt x="1234" y="9597"/>
                  </a:cubicBezTo>
                  <a:cubicBezTo>
                    <a:pt x="1168" y="8563"/>
                    <a:pt x="1268" y="7495"/>
                    <a:pt x="1535" y="6495"/>
                  </a:cubicBezTo>
                  <a:cubicBezTo>
                    <a:pt x="2035" y="4627"/>
                    <a:pt x="2669" y="2792"/>
                    <a:pt x="3469" y="1024"/>
                  </a:cubicBezTo>
                  <a:cubicBezTo>
                    <a:pt x="3603" y="691"/>
                    <a:pt x="3736" y="390"/>
                    <a:pt x="3903" y="23"/>
                  </a:cubicBezTo>
                  <a:cubicBezTo>
                    <a:pt x="3798" y="8"/>
                    <a:pt x="3705" y="0"/>
                    <a:pt x="362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6" name="Google Shape;1106;p14"/>
            <p:cNvSpPr/>
            <p:nvPr/>
          </p:nvSpPr>
          <p:spPr>
            <a:xfrm>
              <a:off x="2782091" y="2254918"/>
              <a:ext cx="313114" cy="700263"/>
            </a:xfrm>
            <a:custGeom>
              <a:avLst/>
              <a:gdLst/>
              <a:ahLst/>
              <a:cxnLst/>
              <a:rect l="l" t="t" r="r" b="b"/>
              <a:pathLst>
                <a:path w="6272" h="14027" extrusionOk="0">
                  <a:moveTo>
                    <a:pt x="1632" y="1"/>
                  </a:moveTo>
                  <a:cubicBezTo>
                    <a:pt x="1425" y="1"/>
                    <a:pt x="1360" y="131"/>
                    <a:pt x="1335" y="437"/>
                  </a:cubicBezTo>
                  <a:lnTo>
                    <a:pt x="1335" y="971"/>
                  </a:lnTo>
                  <a:cubicBezTo>
                    <a:pt x="1335" y="1405"/>
                    <a:pt x="1335" y="1805"/>
                    <a:pt x="1268" y="2238"/>
                  </a:cubicBezTo>
                  <a:cubicBezTo>
                    <a:pt x="1168" y="3139"/>
                    <a:pt x="935" y="4040"/>
                    <a:pt x="568" y="4907"/>
                  </a:cubicBezTo>
                  <a:cubicBezTo>
                    <a:pt x="234" y="5674"/>
                    <a:pt x="34" y="6475"/>
                    <a:pt x="1" y="7309"/>
                  </a:cubicBezTo>
                  <a:cubicBezTo>
                    <a:pt x="67" y="8109"/>
                    <a:pt x="201" y="8877"/>
                    <a:pt x="468" y="9644"/>
                  </a:cubicBezTo>
                  <a:cubicBezTo>
                    <a:pt x="668" y="10278"/>
                    <a:pt x="901" y="10911"/>
                    <a:pt x="1168" y="11545"/>
                  </a:cubicBezTo>
                  <a:cubicBezTo>
                    <a:pt x="1435" y="12146"/>
                    <a:pt x="1702" y="12713"/>
                    <a:pt x="2035" y="13280"/>
                  </a:cubicBezTo>
                  <a:cubicBezTo>
                    <a:pt x="2202" y="13680"/>
                    <a:pt x="2603" y="13980"/>
                    <a:pt x="3070" y="14014"/>
                  </a:cubicBezTo>
                  <a:cubicBezTo>
                    <a:pt x="3168" y="14023"/>
                    <a:pt x="3269" y="14027"/>
                    <a:pt x="3370" y="14027"/>
                  </a:cubicBezTo>
                  <a:cubicBezTo>
                    <a:pt x="3649" y="14027"/>
                    <a:pt x="3935" y="13996"/>
                    <a:pt x="4204" y="13947"/>
                  </a:cubicBezTo>
                  <a:cubicBezTo>
                    <a:pt x="5238" y="13747"/>
                    <a:pt x="5371" y="13513"/>
                    <a:pt x="5204" y="12479"/>
                  </a:cubicBezTo>
                  <a:cubicBezTo>
                    <a:pt x="5038" y="11612"/>
                    <a:pt x="4871" y="10745"/>
                    <a:pt x="4737" y="9877"/>
                  </a:cubicBezTo>
                  <a:cubicBezTo>
                    <a:pt x="4604" y="8943"/>
                    <a:pt x="4637" y="8009"/>
                    <a:pt x="4871" y="7109"/>
                  </a:cubicBezTo>
                  <a:cubicBezTo>
                    <a:pt x="5138" y="6241"/>
                    <a:pt x="5471" y="5441"/>
                    <a:pt x="5872" y="4640"/>
                  </a:cubicBezTo>
                  <a:cubicBezTo>
                    <a:pt x="6272" y="3973"/>
                    <a:pt x="6205" y="3106"/>
                    <a:pt x="5671" y="2505"/>
                  </a:cubicBezTo>
                  <a:cubicBezTo>
                    <a:pt x="4704" y="1304"/>
                    <a:pt x="3370" y="437"/>
                    <a:pt x="1869" y="37"/>
                  </a:cubicBezTo>
                  <a:cubicBezTo>
                    <a:pt x="1774" y="13"/>
                    <a:pt x="1696" y="1"/>
                    <a:pt x="163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7" name="Google Shape;1107;p14"/>
            <p:cNvSpPr/>
            <p:nvPr/>
          </p:nvSpPr>
          <p:spPr>
            <a:xfrm>
              <a:off x="2930310" y="2842905"/>
              <a:ext cx="91658" cy="111627"/>
            </a:xfrm>
            <a:custGeom>
              <a:avLst/>
              <a:gdLst/>
              <a:ahLst/>
              <a:cxnLst/>
              <a:rect l="l" t="t" r="r" b="b"/>
              <a:pathLst>
                <a:path w="1836" h="2236" extrusionOk="0">
                  <a:moveTo>
                    <a:pt x="0" y="1"/>
                  </a:moveTo>
                  <a:lnTo>
                    <a:pt x="0" y="1"/>
                  </a:lnTo>
                  <a:cubicBezTo>
                    <a:pt x="568" y="634"/>
                    <a:pt x="968" y="1402"/>
                    <a:pt x="1168" y="2236"/>
                  </a:cubicBezTo>
                  <a:lnTo>
                    <a:pt x="1835" y="2035"/>
                  </a:lnTo>
                  <a:cubicBezTo>
                    <a:pt x="1568" y="1101"/>
                    <a:pt x="868" y="368"/>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8" name="Google Shape;1108;p14"/>
            <p:cNvSpPr/>
            <p:nvPr/>
          </p:nvSpPr>
          <p:spPr>
            <a:xfrm>
              <a:off x="2943640" y="2443226"/>
              <a:ext cx="34996" cy="49573"/>
            </a:xfrm>
            <a:custGeom>
              <a:avLst/>
              <a:gdLst/>
              <a:ahLst/>
              <a:cxnLst/>
              <a:rect l="l" t="t" r="r" b="b"/>
              <a:pathLst>
                <a:path w="701" h="993" extrusionOk="0">
                  <a:moveTo>
                    <a:pt x="701" y="1"/>
                  </a:moveTo>
                  <a:lnTo>
                    <a:pt x="701" y="1"/>
                  </a:lnTo>
                  <a:cubicBezTo>
                    <a:pt x="301" y="101"/>
                    <a:pt x="0" y="468"/>
                    <a:pt x="34" y="868"/>
                  </a:cubicBezTo>
                  <a:cubicBezTo>
                    <a:pt x="182" y="949"/>
                    <a:pt x="282" y="992"/>
                    <a:pt x="354" y="992"/>
                  </a:cubicBezTo>
                  <a:cubicBezTo>
                    <a:pt x="460" y="992"/>
                    <a:pt x="508" y="900"/>
                    <a:pt x="567" y="701"/>
                  </a:cubicBezTo>
                  <a:cubicBezTo>
                    <a:pt x="634" y="501"/>
                    <a:pt x="667" y="268"/>
                    <a:pt x="7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9" name="Google Shape;1109;p14"/>
            <p:cNvSpPr/>
            <p:nvPr/>
          </p:nvSpPr>
          <p:spPr>
            <a:xfrm>
              <a:off x="2892020" y="2528194"/>
              <a:ext cx="33348" cy="54965"/>
            </a:xfrm>
            <a:custGeom>
              <a:avLst/>
              <a:gdLst/>
              <a:ahLst/>
              <a:cxnLst/>
              <a:rect l="l" t="t" r="r" b="b"/>
              <a:pathLst>
                <a:path w="668" h="1101" extrusionOk="0">
                  <a:moveTo>
                    <a:pt x="501" y="0"/>
                  </a:moveTo>
                  <a:cubicBezTo>
                    <a:pt x="267" y="200"/>
                    <a:pt x="100" y="500"/>
                    <a:pt x="34" y="834"/>
                  </a:cubicBezTo>
                  <a:cubicBezTo>
                    <a:pt x="0" y="1001"/>
                    <a:pt x="134" y="1034"/>
                    <a:pt x="267" y="1068"/>
                  </a:cubicBezTo>
                  <a:cubicBezTo>
                    <a:pt x="312" y="1090"/>
                    <a:pt x="352" y="1101"/>
                    <a:pt x="389" y="1101"/>
                  </a:cubicBezTo>
                  <a:cubicBezTo>
                    <a:pt x="464" y="1101"/>
                    <a:pt x="523" y="1056"/>
                    <a:pt x="567" y="967"/>
                  </a:cubicBezTo>
                  <a:cubicBezTo>
                    <a:pt x="667" y="634"/>
                    <a:pt x="667" y="300"/>
                    <a:pt x="5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0" name="Google Shape;1110;p14"/>
            <p:cNvSpPr/>
            <p:nvPr/>
          </p:nvSpPr>
          <p:spPr>
            <a:xfrm>
              <a:off x="2878691" y="2444923"/>
              <a:ext cx="28356" cy="51670"/>
            </a:xfrm>
            <a:custGeom>
              <a:avLst/>
              <a:gdLst/>
              <a:ahLst/>
              <a:cxnLst/>
              <a:rect l="l" t="t" r="r" b="b"/>
              <a:pathLst>
                <a:path w="568" h="1035" extrusionOk="0">
                  <a:moveTo>
                    <a:pt x="534" y="0"/>
                  </a:moveTo>
                  <a:cubicBezTo>
                    <a:pt x="267" y="234"/>
                    <a:pt x="67" y="534"/>
                    <a:pt x="0" y="901"/>
                  </a:cubicBezTo>
                  <a:lnTo>
                    <a:pt x="434" y="1034"/>
                  </a:lnTo>
                  <a:cubicBezTo>
                    <a:pt x="534" y="701"/>
                    <a:pt x="567" y="367"/>
                    <a:pt x="5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1" name="Google Shape;1111;p14"/>
            <p:cNvSpPr/>
            <p:nvPr/>
          </p:nvSpPr>
          <p:spPr>
            <a:xfrm>
              <a:off x="2535625" y="976102"/>
              <a:ext cx="3298979" cy="2056707"/>
            </a:xfrm>
            <a:custGeom>
              <a:avLst/>
              <a:gdLst/>
              <a:ahLst/>
              <a:cxnLst/>
              <a:rect l="l" t="t" r="r" b="b"/>
              <a:pathLst>
                <a:path w="66082" h="41198" extrusionOk="0">
                  <a:moveTo>
                    <a:pt x="48673" y="0"/>
                  </a:moveTo>
                  <a:cubicBezTo>
                    <a:pt x="47834" y="0"/>
                    <a:pt x="47135" y="656"/>
                    <a:pt x="47168" y="1502"/>
                  </a:cubicBezTo>
                  <a:cubicBezTo>
                    <a:pt x="47168" y="1869"/>
                    <a:pt x="47201" y="2203"/>
                    <a:pt x="47235" y="2636"/>
                  </a:cubicBezTo>
                  <a:cubicBezTo>
                    <a:pt x="47101" y="2536"/>
                    <a:pt x="47001" y="2470"/>
                    <a:pt x="46934" y="2403"/>
                  </a:cubicBezTo>
                  <a:cubicBezTo>
                    <a:pt x="46543" y="2072"/>
                    <a:pt x="46044" y="1931"/>
                    <a:pt x="45558" y="1931"/>
                  </a:cubicBezTo>
                  <a:cubicBezTo>
                    <a:pt x="45505" y="1931"/>
                    <a:pt x="45452" y="1933"/>
                    <a:pt x="45400" y="1936"/>
                  </a:cubicBezTo>
                  <a:cubicBezTo>
                    <a:pt x="44699" y="1936"/>
                    <a:pt x="44166" y="2536"/>
                    <a:pt x="44232" y="3204"/>
                  </a:cubicBezTo>
                  <a:cubicBezTo>
                    <a:pt x="44232" y="3404"/>
                    <a:pt x="44199" y="3637"/>
                    <a:pt x="44199" y="3871"/>
                  </a:cubicBezTo>
                  <a:cubicBezTo>
                    <a:pt x="43765" y="3971"/>
                    <a:pt x="43365" y="4037"/>
                    <a:pt x="42998" y="4138"/>
                  </a:cubicBezTo>
                  <a:cubicBezTo>
                    <a:pt x="42164" y="4404"/>
                    <a:pt x="41364" y="4638"/>
                    <a:pt x="40563" y="4905"/>
                  </a:cubicBezTo>
                  <a:cubicBezTo>
                    <a:pt x="39629" y="5238"/>
                    <a:pt x="38662" y="5438"/>
                    <a:pt x="37694" y="5539"/>
                  </a:cubicBezTo>
                  <a:cubicBezTo>
                    <a:pt x="37201" y="5567"/>
                    <a:pt x="36707" y="5582"/>
                    <a:pt x="36214" y="5582"/>
                  </a:cubicBezTo>
                  <a:cubicBezTo>
                    <a:pt x="34408" y="5582"/>
                    <a:pt x="32612" y="5383"/>
                    <a:pt x="30856" y="4938"/>
                  </a:cubicBezTo>
                  <a:cubicBezTo>
                    <a:pt x="29188" y="4538"/>
                    <a:pt x="27520" y="4138"/>
                    <a:pt x="25853" y="3804"/>
                  </a:cubicBezTo>
                  <a:cubicBezTo>
                    <a:pt x="23895" y="3363"/>
                    <a:pt x="21883" y="3156"/>
                    <a:pt x="19857" y="3156"/>
                  </a:cubicBezTo>
                  <a:cubicBezTo>
                    <a:pt x="19121" y="3156"/>
                    <a:pt x="18384" y="3184"/>
                    <a:pt x="17647" y="3237"/>
                  </a:cubicBezTo>
                  <a:cubicBezTo>
                    <a:pt x="15612" y="3370"/>
                    <a:pt x="13611" y="3971"/>
                    <a:pt x="11776" y="4938"/>
                  </a:cubicBezTo>
                  <a:cubicBezTo>
                    <a:pt x="10308" y="5739"/>
                    <a:pt x="8941" y="6739"/>
                    <a:pt x="7673" y="7840"/>
                  </a:cubicBezTo>
                  <a:cubicBezTo>
                    <a:pt x="5205" y="10108"/>
                    <a:pt x="3203" y="12677"/>
                    <a:pt x="2069" y="15879"/>
                  </a:cubicBezTo>
                  <a:cubicBezTo>
                    <a:pt x="1335" y="17681"/>
                    <a:pt x="1002" y="19649"/>
                    <a:pt x="1135" y="21650"/>
                  </a:cubicBezTo>
                  <a:lnTo>
                    <a:pt x="1268" y="23084"/>
                  </a:lnTo>
                  <a:cubicBezTo>
                    <a:pt x="1368" y="23918"/>
                    <a:pt x="1335" y="24752"/>
                    <a:pt x="1202" y="25586"/>
                  </a:cubicBezTo>
                  <a:cubicBezTo>
                    <a:pt x="1068" y="26387"/>
                    <a:pt x="701" y="27121"/>
                    <a:pt x="168" y="27721"/>
                  </a:cubicBezTo>
                  <a:cubicBezTo>
                    <a:pt x="34" y="27854"/>
                    <a:pt x="1" y="28021"/>
                    <a:pt x="34" y="28221"/>
                  </a:cubicBezTo>
                  <a:cubicBezTo>
                    <a:pt x="134" y="28422"/>
                    <a:pt x="334" y="28422"/>
                    <a:pt x="501" y="28422"/>
                  </a:cubicBezTo>
                  <a:cubicBezTo>
                    <a:pt x="835" y="28422"/>
                    <a:pt x="1168" y="28355"/>
                    <a:pt x="1469" y="28155"/>
                  </a:cubicBezTo>
                  <a:cubicBezTo>
                    <a:pt x="2169" y="27754"/>
                    <a:pt x="2769" y="27221"/>
                    <a:pt x="3236" y="26554"/>
                  </a:cubicBezTo>
                  <a:cubicBezTo>
                    <a:pt x="3637" y="25953"/>
                    <a:pt x="3970" y="25353"/>
                    <a:pt x="4371" y="24719"/>
                  </a:cubicBezTo>
                  <a:cubicBezTo>
                    <a:pt x="4437" y="24752"/>
                    <a:pt x="4537" y="24819"/>
                    <a:pt x="4637" y="24886"/>
                  </a:cubicBezTo>
                  <a:cubicBezTo>
                    <a:pt x="5972" y="25886"/>
                    <a:pt x="7306" y="26887"/>
                    <a:pt x="8607" y="27921"/>
                  </a:cubicBezTo>
                  <a:cubicBezTo>
                    <a:pt x="9041" y="28255"/>
                    <a:pt x="9441" y="28655"/>
                    <a:pt x="9841" y="29089"/>
                  </a:cubicBezTo>
                  <a:cubicBezTo>
                    <a:pt x="10342" y="29589"/>
                    <a:pt x="10542" y="30290"/>
                    <a:pt x="10408" y="30990"/>
                  </a:cubicBezTo>
                  <a:cubicBezTo>
                    <a:pt x="10308" y="31524"/>
                    <a:pt x="10275" y="32091"/>
                    <a:pt x="10241" y="32625"/>
                  </a:cubicBezTo>
                  <a:cubicBezTo>
                    <a:pt x="10175" y="33525"/>
                    <a:pt x="10308" y="34426"/>
                    <a:pt x="10708" y="35260"/>
                  </a:cubicBezTo>
                  <a:cubicBezTo>
                    <a:pt x="11175" y="36227"/>
                    <a:pt x="11809" y="37128"/>
                    <a:pt x="12610" y="37895"/>
                  </a:cubicBezTo>
                  <a:cubicBezTo>
                    <a:pt x="13244" y="38495"/>
                    <a:pt x="13844" y="39163"/>
                    <a:pt x="14344" y="39896"/>
                  </a:cubicBezTo>
                  <a:cubicBezTo>
                    <a:pt x="14578" y="40197"/>
                    <a:pt x="14811" y="40497"/>
                    <a:pt x="15112" y="40730"/>
                  </a:cubicBezTo>
                  <a:cubicBezTo>
                    <a:pt x="15445" y="41064"/>
                    <a:pt x="15912" y="41197"/>
                    <a:pt x="16379" y="41197"/>
                  </a:cubicBezTo>
                  <a:cubicBezTo>
                    <a:pt x="17180" y="41164"/>
                    <a:pt x="17947" y="40931"/>
                    <a:pt x="18681" y="40530"/>
                  </a:cubicBezTo>
                  <a:cubicBezTo>
                    <a:pt x="18714" y="40497"/>
                    <a:pt x="18748" y="40464"/>
                    <a:pt x="18814" y="40430"/>
                  </a:cubicBezTo>
                  <a:cubicBezTo>
                    <a:pt x="19215" y="40230"/>
                    <a:pt x="19281" y="39696"/>
                    <a:pt x="19014" y="39363"/>
                  </a:cubicBezTo>
                  <a:cubicBezTo>
                    <a:pt x="18914" y="39229"/>
                    <a:pt x="18814" y="39096"/>
                    <a:pt x="18714" y="38962"/>
                  </a:cubicBezTo>
                  <a:cubicBezTo>
                    <a:pt x="18447" y="38696"/>
                    <a:pt x="18180" y="38395"/>
                    <a:pt x="17947" y="38095"/>
                  </a:cubicBezTo>
                  <a:cubicBezTo>
                    <a:pt x="16880" y="36994"/>
                    <a:pt x="16312" y="35527"/>
                    <a:pt x="16312" y="33992"/>
                  </a:cubicBezTo>
                  <a:cubicBezTo>
                    <a:pt x="16279" y="32458"/>
                    <a:pt x="16479" y="30923"/>
                    <a:pt x="16846" y="29422"/>
                  </a:cubicBezTo>
                  <a:cubicBezTo>
                    <a:pt x="17046" y="28655"/>
                    <a:pt x="17347" y="27921"/>
                    <a:pt x="17747" y="27254"/>
                  </a:cubicBezTo>
                  <a:cubicBezTo>
                    <a:pt x="17837" y="27014"/>
                    <a:pt x="18062" y="26882"/>
                    <a:pt x="18300" y="26882"/>
                  </a:cubicBezTo>
                  <a:cubicBezTo>
                    <a:pt x="18327" y="26882"/>
                    <a:pt x="18354" y="26884"/>
                    <a:pt x="18381" y="26887"/>
                  </a:cubicBezTo>
                  <a:cubicBezTo>
                    <a:pt x="18614" y="26920"/>
                    <a:pt x="18881" y="26954"/>
                    <a:pt x="19114" y="27021"/>
                  </a:cubicBezTo>
                  <a:cubicBezTo>
                    <a:pt x="20454" y="27366"/>
                    <a:pt x="21835" y="27530"/>
                    <a:pt x="23213" y="27530"/>
                  </a:cubicBezTo>
                  <a:cubicBezTo>
                    <a:pt x="23963" y="27530"/>
                    <a:pt x="24712" y="27482"/>
                    <a:pt x="25452" y="27387"/>
                  </a:cubicBezTo>
                  <a:cubicBezTo>
                    <a:pt x="27454" y="27187"/>
                    <a:pt x="29455" y="26854"/>
                    <a:pt x="31457" y="26420"/>
                  </a:cubicBezTo>
                  <a:cubicBezTo>
                    <a:pt x="32157" y="26220"/>
                    <a:pt x="32924" y="26120"/>
                    <a:pt x="33658" y="26020"/>
                  </a:cubicBezTo>
                  <a:cubicBezTo>
                    <a:pt x="33756" y="26007"/>
                    <a:pt x="33853" y="26000"/>
                    <a:pt x="33949" y="26000"/>
                  </a:cubicBezTo>
                  <a:cubicBezTo>
                    <a:pt x="34841" y="26000"/>
                    <a:pt x="35659" y="26545"/>
                    <a:pt x="35960" y="27387"/>
                  </a:cubicBezTo>
                  <a:cubicBezTo>
                    <a:pt x="36160" y="27888"/>
                    <a:pt x="36360" y="28355"/>
                    <a:pt x="36527" y="28855"/>
                  </a:cubicBezTo>
                  <a:cubicBezTo>
                    <a:pt x="36961" y="30123"/>
                    <a:pt x="37361" y="31424"/>
                    <a:pt x="37794" y="32725"/>
                  </a:cubicBezTo>
                  <a:cubicBezTo>
                    <a:pt x="38161" y="33992"/>
                    <a:pt x="38595" y="35226"/>
                    <a:pt x="39129" y="36427"/>
                  </a:cubicBezTo>
                  <a:cubicBezTo>
                    <a:pt x="39429" y="37028"/>
                    <a:pt x="39763" y="37561"/>
                    <a:pt x="40196" y="38062"/>
                  </a:cubicBezTo>
                  <a:cubicBezTo>
                    <a:pt x="40530" y="38462"/>
                    <a:pt x="41030" y="38729"/>
                    <a:pt x="41564" y="38829"/>
                  </a:cubicBezTo>
                  <a:cubicBezTo>
                    <a:pt x="41964" y="38904"/>
                    <a:pt x="42364" y="38942"/>
                    <a:pt x="42779" y="38942"/>
                  </a:cubicBezTo>
                  <a:cubicBezTo>
                    <a:pt x="42917" y="38942"/>
                    <a:pt x="43057" y="38937"/>
                    <a:pt x="43198" y="38929"/>
                  </a:cubicBezTo>
                  <a:cubicBezTo>
                    <a:pt x="43699" y="38929"/>
                    <a:pt x="44199" y="38762"/>
                    <a:pt x="44633" y="38529"/>
                  </a:cubicBezTo>
                  <a:cubicBezTo>
                    <a:pt x="44966" y="38395"/>
                    <a:pt x="45166" y="37995"/>
                    <a:pt x="45000" y="37628"/>
                  </a:cubicBezTo>
                  <a:cubicBezTo>
                    <a:pt x="44833" y="37261"/>
                    <a:pt x="44633" y="36894"/>
                    <a:pt x="44433" y="36561"/>
                  </a:cubicBezTo>
                  <a:cubicBezTo>
                    <a:pt x="44132" y="36127"/>
                    <a:pt x="43799" y="35727"/>
                    <a:pt x="43499" y="35293"/>
                  </a:cubicBezTo>
                  <a:cubicBezTo>
                    <a:pt x="42831" y="34359"/>
                    <a:pt x="42464" y="33258"/>
                    <a:pt x="42464" y="32091"/>
                  </a:cubicBezTo>
                  <a:cubicBezTo>
                    <a:pt x="42498" y="31324"/>
                    <a:pt x="42598" y="30556"/>
                    <a:pt x="42798" y="29823"/>
                  </a:cubicBezTo>
                  <a:cubicBezTo>
                    <a:pt x="43232" y="28288"/>
                    <a:pt x="43732" y="26820"/>
                    <a:pt x="44399" y="25353"/>
                  </a:cubicBezTo>
                  <a:cubicBezTo>
                    <a:pt x="44933" y="23918"/>
                    <a:pt x="45600" y="22551"/>
                    <a:pt x="46401" y="21283"/>
                  </a:cubicBezTo>
                  <a:cubicBezTo>
                    <a:pt x="47435" y="19715"/>
                    <a:pt x="48469" y="18214"/>
                    <a:pt x="49503" y="16680"/>
                  </a:cubicBezTo>
                  <a:cubicBezTo>
                    <a:pt x="50037" y="15846"/>
                    <a:pt x="50537" y="14979"/>
                    <a:pt x="51071" y="14145"/>
                  </a:cubicBezTo>
                  <a:lnTo>
                    <a:pt x="51237" y="13878"/>
                  </a:lnTo>
                  <a:cubicBezTo>
                    <a:pt x="52007" y="14166"/>
                    <a:pt x="52821" y="14311"/>
                    <a:pt x="53642" y="14311"/>
                  </a:cubicBezTo>
                  <a:cubicBezTo>
                    <a:pt x="54243" y="14311"/>
                    <a:pt x="54848" y="14233"/>
                    <a:pt x="55440" y="14078"/>
                  </a:cubicBezTo>
                  <a:cubicBezTo>
                    <a:pt x="56141" y="13878"/>
                    <a:pt x="56841" y="13611"/>
                    <a:pt x="57542" y="13344"/>
                  </a:cubicBezTo>
                  <a:cubicBezTo>
                    <a:pt x="58342" y="12977"/>
                    <a:pt x="59243" y="12744"/>
                    <a:pt x="60110" y="12644"/>
                  </a:cubicBezTo>
                  <a:cubicBezTo>
                    <a:pt x="60611" y="12610"/>
                    <a:pt x="61144" y="12610"/>
                    <a:pt x="61611" y="12510"/>
                  </a:cubicBezTo>
                  <a:cubicBezTo>
                    <a:pt x="62078" y="12443"/>
                    <a:pt x="62512" y="12343"/>
                    <a:pt x="62946" y="12177"/>
                  </a:cubicBezTo>
                  <a:cubicBezTo>
                    <a:pt x="63379" y="12010"/>
                    <a:pt x="63546" y="11509"/>
                    <a:pt x="63279" y="11143"/>
                  </a:cubicBezTo>
                  <a:cubicBezTo>
                    <a:pt x="63213" y="11009"/>
                    <a:pt x="63146" y="10876"/>
                    <a:pt x="63046" y="10742"/>
                  </a:cubicBezTo>
                  <a:lnTo>
                    <a:pt x="63046" y="10742"/>
                  </a:lnTo>
                  <a:cubicBezTo>
                    <a:pt x="63246" y="10809"/>
                    <a:pt x="63379" y="10809"/>
                    <a:pt x="63513" y="10876"/>
                  </a:cubicBezTo>
                  <a:cubicBezTo>
                    <a:pt x="63980" y="11076"/>
                    <a:pt x="64447" y="11276"/>
                    <a:pt x="64914" y="11443"/>
                  </a:cubicBezTo>
                  <a:cubicBezTo>
                    <a:pt x="65021" y="11511"/>
                    <a:pt x="65137" y="11542"/>
                    <a:pt x="65250" y="11542"/>
                  </a:cubicBezTo>
                  <a:cubicBezTo>
                    <a:pt x="65525" y="11542"/>
                    <a:pt x="65787" y="11359"/>
                    <a:pt x="65881" y="11076"/>
                  </a:cubicBezTo>
                  <a:cubicBezTo>
                    <a:pt x="66048" y="10709"/>
                    <a:pt x="66081" y="10309"/>
                    <a:pt x="66048" y="9908"/>
                  </a:cubicBezTo>
                  <a:cubicBezTo>
                    <a:pt x="65948" y="9275"/>
                    <a:pt x="65781" y="8674"/>
                    <a:pt x="65481" y="8140"/>
                  </a:cubicBezTo>
                  <a:cubicBezTo>
                    <a:pt x="64814" y="6906"/>
                    <a:pt x="63813" y="5905"/>
                    <a:pt x="62612" y="5238"/>
                  </a:cubicBezTo>
                  <a:cubicBezTo>
                    <a:pt x="61945" y="4838"/>
                    <a:pt x="61278" y="4471"/>
                    <a:pt x="60611" y="4104"/>
                  </a:cubicBezTo>
                  <a:cubicBezTo>
                    <a:pt x="58342" y="2770"/>
                    <a:pt x="55874" y="2303"/>
                    <a:pt x="53306" y="2203"/>
                  </a:cubicBezTo>
                  <a:cubicBezTo>
                    <a:pt x="53122" y="2191"/>
                    <a:pt x="52940" y="2186"/>
                    <a:pt x="52759" y="2186"/>
                  </a:cubicBezTo>
                  <a:cubicBezTo>
                    <a:pt x="51884" y="2186"/>
                    <a:pt x="51032" y="2315"/>
                    <a:pt x="50203" y="2536"/>
                  </a:cubicBezTo>
                  <a:cubicBezTo>
                    <a:pt x="50203" y="2303"/>
                    <a:pt x="50203" y="2103"/>
                    <a:pt x="50203" y="1869"/>
                  </a:cubicBezTo>
                  <a:cubicBezTo>
                    <a:pt x="50137" y="1536"/>
                    <a:pt x="50070" y="1169"/>
                    <a:pt x="49970" y="835"/>
                  </a:cubicBezTo>
                  <a:cubicBezTo>
                    <a:pt x="49770" y="335"/>
                    <a:pt x="49269" y="1"/>
                    <a:pt x="48736" y="1"/>
                  </a:cubicBezTo>
                  <a:cubicBezTo>
                    <a:pt x="48715" y="0"/>
                    <a:pt x="48694" y="0"/>
                    <a:pt x="4867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2" name="Google Shape;1112;p14"/>
            <p:cNvSpPr/>
            <p:nvPr/>
          </p:nvSpPr>
          <p:spPr>
            <a:xfrm>
              <a:off x="2592237" y="1130712"/>
              <a:ext cx="1711992" cy="1221154"/>
            </a:xfrm>
            <a:custGeom>
              <a:avLst/>
              <a:gdLst/>
              <a:ahLst/>
              <a:cxnLst/>
              <a:rect l="l" t="t" r="r" b="b"/>
              <a:pathLst>
                <a:path w="34293" h="24461" extrusionOk="0">
                  <a:moveTo>
                    <a:pt x="18360" y="0"/>
                  </a:moveTo>
                  <a:cubicBezTo>
                    <a:pt x="17222" y="0"/>
                    <a:pt x="16087" y="102"/>
                    <a:pt x="14978" y="307"/>
                  </a:cubicBezTo>
                  <a:cubicBezTo>
                    <a:pt x="13544" y="540"/>
                    <a:pt x="12143" y="1007"/>
                    <a:pt x="10875" y="1674"/>
                  </a:cubicBezTo>
                  <a:cubicBezTo>
                    <a:pt x="9208" y="2575"/>
                    <a:pt x="7640" y="3676"/>
                    <a:pt x="6272" y="4977"/>
                  </a:cubicBezTo>
                  <a:cubicBezTo>
                    <a:pt x="4371" y="6778"/>
                    <a:pt x="2670" y="8779"/>
                    <a:pt x="1569" y="11214"/>
                  </a:cubicBezTo>
                  <a:cubicBezTo>
                    <a:pt x="935" y="12582"/>
                    <a:pt x="468" y="14016"/>
                    <a:pt x="101" y="15484"/>
                  </a:cubicBezTo>
                  <a:cubicBezTo>
                    <a:pt x="1" y="15818"/>
                    <a:pt x="134" y="16185"/>
                    <a:pt x="401" y="16351"/>
                  </a:cubicBezTo>
                  <a:cubicBezTo>
                    <a:pt x="2236" y="17786"/>
                    <a:pt x="4471" y="18586"/>
                    <a:pt x="6772" y="18653"/>
                  </a:cubicBezTo>
                  <a:cubicBezTo>
                    <a:pt x="6918" y="18658"/>
                    <a:pt x="7063" y="18660"/>
                    <a:pt x="7207" y="18660"/>
                  </a:cubicBezTo>
                  <a:cubicBezTo>
                    <a:pt x="8115" y="18660"/>
                    <a:pt x="8986" y="18577"/>
                    <a:pt x="9908" y="18520"/>
                  </a:cubicBezTo>
                  <a:cubicBezTo>
                    <a:pt x="11009" y="18453"/>
                    <a:pt x="12076" y="18353"/>
                    <a:pt x="13144" y="18320"/>
                  </a:cubicBezTo>
                  <a:cubicBezTo>
                    <a:pt x="13744" y="18320"/>
                    <a:pt x="14345" y="18486"/>
                    <a:pt x="14845" y="18887"/>
                  </a:cubicBezTo>
                  <a:cubicBezTo>
                    <a:pt x="15812" y="19520"/>
                    <a:pt x="16546" y="20454"/>
                    <a:pt x="16913" y="21555"/>
                  </a:cubicBezTo>
                  <a:cubicBezTo>
                    <a:pt x="17113" y="22156"/>
                    <a:pt x="17280" y="22756"/>
                    <a:pt x="17380" y="23390"/>
                  </a:cubicBezTo>
                  <a:cubicBezTo>
                    <a:pt x="17513" y="23890"/>
                    <a:pt x="17547" y="23823"/>
                    <a:pt x="17847" y="23924"/>
                  </a:cubicBezTo>
                  <a:cubicBezTo>
                    <a:pt x="19147" y="24264"/>
                    <a:pt x="20476" y="24461"/>
                    <a:pt x="21806" y="24461"/>
                  </a:cubicBezTo>
                  <a:cubicBezTo>
                    <a:pt x="21910" y="24461"/>
                    <a:pt x="22013" y="24460"/>
                    <a:pt x="22117" y="24457"/>
                  </a:cubicBezTo>
                  <a:lnTo>
                    <a:pt x="22350" y="24457"/>
                  </a:lnTo>
                  <a:cubicBezTo>
                    <a:pt x="23451" y="24357"/>
                    <a:pt x="24585" y="24290"/>
                    <a:pt x="25686" y="24157"/>
                  </a:cubicBezTo>
                  <a:cubicBezTo>
                    <a:pt x="27187" y="23957"/>
                    <a:pt x="28688" y="23723"/>
                    <a:pt x="30156" y="23390"/>
                  </a:cubicBezTo>
                  <a:cubicBezTo>
                    <a:pt x="30356" y="23356"/>
                    <a:pt x="30556" y="23223"/>
                    <a:pt x="30656" y="23023"/>
                  </a:cubicBezTo>
                  <a:cubicBezTo>
                    <a:pt x="31624" y="21555"/>
                    <a:pt x="32391" y="19987"/>
                    <a:pt x="32924" y="18286"/>
                  </a:cubicBezTo>
                  <a:cubicBezTo>
                    <a:pt x="33892" y="15217"/>
                    <a:pt x="34292" y="11982"/>
                    <a:pt x="34092" y="8746"/>
                  </a:cubicBezTo>
                  <a:cubicBezTo>
                    <a:pt x="34025" y="6711"/>
                    <a:pt x="33658" y="4676"/>
                    <a:pt x="33025" y="2708"/>
                  </a:cubicBezTo>
                  <a:cubicBezTo>
                    <a:pt x="32891" y="2341"/>
                    <a:pt x="32824" y="2275"/>
                    <a:pt x="32491" y="2275"/>
                  </a:cubicBezTo>
                  <a:cubicBezTo>
                    <a:pt x="31690" y="2241"/>
                    <a:pt x="30956" y="2108"/>
                    <a:pt x="30223" y="1908"/>
                  </a:cubicBezTo>
                  <a:cubicBezTo>
                    <a:pt x="28254" y="1474"/>
                    <a:pt x="26320" y="1041"/>
                    <a:pt x="24385" y="607"/>
                  </a:cubicBezTo>
                  <a:cubicBezTo>
                    <a:pt x="22550" y="240"/>
                    <a:pt x="20682" y="40"/>
                    <a:pt x="18848" y="6"/>
                  </a:cubicBezTo>
                  <a:cubicBezTo>
                    <a:pt x="18685" y="2"/>
                    <a:pt x="18522" y="0"/>
                    <a:pt x="183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3" name="Google Shape;1113;p14"/>
            <p:cNvSpPr/>
            <p:nvPr/>
          </p:nvSpPr>
          <p:spPr>
            <a:xfrm>
              <a:off x="4763756" y="1071154"/>
              <a:ext cx="204882" cy="178123"/>
            </a:xfrm>
            <a:custGeom>
              <a:avLst/>
              <a:gdLst/>
              <a:ahLst/>
              <a:cxnLst/>
              <a:rect l="l" t="t" r="r" b="b"/>
              <a:pathLst>
                <a:path w="4104" h="3568" extrusionOk="0">
                  <a:moveTo>
                    <a:pt x="1039" y="0"/>
                  </a:moveTo>
                  <a:cubicBezTo>
                    <a:pt x="669" y="0"/>
                    <a:pt x="299" y="140"/>
                    <a:pt x="1" y="399"/>
                  </a:cubicBezTo>
                  <a:lnTo>
                    <a:pt x="234" y="399"/>
                  </a:lnTo>
                  <a:cubicBezTo>
                    <a:pt x="968" y="399"/>
                    <a:pt x="1669" y="732"/>
                    <a:pt x="2102" y="1300"/>
                  </a:cubicBezTo>
                  <a:cubicBezTo>
                    <a:pt x="2669" y="1933"/>
                    <a:pt x="3170" y="2600"/>
                    <a:pt x="3603" y="3334"/>
                  </a:cubicBezTo>
                  <a:cubicBezTo>
                    <a:pt x="3670" y="3401"/>
                    <a:pt x="3703" y="3501"/>
                    <a:pt x="3770" y="3568"/>
                  </a:cubicBezTo>
                  <a:cubicBezTo>
                    <a:pt x="4104" y="3501"/>
                    <a:pt x="4104" y="3301"/>
                    <a:pt x="4004" y="3101"/>
                  </a:cubicBezTo>
                  <a:cubicBezTo>
                    <a:pt x="3770" y="2367"/>
                    <a:pt x="3403" y="1700"/>
                    <a:pt x="2936" y="1099"/>
                  </a:cubicBezTo>
                  <a:cubicBezTo>
                    <a:pt x="2636" y="732"/>
                    <a:pt x="2236" y="399"/>
                    <a:pt x="1769" y="199"/>
                  </a:cubicBezTo>
                  <a:cubicBezTo>
                    <a:pt x="1540" y="64"/>
                    <a:pt x="1289" y="0"/>
                    <a:pt x="10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4" name="Google Shape;1114;p14"/>
            <p:cNvSpPr/>
            <p:nvPr/>
          </p:nvSpPr>
          <p:spPr>
            <a:xfrm>
              <a:off x="4976924" y="977799"/>
              <a:ext cx="64999" cy="148270"/>
            </a:xfrm>
            <a:custGeom>
              <a:avLst/>
              <a:gdLst/>
              <a:ahLst/>
              <a:cxnLst/>
              <a:rect l="l" t="t" r="r" b="b"/>
              <a:pathLst>
                <a:path w="1302" h="2970" extrusionOk="0">
                  <a:moveTo>
                    <a:pt x="0" y="1"/>
                  </a:moveTo>
                  <a:cubicBezTo>
                    <a:pt x="567" y="935"/>
                    <a:pt x="634" y="1969"/>
                    <a:pt x="801" y="2969"/>
                  </a:cubicBezTo>
                  <a:cubicBezTo>
                    <a:pt x="1301" y="2903"/>
                    <a:pt x="1301" y="2869"/>
                    <a:pt x="1301" y="2536"/>
                  </a:cubicBezTo>
                  <a:cubicBezTo>
                    <a:pt x="1301" y="2269"/>
                    <a:pt x="1301" y="2035"/>
                    <a:pt x="1268" y="1802"/>
                  </a:cubicBezTo>
                  <a:cubicBezTo>
                    <a:pt x="1235" y="1435"/>
                    <a:pt x="1135" y="1101"/>
                    <a:pt x="1034" y="734"/>
                  </a:cubicBezTo>
                  <a:cubicBezTo>
                    <a:pt x="868" y="301"/>
                    <a:pt x="467" y="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5" name="Google Shape;1115;p14"/>
            <p:cNvSpPr/>
            <p:nvPr/>
          </p:nvSpPr>
          <p:spPr>
            <a:xfrm>
              <a:off x="5143465" y="1550660"/>
              <a:ext cx="559581" cy="138735"/>
            </a:xfrm>
            <a:custGeom>
              <a:avLst/>
              <a:gdLst/>
              <a:ahLst/>
              <a:cxnLst/>
              <a:rect l="l" t="t" r="r" b="b"/>
              <a:pathLst>
                <a:path w="11209" h="2779" extrusionOk="0">
                  <a:moveTo>
                    <a:pt x="11141" y="0"/>
                  </a:moveTo>
                  <a:lnTo>
                    <a:pt x="8273" y="167"/>
                  </a:lnTo>
                  <a:cubicBezTo>
                    <a:pt x="7205" y="201"/>
                    <a:pt x="6171" y="501"/>
                    <a:pt x="5204" y="968"/>
                  </a:cubicBezTo>
                  <a:cubicBezTo>
                    <a:pt x="4837" y="1135"/>
                    <a:pt x="4470" y="1301"/>
                    <a:pt x="4103" y="1502"/>
                  </a:cubicBezTo>
                  <a:cubicBezTo>
                    <a:pt x="3236" y="1969"/>
                    <a:pt x="2268" y="2269"/>
                    <a:pt x="1301" y="2369"/>
                  </a:cubicBezTo>
                  <a:lnTo>
                    <a:pt x="0" y="2502"/>
                  </a:lnTo>
                  <a:cubicBezTo>
                    <a:pt x="67" y="2636"/>
                    <a:pt x="67" y="2636"/>
                    <a:pt x="100" y="2636"/>
                  </a:cubicBezTo>
                  <a:cubicBezTo>
                    <a:pt x="134" y="2669"/>
                    <a:pt x="167" y="2669"/>
                    <a:pt x="234" y="2669"/>
                  </a:cubicBezTo>
                  <a:cubicBezTo>
                    <a:pt x="624" y="2744"/>
                    <a:pt x="1029" y="2779"/>
                    <a:pt x="1434" y="2779"/>
                  </a:cubicBezTo>
                  <a:cubicBezTo>
                    <a:pt x="1929" y="2779"/>
                    <a:pt x="2426" y="2727"/>
                    <a:pt x="2902" y="2636"/>
                  </a:cubicBezTo>
                  <a:cubicBezTo>
                    <a:pt x="3736" y="2469"/>
                    <a:pt x="4503" y="2169"/>
                    <a:pt x="5271" y="1802"/>
                  </a:cubicBezTo>
                  <a:cubicBezTo>
                    <a:pt x="6271" y="1335"/>
                    <a:pt x="7372" y="1068"/>
                    <a:pt x="8473" y="1068"/>
                  </a:cubicBezTo>
                  <a:cubicBezTo>
                    <a:pt x="9107" y="1068"/>
                    <a:pt x="9707" y="1001"/>
                    <a:pt x="10307" y="834"/>
                  </a:cubicBezTo>
                  <a:cubicBezTo>
                    <a:pt x="10574" y="734"/>
                    <a:pt x="10774" y="601"/>
                    <a:pt x="11008" y="434"/>
                  </a:cubicBezTo>
                  <a:cubicBezTo>
                    <a:pt x="11141" y="367"/>
                    <a:pt x="11208" y="167"/>
                    <a:pt x="111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6" name="Google Shape;1116;p14"/>
            <p:cNvSpPr/>
            <p:nvPr/>
          </p:nvSpPr>
          <p:spPr>
            <a:xfrm>
              <a:off x="4893654" y="979447"/>
              <a:ext cx="56662" cy="195946"/>
            </a:xfrm>
            <a:custGeom>
              <a:avLst/>
              <a:gdLst/>
              <a:ahLst/>
              <a:cxnLst/>
              <a:rect l="l" t="t" r="r" b="b"/>
              <a:pathLst>
                <a:path w="1135" h="3925" extrusionOk="0">
                  <a:moveTo>
                    <a:pt x="1101" y="1"/>
                  </a:moveTo>
                  <a:cubicBezTo>
                    <a:pt x="568" y="34"/>
                    <a:pt x="134" y="435"/>
                    <a:pt x="67" y="935"/>
                  </a:cubicBezTo>
                  <a:cubicBezTo>
                    <a:pt x="1" y="1435"/>
                    <a:pt x="1" y="1902"/>
                    <a:pt x="67" y="2403"/>
                  </a:cubicBezTo>
                  <a:cubicBezTo>
                    <a:pt x="167" y="2836"/>
                    <a:pt x="301" y="3270"/>
                    <a:pt x="468" y="3704"/>
                  </a:cubicBezTo>
                  <a:cubicBezTo>
                    <a:pt x="491" y="3823"/>
                    <a:pt x="583" y="3925"/>
                    <a:pt x="731" y="3925"/>
                  </a:cubicBezTo>
                  <a:cubicBezTo>
                    <a:pt x="790" y="3925"/>
                    <a:pt x="858" y="3908"/>
                    <a:pt x="935" y="3870"/>
                  </a:cubicBezTo>
                  <a:cubicBezTo>
                    <a:pt x="901" y="3537"/>
                    <a:pt x="901" y="3203"/>
                    <a:pt x="868" y="2870"/>
                  </a:cubicBezTo>
                  <a:cubicBezTo>
                    <a:pt x="768" y="1936"/>
                    <a:pt x="701" y="1002"/>
                    <a:pt x="1101" y="101"/>
                  </a:cubicBezTo>
                  <a:cubicBezTo>
                    <a:pt x="1135" y="68"/>
                    <a:pt x="1101" y="34"/>
                    <a:pt x="11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7" name="Google Shape;1117;p14"/>
            <p:cNvSpPr/>
            <p:nvPr/>
          </p:nvSpPr>
          <p:spPr>
            <a:xfrm>
              <a:off x="4670501" y="1167655"/>
              <a:ext cx="96650" cy="169886"/>
            </a:xfrm>
            <a:custGeom>
              <a:avLst/>
              <a:gdLst/>
              <a:ahLst/>
              <a:cxnLst/>
              <a:rect l="l" t="t" r="r" b="b"/>
              <a:pathLst>
                <a:path w="1936" h="3403" extrusionOk="0">
                  <a:moveTo>
                    <a:pt x="1435" y="0"/>
                  </a:moveTo>
                  <a:lnTo>
                    <a:pt x="34" y="334"/>
                  </a:lnTo>
                  <a:lnTo>
                    <a:pt x="1" y="434"/>
                  </a:lnTo>
                  <a:cubicBezTo>
                    <a:pt x="601" y="634"/>
                    <a:pt x="768" y="1134"/>
                    <a:pt x="968" y="1668"/>
                  </a:cubicBezTo>
                  <a:cubicBezTo>
                    <a:pt x="1001" y="1868"/>
                    <a:pt x="1068" y="2068"/>
                    <a:pt x="1135" y="2269"/>
                  </a:cubicBezTo>
                  <a:cubicBezTo>
                    <a:pt x="1268" y="2569"/>
                    <a:pt x="1468" y="2869"/>
                    <a:pt x="1635" y="3203"/>
                  </a:cubicBezTo>
                  <a:cubicBezTo>
                    <a:pt x="1702" y="3269"/>
                    <a:pt x="1769" y="3336"/>
                    <a:pt x="1869" y="3403"/>
                  </a:cubicBezTo>
                  <a:lnTo>
                    <a:pt x="1935" y="3336"/>
                  </a:lnTo>
                  <a:lnTo>
                    <a:pt x="143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8" name="Google Shape;1118;p14"/>
            <p:cNvSpPr/>
            <p:nvPr/>
          </p:nvSpPr>
          <p:spPr>
            <a:xfrm>
              <a:off x="3921118" y="1362852"/>
              <a:ext cx="80026" cy="38191"/>
            </a:xfrm>
            <a:custGeom>
              <a:avLst/>
              <a:gdLst/>
              <a:ahLst/>
              <a:cxnLst/>
              <a:rect l="l" t="t" r="r" b="b"/>
              <a:pathLst>
                <a:path w="1603" h="765" extrusionOk="0">
                  <a:moveTo>
                    <a:pt x="437" y="1"/>
                  </a:moveTo>
                  <a:cubicBezTo>
                    <a:pt x="325" y="1"/>
                    <a:pt x="213" y="9"/>
                    <a:pt x="101" y="26"/>
                  </a:cubicBezTo>
                  <a:cubicBezTo>
                    <a:pt x="68" y="127"/>
                    <a:pt x="34" y="227"/>
                    <a:pt x="68" y="327"/>
                  </a:cubicBezTo>
                  <a:cubicBezTo>
                    <a:pt x="1" y="460"/>
                    <a:pt x="101" y="627"/>
                    <a:pt x="234" y="660"/>
                  </a:cubicBezTo>
                  <a:cubicBezTo>
                    <a:pt x="431" y="732"/>
                    <a:pt x="637" y="765"/>
                    <a:pt x="843" y="765"/>
                  </a:cubicBezTo>
                  <a:cubicBezTo>
                    <a:pt x="1021" y="765"/>
                    <a:pt x="1198" y="740"/>
                    <a:pt x="1369" y="694"/>
                  </a:cubicBezTo>
                  <a:cubicBezTo>
                    <a:pt x="1602" y="627"/>
                    <a:pt x="1602" y="293"/>
                    <a:pt x="1369" y="193"/>
                  </a:cubicBezTo>
                  <a:cubicBezTo>
                    <a:pt x="1072" y="70"/>
                    <a:pt x="756" y="1"/>
                    <a:pt x="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9" name="Google Shape;1119;p14"/>
            <p:cNvSpPr/>
            <p:nvPr/>
          </p:nvSpPr>
          <p:spPr>
            <a:xfrm>
              <a:off x="3854522" y="1292261"/>
              <a:ext cx="55015" cy="33698"/>
            </a:xfrm>
            <a:custGeom>
              <a:avLst/>
              <a:gdLst/>
              <a:ahLst/>
              <a:cxnLst/>
              <a:rect l="l" t="t" r="r" b="b"/>
              <a:pathLst>
                <a:path w="1102" h="675" extrusionOk="0">
                  <a:moveTo>
                    <a:pt x="189" y="0"/>
                  </a:moveTo>
                  <a:cubicBezTo>
                    <a:pt x="72" y="0"/>
                    <a:pt x="1" y="93"/>
                    <a:pt x="1" y="240"/>
                  </a:cubicBezTo>
                  <a:cubicBezTo>
                    <a:pt x="1" y="340"/>
                    <a:pt x="1" y="473"/>
                    <a:pt x="1" y="573"/>
                  </a:cubicBezTo>
                  <a:cubicBezTo>
                    <a:pt x="195" y="638"/>
                    <a:pt x="402" y="675"/>
                    <a:pt x="606" y="675"/>
                  </a:cubicBezTo>
                  <a:cubicBezTo>
                    <a:pt x="718" y="675"/>
                    <a:pt x="828" y="664"/>
                    <a:pt x="935" y="640"/>
                  </a:cubicBezTo>
                  <a:cubicBezTo>
                    <a:pt x="1001" y="640"/>
                    <a:pt x="1068" y="573"/>
                    <a:pt x="1101" y="473"/>
                  </a:cubicBezTo>
                  <a:cubicBezTo>
                    <a:pt x="1101" y="406"/>
                    <a:pt x="1068" y="340"/>
                    <a:pt x="1001" y="273"/>
                  </a:cubicBezTo>
                  <a:cubicBezTo>
                    <a:pt x="768" y="173"/>
                    <a:pt x="534" y="106"/>
                    <a:pt x="334" y="39"/>
                  </a:cubicBezTo>
                  <a:cubicBezTo>
                    <a:pt x="281" y="13"/>
                    <a:pt x="232" y="0"/>
                    <a:pt x="1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0" name="Google Shape;1120;p14"/>
            <p:cNvSpPr/>
            <p:nvPr/>
          </p:nvSpPr>
          <p:spPr>
            <a:xfrm>
              <a:off x="3641353" y="1998615"/>
              <a:ext cx="53367" cy="33798"/>
            </a:xfrm>
            <a:custGeom>
              <a:avLst/>
              <a:gdLst/>
              <a:ahLst/>
              <a:cxnLst/>
              <a:rect l="l" t="t" r="r" b="b"/>
              <a:pathLst>
                <a:path w="1069" h="677" extrusionOk="0">
                  <a:moveTo>
                    <a:pt x="335" y="1"/>
                  </a:moveTo>
                  <a:cubicBezTo>
                    <a:pt x="134" y="1"/>
                    <a:pt x="1" y="101"/>
                    <a:pt x="1" y="301"/>
                  </a:cubicBezTo>
                  <a:lnTo>
                    <a:pt x="1" y="668"/>
                  </a:lnTo>
                  <a:cubicBezTo>
                    <a:pt x="58" y="673"/>
                    <a:pt x="115" y="676"/>
                    <a:pt x="172" y="676"/>
                  </a:cubicBezTo>
                  <a:cubicBezTo>
                    <a:pt x="447" y="676"/>
                    <a:pt x="714" y="611"/>
                    <a:pt x="935" y="501"/>
                  </a:cubicBezTo>
                  <a:cubicBezTo>
                    <a:pt x="1035" y="434"/>
                    <a:pt x="1068" y="334"/>
                    <a:pt x="1068" y="267"/>
                  </a:cubicBezTo>
                  <a:cubicBezTo>
                    <a:pt x="1035" y="167"/>
                    <a:pt x="968" y="101"/>
                    <a:pt x="868" y="67"/>
                  </a:cubicBezTo>
                  <a:cubicBezTo>
                    <a:pt x="701" y="34"/>
                    <a:pt x="501" y="1"/>
                    <a:pt x="3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1" name="Google Shape;1121;p14"/>
            <p:cNvSpPr/>
            <p:nvPr/>
          </p:nvSpPr>
          <p:spPr>
            <a:xfrm>
              <a:off x="3703007" y="1939607"/>
              <a:ext cx="60007" cy="30752"/>
            </a:xfrm>
            <a:custGeom>
              <a:avLst/>
              <a:gdLst/>
              <a:ahLst/>
              <a:cxnLst/>
              <a:rect l="l" t="t" r="r" b="b"/>
              <a:pathLst>
                <a:path w="1202" h="616" extrusionOk="0">
                  <a:moveTo>
                    <a:pt x="935" y="0"/>
                  </a:moveTo>
                  <a:cubicBezTo>
                    <a:pt x="760" y="0"/>
                    <a:pt x="589" y="15"/>
                    <a:pt x="434" y="15"/>
                  </a:cubicBezTo>
                  <a:cubicBezTo>
                    <a:pt x="67" y="82"/>
                    <a:pt x="0" y="215"/>
                    <a:pt x="100" y="615"/>
                  </a:cubicBezTo>
                  <a:cubicBezTo>
                    <a:pt x="701" y="615"/>
                    <a:pt x="1068" y="449"/>
                    <a:pt x="1201" y="15"/>
                  </a:cubicBezTo>
                  <a:cubicBezTo>
                    <a:pt x="1112" y="4"/>
                    <a:pt x="1023" y="0"/>
                    <a:pt x="9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2" name="Google Shape;1122;p14"/>
            <p:cNvSpPr/>
            <p:nvPr/>
          </p:nvSpPr>
          <p:spPr>
            <a:xfrm>
              <a:off x="2810397" y="1595641"/>
              <a:ext cx="46678" cy="73286"/>
            </a:xfrm>
            <a:custGeom>
              <a:avLst/>
              <a:gdLst/>
              <a:ahLst/>
              <a:cxnLst/>
              <a:rect l="l" t="t" r="r" b="b"/>
              <a:pathLst>
                <a:path w="935" h="1468" extrusionOk="0">
                  <a:moveTo>
                    <a:pt x="935" y="0"/>
                  </a:moveTo>
                  <a:lnTo>
                    <a:pt x="935" y="0"/>
                  </a:lnTo>
                  <a:cubicBezTo>
                    <a:pt x="701" y="300"/>
                    <a:pt x="401" y="601"/>
                    <a:pt x="201" y="867"/>
                  </a:cubicBezTo>
                  <a:cubicBezTo>
                    <a:pt x="1" y="1134"/>
                    <a:pt x="1" y="1134"/>
                    <a:pt x="268" y="1468"/>
                  </a:cubicBezTo>
                  <a:cubicBezTo>
                    <a:pt x="668" y="1068"/>
                    <a:pt x="901" y="567"/>
                    <a:pt x="9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3" name="Google Shape;1123;p14"/>
            <p:cNvSpPr/>
            <p:nvPr/>
          </p:nvSpPr>
          <p:spPr>
            <a:xfrm>
              <a:off x="5737939" y="1403039"/>
              <a:ext cx="41685" cy="49024"/>
            </a:xfrm>
            <a:custGeom>
              <a:avLst/>
              <a:gdLst/>
              <a:ahLst/>
              <a:cxnLst/>
              <a:rect l="l" t="t" r="r" b="b"/>
              <a:pathLst>
                <a:path w="835" h="982" extrusionOk="0">
                  <a:moveTo>
                    <a:pt x="639" y="0"/>
                  </a:moveTo>
                  <a:cubicBezTo>
                    <a:pt x="591" y="0"/>
                    <a:pt x="540" y="16"/>
                    <a:pt x="501" y="55"/>
                  </a:cubicBezTo>
                  <a:cubicBezTo>
                    <a:pt x="301" y="222"/>
                    <a:pt x="167" y="422"/>
                    <a:pt x="1" y="622"/>
                  </a:cubicBezTo>
                  <a:cubicBezTo>
                    <a:pt x="194" y="864"/>
                    <a:pt x="341" y="981"/>
                    <a:pt x="460" y="981"/>
                  </a:cubicBezTo>
                  <a:cubicBezTo>
                    <a:pt x="587" y="981"/>
                    <a:pt x="682" y="848"/>
                    <a:pt x="768" y="589"/>
                  </a:cubicBezTo>
                  <a:cubicBezTo>
                    <a:pt x="801" y="489"/>
                    <a:pt x="835" y="389"/>
                    <a:pt x="835" y="289"/>
                  </a:cubicBezTo>
                  <a:cubicBezTo>
                    <a:pt x="835" y="189"/>
                    <a:pt x="801" y="89"/>
                    <a:pt x="734" y="22"/>
                  </a:cubicBezTo>
                  <a:cubicBezTo>
                    <a:pt x="707" y="8"/>
                    <a:pt x="673" y="0"/>
                    <a:pt x="639" y="0"/>
                  </a:cubicBezTo>
                  <a:close/>
                </a:path>
              </a:pathLst>
            </a:custGeom>
            <a:solidFill>
              <a:srgbClr val="4C436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4" name="Google Shape;1124;p14"/>
            <p:cNvSpPr/>
            <p:nvPr/>
          </p:nvSpPr>
          <p:spPr>
            <a:xfrm>
              <a:off x="3992756" y="1300249"/>
              <a:ext cx="71639" cy="22315"/>
            </a:xfrm>
            <a:custGeom>
              <a:avLst/>
              <a:gdLst/>
              <a:ahLst/>
              <a:cxnLst/>
              <a:rect l="l" t="t" r="r" b="b"/>
              <a:pathLst>
                <a:path w="1435" h="447" extrusionOk="0">
                  <a:moveTo>
                    <a:pt x="535" y="1"/>
                  </a:moveTo>
                  <a:cubicBezTo>
                    <a:pt x="437" y="1"/>
                    <a:pt x="336" y="5"/>
                    <a:pt x="234" y="13"/>
                  </a:cubicBezTo>
                  <a:cubicBezTo>
                    <a:pt x="0" y="13"/>
                    <a:pt x="0" y="180"/>
                    <a:pt x="0" y="413"/>
                  </a:cubicBezTo>
                  <a:cubicBezTo>
                    <a:pt x="145" y="435"/>
                    <a:pt x="293" y="447"/>
                    <a:pt x="443" y="447"/>
                  </a:cubicBezTo>
                  <a:cubicBezTo>
                    <a:pt x="742" y="447"/>
                    <a:pt x="1045" y="402"/>
                    <a:pt x="1335" y="313"/>
                  </a:cubicBezTo>
                  <a:cubicBezTo>
                    <a:pt x="1368" y="313"/>
                    <a:pt x="1401" y="246"/>
                    <a:pt x="1435" y="146"/>
                  </a:cubicBezTo>
                  <a:cubicBezTo>
                    <a:pt x="1154" y="44"/>
                    <a:pt x="855" y="1"/>
                    <a:pt x="5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5" name="Google Shape;1125;p14"/>
            <p:cNvSpPr/>
            <p:nvPr/>
          </p:nvSpPr>
          <p:spPr>
            <a:xfrm>
              <a:off x="5689664" y="1350820"/>
              <a:ext cx="48325" cy="56662"/>
            </a:xfrm>
            <a:custGeom>
              <a:avLst/>
              <a:gdLst/>
              <a:ahLst/>
              <a:cxnLst/>
              <a:rect l="l" t="t" r="r" b="b"/>
              <a:pathLst>
                <a:path w="968" h="1135" extrusionOk="0">
                  <a:moveTo>
                    <a:pt x="767" y="1"/>
                  </a:moveTo>
                  <a:cubicBezTo>
                    <a:pt x="601" y="167"/>
                    <a:pt x="434" y="334"/>
                    <a:pt x="267" y="501"/>
                  </a:cubicBezTo>
                  <a:cubicBezTo>
                    <a:pt x="0" y="835"/>
                    <a:pt x="67" y="968"/>
                    <a:pt x="501" y="1135"/>
                  </a:cubicBezTo>
                  <a:cubicBezTo>
                    <a:pt x="834" y="734"/>
                    <a:pt x="968" y="267"/>
                    <a:pt x="767" y="1"/>
                  </a:cubicBezTo>
                  <a:close/>
                </a:path>
              </a:pathLst>
            </a:custGeom>
            <a:solidFill>
              <a:srgbClr val="4C436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6" name="Google Shape;1126;p14"/>
            <p:cNvSpPr/>
            <p:nvPr/>
          </p:nvSpPr>
          <p:spPr>
            <a:xfrm>
              <a:off x="2847040" y="1620602"/>
              <a:ext cx="46678" cy="61654"/>
            </a:xfrm>
            <a:custGeom>
              <a:avLst/>
              <a:gdLst/>
              <a:ahLst/>
              <a:cxnLst/>
              <a:rect l="l" t="t" r="r" b="b"/>
              <a:pathLst>
                <a:path w="935" h="1235" extrusionOk="0">
                  <a:moveTo>
                    <a:pt x="935" y="0"/>
                  </a:moveTo>
                  <a:lnTo>
                    <a:pt x="935" y="0"/>
                  </a:lnTo>
                  <a:cubicBezTo>
                    <a:pt x="668" y="201"/>
                    <a:pt x="468" y="401"/>
                    <a:pt x="267" y="601"/>
                  </a:cubicBezTo>
                  <a:cubicBezTo>
                    <a:pt x="1" y="868"/>
                    <a:pt x="1" y="901"/>
                    <a:pt x="301" y="1235"/>
                  </a:cubicBezTo>
                  <a:cubicBezTo>
                    <a:pt x="668" y="934"/>
                    <a:pt x="935" y="501"/>
                    <a:pt x="9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7" name="Google Shape;1127;p14"/>
            <p:cNvSpPr/>
            <p:nvPr/>
          </p:nvSpPr>
          <p:spPr>
            <a:xfrm>
              <a:off x="3764611" y="1988631"/>
              <a:ext cx="51670" cy="34996"/>
            </a:xfrm>
            <a:custGeom>
              <a:avLst/>
              <a:gdLst/>
              <a:ahLst/>
              <a:cxnLst/>
              <a:rect l="l" t="t" r="r" b="b"/>
              <a:pathLst>
                <a:path w="1035" h="701" extrusionOk="0">
                  <a:moveTo>
                    <a:pt x="1034" y="0"/>
                  </a:moveTo>
                  <a:lnTo>
                    <a:pt x="501" y="34"/>
                  </a:lnTo>
                  <a:cubicBezTo>
                    <a:pt x="34" y="100"/>
                    <a:pt x="0" y="167"/>
                    <a:pt x="34" y="701"/>
                  </a:cubicBezTo>
                  <a:cubicBezTo>
                    <a:pt x="367" y="668"/>
                    <a:pt x="668" y="501"/>
                    <a:pt x="934" y="267"/>
                  </a:cubicBezTo>
                  <a:cubicBezTo>
                    <a:pt x="968" y="234"/>
                    <a:pt x="1001" y="134"/>
                    <a:pt x="10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8" name="Google Shape;1128;p14"/>
            <p:cNvSpPr/>
            <p:nvPr/>
          </p:nvSpPr>
          <p:spPr>
            <a:xfrm>
              <a:off x="2908644" y="1533986"/>
              <a:ext cx="46678" cy="50022"/>
            </a:xfrm>
            <a:custGeom>
              <a:avLst/>
              <a:gdLst/>
              <a:ahLst/>
              <a:cxnLst/>
              <a:rect l="l" t="t" r="r" b="b"/>
              <a:pathLst>
                <a:path w="935" h="1002" extrusionOk="0">
                  <a:moveTo>
                    <a:pt x="801" y="1"/>
                  </a:moveTo>
                  <a:cubicBezTo>
                    <a:pt x="601" y="134"/>
                    <a:pt x="401" y="268"/>
                    <a:pt x="234" y="401"/>
                  </a:cubicBezTo>
                  <a:cubicBezTo>
                    <a:pt x="1" y="601"/>
                    <a:pt x="1" y="635"/>
                    <a:pt x="234" y="1002"/>
                  </a:cubicBezTo>
                  <a:cubicBezTo>
                    <a:pt x="535" y="801"/>
                    <a:pt x="768" y="535"/>
                    <a:pt x="935" y="201"/>
                  </a:cubicBezTo>
                  <a:cubicBezTo>
                    <a:pt x="935" y="168"/>
                    <a:pt x="868" y="101"/>
                    <a:pt x="8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9" name="Google Shape;1129;p14"/>
            <p:cNvSpPr/>
            <p:nvPr/>
          </p:nvSpPr>
          <p:spPr>
            <a:xfrm>
              <a:off x="5648029" y="1325859"/>
              <a:ext cx="36693" cy="49972"/>
            </a:xfrm>
            <a:custGeom>
              <a:avLst/>
              <a:gdLst/>
              <a:ahLst/>
              <a:cxnLst/>
              <a:rect l="l" t="t" r="r" b="b"/>
              <a:pathLst>
                <a:path w="735" h="1001" extrusionOk="0">
                  <a:moveTo>
                    <a:pt x="701" y="0"/>
                  </a:moveTo>
                  <a:lnTo>
                    <a:pt x="701" y="0"/>
                  </a:lnTo>
                  <a:cubicBezTo>
                    <a:pt x="534" y="167"/>
                    <a:pt x="367" y="300"/>
                    <a:pt x="267" y="434"/>
                  </a:cubicBezTo>
                  <a:cubicBezTo>
                    <a:pt x="0" y="734"/>
                    <a:pt x="0" y="767"/>
                    <a:pt x="434" y="1001"/>
                  </a:cubicBezTo>
                  <a:cubicBezTo>
                    <a:pt x="634" y="701"/>
                    <a:pt x="734" y="367"/>
                    <a:pt x="701" y="0"/>
                  </a:cubicBezTo>
                  <a:close/>
                </a:path>
              </a:pathLst>
            </a:custGeom>
            <a:solidFill>
              <a:srgbClr val="4C436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0" name="Google Shape;1130;p14"/>
            <p:cNvSpPr/>
            <p:nvPr/>
          </p:nvSpPr>
          <p:spPr>
            <a:xfrm>
              <a:off x="4520634" y="1292211"/>
              <a:ext cx="61654" cy="33698"/>
            </a:xfrm>
            <a:custGeom>
              <a:avLst/>
              <a:gdLst/>
              <a:ahLst/>
              <a:cxnLst/>
              <a:rect l="l" t="t" r="r" b="b"/>
              <a:pathLst>
                <a:path w="1235" h="675" extrusionOk="0">
                  <a:moveTo>
                    <a:pt x="985" y="1"/>
                  </a:moveTo>
                  <a:cubicBezTo>
                    <a:pt x="969" y="1"/>
                    <a:pt x="952" y="3"/>
                    <a:pt x="935" y="7"/>
                  </a:cubicBezTo>
                  <a:cubicBezTo>
                    <a:pt x="668" y="107"/>
                    <a:pt x="401" y="207"/>
                    <a:pt x="134" y="341"/>
                  </a:cubicBezTo>
                  <a:cubicBezTo>
                    <a:pt x="1" y="441"/>
                    <a:pt x="67" y="641"/>
                    <a:pt x="234" y="674"/>
                  </a:cubicBezTo>
                  <a:lnTo>
                    <a:pt x="601" y="674"/>
                  </a:lnTo>
                  <a:cubicBezTo>
                    <a:pt x="734" y="674"/>
                    <a:pt x="868" y="674"/>
                    <a:pt x="1001" y="641"/>
                  </a:cubicBezTo>
                  <a:cubicBezTo>
                    <a:pt x="1168" y="608"/>
                    <a:pt x="1235" y="407"/>
                    <a:pt x="1168" y="207"/>
                  </a:cubicBezTo>
                  <a:cubicBezTo>
                    <a:pt x="1168" y="91"/>
                    <a:pt x="1093" y="1"/>
                    <a:pt x="9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p14"/>
            <p:cNvSpPr/>
            <p:nvPr/>
          </p:nvSpPr>
          <p:spPr>
            <a:xfrm>
              <a:off x="4429027" y="1307538"/>
              <a:ext cx="53367" cy="27907"/>
            </a:xfrm>
            <a:custGeom>
              <a:avLst/>
              <a:gdLst/>
              <a:ahLst/>
              <a:cxnLst/>
              <a:rect l="l" t="t" r="r" b="b"/>
              <a:pathLst>
                <a:path w="1069" h="559" extrusionOk="0">
                  <a:moveTo>
                    <a:pt x="701" y="0"/>
                  </a:moveTo>
                  <a:cubicBezTo>
                    <a:pt x="535" y="34"/>
                    <a:pt x="368" y="100"/>
                    <a:pt x="201" y="200"/>
                  </a:cubicBezTo>
                  <a:cubicBezTo>
                    <a:pt x="134" y="234"/>
                    <a:pt x="68" y="367"/>
                    <a:pt x="1" y="501"/>
                  </a:cubicBezTo>
                  <a:cubicBezTo>
                    <a:pt x="106" y="540"/>
                    <a:pt x="222" y="559"/>
                    <a:pt x="340" y="559"/>
                  </a:cubicBezTo>
                  <a:cubicBezTo>
                    <a:pt x="521" y="559"/>
                    <a:pt x="707" y="515"/>
                    <a:pt x="868" y="434"/>
                  </a:cubicBezTo>
                  <a:cubicBezTo>
                    <a:pt x="1002" y="367"/>
                    <a:pt x="1068" y="200"/>
                    <a:pt x="1002" y="67"/>
                  </a:cubicBezTo>
                  <a:cubicBezTo>
                    <a:pt x="968" y="0"/>
                    <a:pt x="801" y="0"/>
                    <a:pt x="7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2" name="Google Shape;1132;p14"/>
            <p:cNvSpPr/>
            <p:nvPr/>
          </p:nvSpPr>
          <p:spPr>
            <a:xfrm>
              <a:off x="4460678" y="1365747"/>
              <a:ext cx="45030" cy="24063"/>
            </a:xfrm>
            <a:custGeom>
              <a:avLst/>
              <a:gdLst/>
              <a:ahLst/>
              <a:cxnLst/>
              <a:rect l="l" t="t" r="r" b="b"/>
              <a:pathLst>
                <a:path w="902" h="482" extrusionOk="0">
                  <a:moveTo>
                    <a:pt x="555" y="0"/>
                  </a:moveTo>
                  <a:cubicBezTo>
                    <a:pt x="406" y="0"/>
                    <a:pt x="263" y="37"/>
                    <a:pt x="134" y="102"/>
                  </a:cubicBezTo>
                  <a:cubicBezTo>
                    <a:pt x="34" y="169"/>
                    <a:pt x="1" y="335"/>
                    <a:pt x="134" y="402"/>
                  </a:cubicBezTo>
                  <a:cubicBezTo>
                    <a:pt x="256" y="451"/>
                    <a:pt x="396" y="482"/>
                    <a:pt x="541" y="482"/>
                  </a:cubicBezTo>
                  <a:cubicBezTo>
                    <a:pt x="594" y="482"/>
                    <a:pt x="648" y="478"/>
                    <a:pt x="701" y="469"/>
                  </a:cubicBezTo>
                  <a:cubicBezTo>
                    <a:pt x="901" y="435"/>
                    <a:pt x="835" y="202"/>
                    <a:pt x="801" y="35"/>
                  </a:cubicBezTo>
                  <a:cubicBezTo>
                    <a:pt x="719" y="12"/>
                    <a:pt x="636" y="0"/>
                    <a:pt x="55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3" name="Google Shape;1133;p14"/>
            <p:cNvSpPr/>
            <p:nvPr/>
          </p:nvSpPr>
          <p:spPr>
            <a:xfrm>
              <a:off x="5241712" y="1170999"/>
              <a:ext cx="54965" cy="35145"/>
            </a:xfrm>
            <a:custGeom>
              <a:avLst/>
              <a:gdLst/>
              <a:ahLst/>
              <a:cxnLst/>
              <a:rect l="l" t="t" r="r" b="b"/>
              <a:pathLst>
                <a:path w="1101" h="704" extrusionOk="0">
                  <a:moveTo>
                    <a:pt x="300" y="0"/>
                  </a:moveTo>
                  <a:cubicBezTo>
                    <a:pt x="134" y="33"/>
                    <a:pt x="0" y="267"/>
                    <a:pt x="134" y="367"/>
                  </a:cubicBezTo>
                  <a:cubicBezTo>
                    <a:pt x="300" y="534"/>
                    <a:pt x="534" y="634"/>
                    <a:pt x="767" y="701"/>
                  </a:cubicBezTo>
                  <a:cubicBezTo>
                    <a:pt x="779" y="702"/>
                    <a:pt x="790" y="703"/>
                    <a:pt x="801" y="703"/>
                  </a:cubicBezTo>
                  <a:cubicBezTo>
                    <a:pt x="975" y="703"/>
                    <a:pt x="1038" y="455"/>
                    <a:pt x="1101" y="267"/>
                  </a:cubicBezTo>
                  <a:cubicBezTo>
                    <a:pt x="867" y="133"/>
                    <a:pt x="567" y="33"/>
                    <a:pt x="3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4" name="Google Shape;1134;p14"/>
            <p:cNvSpPr/>
            <p:nvPr/>
          </p:nvSpPr>
          <p:spPr>
            <a:xfrm>
              <a:off x="5333269" y="1154325"/>
              <a:ext cx="41685" cy="30203"/>
            </a:xfrm>
            <a:custGeom>
              <a:avLst/>
              <a:gdLst/>
              <a:ahLst/>
              <a:cxnLst/>
              <a:rect l="l" t="t" r="r" b="b"/>
              <a:pathLst>
                <a:path w="835" h="605" extrusionOk="0">
                  <a:moveTo>
                    <a:pt x="301" y="0"/>
                  </a:moveTo>
                  <a:cubicBezTo>
                    <a:pt x="101" y="34"/>
                    <a:pt x="1" y="234"/>
                    <a:pt x="101" y="334"/>
                  </a:cubicBezTo>
                  <a:cubicBezTo>
                    <a:pt x="234" y="434"/>
                    <a:pt x="368" y="534"/>
                    <a:pt x="535" y="601"/>
                  </a:cubicBezTo>
                  <a:cubicBezTo>
                    <a:pt x="547" y="603"/>
                    <a:pt x="559" y="605"/>
                    <a:pt x="570" y="605"/>
                  </a:cubicBezTo>
                  <a:cubicBezTo>
                    <a:pt x="707" y="605"/>
                    <a:pt x="740" y="424"/>
                    <a:pt x="801" y="301"/>
                  </a:cubicBezTo>
                  <a:cubicBezTo>
                    <a:pt x="835" y="201"/>
                    <a:pt x="835" y="101"/>
                    <a:pt x="8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p14"/>
            <p:cNvSpPr/>
            <p:nvPr/>
          </p:nvSpPr>
          <p:spPr>
            <a:xfrm>
              <a:off x="5231727" y="1122075"/>
              <a:ext cx="41635" cy="23563"/>
            </a:xfrm>
            <a:custGeom>
              <a:avLst/>
              <a:gdLst/>
              <a:ahLst/>
              <a:cxnLst/>
              <a:rect l="l" t="t" r="r" b="b"/>
              <a:pathLst>
                <a:path w="834" h="472" extrusionOk="0">
                  <a:moveTo>
                    <a:pt x="522" y="1"/>
                  </a:moveTo>
                  <a:cubicBezTo>
                    <a:pt x="329" y="1"/>
                    <a:pt x="140" y="83"/>
                    <a:pt x="0" y="246"/>
                  </a:cubicBezTo>
                  <a:cubicBezTo>
                    <a:pt x="200" y="396"/>
                    <a:pt x="382" y="471"/>
                    <a:pt x="516" y="471"/>
                  </a:cubicBezTo>
                  <a:cubicBezTo>
                    <a:pt x="561" y="471"/>
                    <a:pt x="600" y="463"/>
                    <a:pt x="634" y="446"/>
                  </a:cubicBezTo>
                  <a:cubicBezTo>
                    <a:pt x="767" y="380"/>
                    <a:pt x="834" y="179"/>
                    <a:pt x="767" y="46"/>
                  </a:cubicBezTo>
                  <a:cubicBezTo>
                    <a:pt x="687" y="16"/>
                    <a:pt x="604" y="1"/>
                    <a:pt x="5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6" name="Google Shape;1136;p14"/>
            <p:cNvSpPr/>
            <p:nvPr/>
          </p:nvSpPr>
          <p:spPr>
            <a:xfrm>
              <a:off x="4865348" y="1535684"/>
              <a:ext cx="224851" cy="166541"/>
            </a:xfrm>
            <a:custGeom>
              <a:avLst/>
              <a:gdLst/>
              <a:ahLst/>
              <a:cxnLst/>
              <a:rect l="l" t="t" r="r" b="b"/>
              <a:pathLst>
                <a:path w="4504" h="3336" extrusionOk="0">
                  <a:moveTo>
                    <a:pt x="0" y="0"/>
                  </a:moveTo>
                  <a:cubicBezTo>
                    <a:pt x="167" y="734"/>
                    <a:pt x="3036" y="3002"/>
                    <a:pt x="4170" y="3336"/>
                  </a:cubicBezTo>
                  <a:lnTo>
                    <a:pt x="4504" y="2736"/>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14"/>
            <p:cNvSpPr/>
            <p:nvPr/>
          </p:nvSpPr>
          <p:spPr>
            <a:xfrm>
              <a:off x="4896998" y="1085482"/>
              <a:ext cx="294792" cy="190454"/>
            </a:xfrm>
            <a:custGeom>
              <a:avLst/>
              <a:gdLst/>
              <a:ahLst/>
              <a:cxnLst/>
              <a:rect l="l" t="t" r="r" b="b"/>
              <a:pathLst>
                <a:path w="5905" h="3815" extrusionOk="0">
                  <a:moveTo>
                    <a:pt x="5118" y="0"/>
                  </a:moveTo>
                  <a:cubicBezTo>
                    <a:pt x="4503" y="0"/>
                    <a:pt x="3886" y="82"/>
                    <a:pt x="3303" y="245"/>
                  </a:cubicBezTo>
                  <a:cubicBezTo>
                    <a:pt x="2435" y="479"/>
                    <a:pt x="1668" y="879"/>
                    <a:pt x="968" y="1413"/>
                  </a:cubicBezTo>
                  <a:cubicBezTo>
                    <a:pt x="934" y="1446"/>
                    <a:pt x="901" y="1446"/>
                    <a:pt x="834" y="1446"/>
                  </a:cubicBezTo>
                  <a:cubicBezTo>
                    <a:pt x="601" y="1113"/>
                    <a:pt x="434" y="746"/>
                    <a:pt x="0" y="546"/>
                  </a:cubicBezTo>
                  <a:lnTo>
                    <a:pt x="0" y="546"/>
                  </a:lnTo>
                  <a:cubicBezTo>
                    <a:pt x="401" y="1613"/>
                    <a:pt x="801" y="2714"/>
                    <a:pt x="1201" y="3815"/>
                  </a:cubicBezTo>
                  <a:cubicBezTo>
                    <a:pt x="1501" y="3681"/>
                    <a:pt x="1501" y="3648"/>
                    <a:pt x="1501" y="3448"/>
                  </a:cubicBezTo>
                  <a:cubicBezTo>
                    <a:pt x="1468" y="3314"/>
                    <a:pt x="1435" y="3147"/>
                    <a:pt x="1401" y="3014"/>
                  </a:cubicBezTo>
                  <a:cubicBezTo>
                    <a:pt x="1268" y="2580"/>
                    <a:pt x="1134" y="2147"/>
                    <a:pt x="968" y="1680"/>
                  </a:cubicBezTo>
                  <a:cubicBezTo>
                    <a:pt x="2502" y="812"/>
                    <a:pt x="4203" y="445"/>
                    <a:pt x="5904" y="45"/>
                  </a:cubicBezTo>
                  <a:cubicBezTo>
                    <a:pt x="5644" y="15"/>
                    <a:pt x="5381" y="0"/>
                    <a:pt x="511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8" name="Google Shape;1138;p14"/>
            <p:cNvSpPr/>
            <p:nvPr/>
          </p:nvSpPr>
          <p:spPr>
            <a:xfrm>
              <a:off x="5513139" y="1463446"/>
              <a:ext cx="308122" cy="90110"/>
            </a:xfrm>
            <a:custGeom>
              <a:avLst/>
              <a:gdLst/>
              <a:ahLst/>
              <a:cxnLst/>
              <a:rect l="l" t="t" r="r" b="b"/>
              <a:pathLst>
                <a:path w="6172" h="1805" extrusionOk="0">
                  <a:moveTo>
                    <a:pt x="1695" y="1"/>
                  </a:moveTo>
                  <a:cubicBezTo>
                    <a:pt x="1190" y="1"/>
                    <a:pt x="685" y="73"/>
                    <a:pt x="201" y="213"/>
                  </a:cubicBezTo>
                  <a:cubicBezTo>
                    <a:pt x="134" y="246"/>
                    <a:pt x="67" y="280"/>
                    <a:pt x="0" y="313"/>
                  </a:cubicBezTo>
                  <a:cubicBezTo>
                    <a:pt x="201" y="380"/>
                    <a:pt x="367" y="413"/>
                    <a:pt x="567" y="413"/>
                  </a:cubicBezTo>
                  <a:cubicBezTo>
                    <a:pt x="648" y="409"/>
                    <a:pt x="729" y="407"/>
                    <a:pt x="810" y="407"/>
                  </a:cubicBezTo>
                  <a:cubicBezTo>
                    <a:pt x="1370" y="407"/>
                    <a:pt x="1945" y="505"/>
                    <a:pt x="2469" y="680"/>
                  </a:cubicBezTo>
                  <a:cubicBezTo>
                    <a:pt x="3303" y="947"/>
                    <a:pt x="4103" y="1280"/>
                    <a:pt x="4937" y="1581"/>
                  </a:cubicBezTo>
                  <a:cubicBezTo>
                    <a:pt x="5104" y="1614"/>
                    <a:pt x="5237" y="1714"/>
                    <a:pt x="5438" y="1747"/>
                  </a:cubicBezTo>
                  <a:cubicBezTo>
                    <a:pt x="5523" y="1786"/>
                    <a:pt x="5601" y="1805"/>
                    <a:pt x="5674" y="1805"/>
                  </a:cubicBezTo>
                  <a:cubicBezTo>
                    <a:pt x="5855" y="1805"/>
                    <a:pt x="6005" y="1686"/>
                    <a:pt x="6171" y="1447"/>
                  </a:cubicBezTo>
                  <a:cubicBezTo>
                    <a:pt x="5738" y="1280"/>
                    <a:pt x="5338" y="1147"/>
                    <a:pt x="4937" y="980"/>
                  </a:cubicBezTo>
                  <a:cubicBezTo>
                    <a:pt x="4637" y="847"/>
                    <a:pt x="4370" y="713"/>
                    <a:pt x="4070" y="580"/>
                  </a:cubicBezTo>
                  <a:cubicBezTo>
                    <a:pt x="3328" y="189"/>
                    <a:pt x="2510" y="1"/>
                    <a:pt x="16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p14"/>
            <p:cNvSpPr/>
            <p:nvPr/>
          </p:nvSpPr>
          <p:spPr>
            <a:xfrm>
              <a:off x="4610544" y="2782200"/>
              <a:ext cx="111627" cy="140033"/>
            </a:xfrm>
            <a:custGeom>
              <a:avLst/>
              <a:gdLst/>
              <a:ahLst/>
              <a:cxnLst/>
              <a:rect l="l" t="t" r="r" b="b"/>
              <a:pathLst>
                <a:path w="2236" h="2805" extrusionOk="0">
                  <a:moveTo>
                    <a:pt x="213" y="1"/>
                  </a:moveTo>
                  <a:cubicBezTo>
                    <a:pt x="164" y="1"/>
                    <a:pt x="90" y="16"/>
                    <a:pt x="1" y="16"/>
                  </a:cubicBezTo>
                  <a:cubicBezTo>
                    <a:pt x="101" y="216"/>
                    <a:pt x="201" y="349"/>
                    <a:pt x="268" y="483"/>
                  </a:cubicBezTo>
                  <a:cubicBezTo>
                    <a:pt x="701" y="1050"/>
                    <a:pt x="1035" y="1717"/>
                    <a:pt x="1302" y="2384"/>
                  </a:cubicBezTo>
                  <a:cubicBezTo>
                    <a:pt x="1393" y="2703"/>
                    <a:pt x="1437" y="2804"/>
                    <a:pt x="1616" y="2804"/>
                  </a:cubicBezTo>
                  <a:cubicBezTo>
                    <a:pt x="1699" y="2804"/>
                    <a:pt x="1811" y="2783"/>
                    <a:pt x="1969" y="2751"/>
                  </a:cubicBezTo>
                  <a:cubicBezTo>
                    <a:pt x="2036" y="2751"/>
                    <a:pt x="2136" y="2718"/>
                    <a:pt x="2236" y="2651"/>
                  </a:cubicBezTo>
                  <a:cubicBezTo>
                    <a:pt x="1969" y="1850"/>
                    <a:pt x="1502" y="1117"/>
                    <a:pt x="901" y="483"/>
                  </a:cubicBezTo>
                  <a:cubicBezTo>
                    <a:pt x="701" y="316"/>
                    <a:pt x="501" y="149"/>
                    <a:pt x="268" y="16"/>
                  </a:cubicBezTo>
                  <a:cubicBezTo>
                    <a:pt x="257" y="5"/>
                    <a:pt x="238" y="1"/>
                    <a:pt x="21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0" name="Google Shape;1140;p14"/>
            <p:cNvSpPr/>
            <p:nvPr/>
          </p:nvSpPr>
          <p:spPr>
            <a:xfrm>
              <a:off x="3333283" y="2877901"/>
              <a:ext cx="123309" cy="141580"/>
            </a:xfrm>
            <a:custGeom>
              <a:avLst/>
              <a:gdLst/>
              <a:ahLst/>
              <a:cxnLst/>
              <a:rect l="l" t="t" r="r" b="b"/>
              <a:pathLst>
                <a:path w="2470" h="2836" extrusionOk="0">
                  <a:moveTo>
                    <a:pt x="1" y="0"/>
                  </a:moveTo>
                  <a:lnTo>
                    <a:pt x="1" y="0"/>
                  </a:lnTo>
                  <a:cubicBezTo>
                    <a:pt x="68" y="400"/>
                    <a:pt x="401" y="634"/>
                    <a:pt x="635" y="934"/>
                  </a:cubicBezTo>
                  <a:cubicBezTo>
                    <a:pt x="868" y="1234"/>
                    <a:pt x="1102" y="1501"/>
                    <a:pt x="1302" y="1801"/>
                  </a:cubicBezTo>
                  <a:cubicBezTo>
                    <a:pt x="1502" y="2135"/>
                    <a:pt x="1669" y="2469"/>
                    <a:pt x="1869" y="2836"/>
                  </a:cubicBezTo>
                  <a:lnTo>
                    <a:pt x="2469" y="2569"/>
                  </a:lnTo>
                  <a:cubicBezTo>
                    <a:pt x="1936" y="1501"/>
                    <a:pt x="1068" y="60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p14"/>
            <p:cNvSpPr/>
            <p:nvPr/>
          </p:nvSpPr>
          <p:spPr>
            <a:xfrm>
              <a:off x="4730458" y="1169302"/>
              <a:ext cx="58359" cy="193250"/>
            </a:xfrm>
            <a:custGeom>
              <a:avLst/>
              <a:gdLst/>
              <a:ahLst/>
              <a:cxnLst/>
              <a:rect l="l" t="t" r="r" b="b"/>
              <a:pathLst>
                <a:path w="1169" h="3871" extrusionOk="0">
                  <a:moveTo>
                    <a:pt x="267" y="1"/>
                  </a:moveTo>
                  <a:lnTo>
                    <a:pt x="267" y="1"/>
                  </a:lnTo>
                  <a:cubicBezTo>
                    <a:pt x="1" y="835"/>
                    <a:pt x="367" y="3236"/>
                    <a:pt x="834" y="3870"/>
                  </a:cubicBezTo>
                  <a:lnTo>
                    <a:pt x="1168" y="3703"/>
                  </a:lnTo>
                  <a:lnTo>
                    <a:pt x="26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2" name="Google Shape;1142;p14"/>
            <p:cNvSpPr/>
            <p:nvPr/>
          </p:nvSpPr>
          <p:spPr>
            <a:xfrm>
              <a:off x="4585583" y="2273389"/>
              <a:ext cx="34996" cy="66946"/>
            </a:xfrm>
            <a:custGeom>
              <a:avLst/>
              <a:gdLst/>
              <a:ahLst/>
              <a:cxnLst/>
              <a:rect l="l" t="t" r="r" b="b"/>
              <a:pathLst>
                <a:path w="701" h="1341" extrusionOk="0">
                  <a:moveTo>
                    <a:pt x="668" y="0"/>
                  </a:moveTo>
                  <a:cubicBezTo>
                    <a:pt x="234" y="267"/>
                    <a:pt x="0" y="834"/>
                    <a:pt x="134" y="1335"/>
                  </a:cubicBezTo>
                  <a:cubicBezTo>
                    <a:pt x="186" y="1339"/>
                    <a:pt x="234" y="1341"/>
                    <a:pt x="276" y="1341"/>
                  </a:cubicBezTo>
                  <a:cubicBezTo>
                    <a:pt x="583" y="1341"/>
                    <a:pt x="638" y="1232"/>
                    <a:pt x="668" y="968"/>
                  </a:cubicBezTo>
                  <a:cubicBezTo>
                    <a:pt x="701" y="668"/>
                    <a:pt x="668" y="367"/>
                    <a:pt x="66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3" name="Google Shape;1143;p14"/>
            <p:cNvSpPr/>
            <p:nvPr/>
          </p:nvSpPr>
          <p:spPr>
            <a:xfrm>
              <a:off x="3221707" y="2528194"/>
              <a:ext cx="35046" cy="48325"/>
            </a:xfrm>
            <a:custGeom>
              <a:avLst/>
              <a:gdLst/>
              <a:ahLst/>
              <a:cxnLst/>
              <a:rect l="l" t="t" r="r" b="b"/>
              <a:pathLst>
                <a:path w="702" h="968" extrusionOk="0">
                  <a:moveTo>
                    <a:pt x="535" y="0"/>
                  </a:moveTo>
                  <a:cubicBezTo>
                    <a:pt x="435" y="0"/>
                    <a:pt x="335" y="33"/>
                    <a:pt x="268" y="100"/>
                  </a:cubicBezTo>
                  <a:cubicBezTo>
                    <a:pt x="168" y="300"/>
                    <a:pt x="68" y="467"/>
                    <a:pt x="34" y="667"/>
                  </a:cubicBezTo>
                  <a:cubicBezTo>
                    <a:pt x="1" y="734"/>
                    <a:pt x="34" y="867"/>
                    <a:pt x="68" y="867"/>
                  </a:cubicBezTo>
                  <a:cubicBezTo>
                    <a:pt x="201" y="934"/>
                    <a:pt x="368" y="967"/>
                    <a:pt x="535" y="967"/>
                  </a:cubicBezTo>
                  <a:cubicBezTo>
                    <a:pt x="601" y="967"/>
                    <a:pt x="635" y="767"/>
                    <a:pt x="701" y="667"/>
                  </a:cubicBezTo>
                  <a:cubicBezTo>
                    <a:pt x="701" y="601"/>
                    <a:pt x="701" y="534"/>
                    <a:pt x="701" y="500"/>
                  </a:cubicBezTo>
                  <a:cubicBezTo>
                    <a:pt x="701" y="400"/>
                    <a:pt x="701" y="300"/>
                    <a:pt x="701" y="234"/>
                  </a:cubicBezTo>
                  <a:cubicBezTo>
                    <a:pt x="668" y="134"/>
                    <a:pt x="601" y="0"/>
                    <a:pt x="53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4" name="Google Shape;1144;p14"/>
            <p:cNvSpPr/>
            <p:nvPr/>
          </p:nvSpPr>
          <p:spPr>
            <a:xfrm>
              <a:off x="3170087" y="2448218"/>
              <a:ext cx="30053" cy="53367"/>
            </a:xfrm>
            <a:custGeom>
              <a:avLst/>
              <a:gdLst/>
              <a:ahLst/>
              <a:cxnLst/>
              <a:rect l="l" t="t" r="r" b="b"/>
              <a:pathLst>
                <a:path w="602" h="1069" extrusionOk="0">
                  <a:moveTo>
                    <a:pt x="168" y="1"/>
                  </a:moveTo>
                  <a:cubicBezTo>
                    <a:pt x="34" y="268"/>
                    <a:pt x="1" y="535"/>
                    <a:pt x="68" y="768"/>
                  </a:cubicBezTo>
                  <a:cubicBezTo>
                    <a:pt x="101" y="1068"/>
                    <a:pt x="168" y="1068"/>
                    <a:pt x="535" y="1068"/>
                  </a:cubicBezTo>
                  <a:cubicBezTo>
                    <a:pt x="601" y="768"/>
                    <a:pt x="568" y="435"/>
                    <a:pt x="401" y="168"/>
                  </a:cubicBezTo>
                  <a:cubicBezTo>
                    <a:pt x="401" y="101"/>
                    <a:pt x="268" y="68"/>
                    <a:pt x="1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5" name="Google Shape;1145;p14"/>
            <p:cNvSpPr/>
            <p:nvPr/>
          </p:nvSpPr>
          <p:spPr>
            <a:xfrm>
              <a:off x="4522282" y="2349970"/>
              <a:ext cx="28356" cy="47127"/>
            </a:xfrm>
            <a:custGeom>
              <a:avLst/>
              <a:gdLst/>
              <a:ahLst/>
              <a:cxnLst/>
              <a:rect l="l" t="t" r="r" b="b"/>
              <a:pathLst>
                <a:path w="568" h="944" extrusionOk="0">
                  <a:moveTo>
                    <a:pt x="334" y="1"/>
                  </a:moveTo>
                  <a:cubicBezTo>
                    <a:pt x="134" y="201"/>
                    <a:pt x="1" y="435"/>
                    <a:pt x="1" y="735"/>
                  </a:cubicBezTo>
                  <a:cubicBezTo>
                    <a:pt x="34" y="835"/>
                    <a:pt x="134" y="902"/>
                    <a:pt x="234" y="935"/>
                  </a:cubicBezTo>
                  <a:cubicBezTo>
                    <a:pt x="253" y="941"/>
                    <a:pt x="271" y="944"/>
                    <a:pt x="289" y="944"/>
                  </a:cubicBezTo>
                  <a:cubicBezTo>
                    <a:pt x="370" y="944"/>
                    <a:pt x="447" y="889"/>
                    <a:pt x="501" y="835"/>
                  </a:cubicBezTo>
                  <a:cubicBezTo>
                    <a:pt x="568" y="568"/>
                    <a:pt x="501" y="234"/>
                    <a:pt x="33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6" name="Google Shape;1146;p14"/>
            <p:cNvSpPr/>
            <p:nvPr/>
          </p:nvSpPr>
          <p:spPr>
            <a:xfrm>
              <a:off x="3248365" y="2414919"/>
              <a:ext cx="31701" cy="53367"/>
            </a:xfrm>
            <a:custGeom>
              <a:avLst/>
              <a:gdLst/>
              <a:ahLst/>
              <a:cxnLst/>
              <a:rect l="l" t="t" r="r" b="b"/>
              <a:pathLst>
                <a:path w="635" h="1069" extrusionOk="0">
                  <a:moveTo>
                    <a:pt x="568" y="1"/>
                  </a:moveTo>
                  <a:lnTo>
                    <a:pt x="568" y="1"/>
                  </a:lnTo>
                  <a:cubicBezTo>
                    <a:pt x="334" y="168"/>
                    <a:pt x="201" y="401"/>
                    <a:pt x="134" y="635"/>
                  </a:cubicBezTo>
                  <a:cubicBezTo>
                    <a:pt x="1" y="968"/>
                    <a:pt x="67" y="1068"/>
                    <a:pt x="501" y="1068"/>
                  </a:cubicBezTo>
                  <a:cubicBezTo>
                    <a:pt x="634" y="735"/>
                    <a:pt x="634" y="368"/>
                    <a:pt x="5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7" name="Google Shape;1147;p14"/>
            <p:cNvSpPr/>
            <p:nvPr/>
          </p:nvSpPr>
          <p:spPr>
            <a:xfrm>
              <a:off x="4578944" y="2404935"/>
              <a:ext cx="26659" cy="50022"/>
            </a:xfrm>
            <a:custGeom>
              <a:avLst/>
              <a:gdLst/>
              <a:ahLst/>
              <a:cxnLst/>
              <a:rect l="l" t="t" r="r" b="b"/>
              <a:pathLst>
                <a:path w="534" h="1002" extrusionOk="0">
                  <a:moveTo>
                    <a:pt x="334" y="1"/>
                  </a:moveTo>
                  <a:cubicBezTo>
                    <a:pt x="100" y="268"/>
                    <a:pt x="0" y="601"/>
                    <a:pt x="0" y="935"/>
                  </a:cubicBezTo>
                  <a:lnTo>
                    <a:pt x="467" y="1001"/>
                  </a:lnTo>
                  <a:cubicBezTo>
                    <a:pt x="534" y="668"/>
                    <a:pt x="500" y="301"/>
                    <a:pt x="33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8" name="Google Shape;1148;p14"/>
            <p:cNvSpPr/>
            <p:nvPr/>
          </p:nvSpPr>
          <p:spPr>
            <a:xfrm>
              <a:off x="4827057" y="1149333"/>
              <a:ext cx="61654" cy="146572"/>
            </a:xfrm>
            <a:custGeom>
              <a:avLst/>
              <a:gdLst/>
              <a:ahLst/>
              <a:cxnLst/>
              <a:rect l="l" t="t" r="r" b="b"/>
              <a:pathLst>
                <a:path w="1235" h="2936" extrusionOk="0">
                  <a:moveTo>
                    <a:pt x="34" y="0"/>
                  </a:moveTo>
                  <a:cubicBezTo>
                    <a:pt x="0" y="67"/>
                    <a:pt x="0" y="134"/>
                    <a:pt x="0" y="134"/>
                  </a:cubicBezTo>
                  <a:cubicBezTo>
                    <a:pt x="367" y="901"/>
                    <a:pt x="667" y="1702"/>
                    <a:pt x="834" y="2536"/>
                  </a:cubicBezTo>
                  <a:cubicBezTo>
                    <a:pt x="834" y="2669"/>
                    <a:pt x="868" y="2769"/>
                    <a:pt x="934" y="2869"/>
                  </a:cubicBezTo>
                  <a:cubicBezTo>
                    <a:pt x="968" y="2902"/>
                    <a:pt x="1034" y="2936"/>
                    <a:pt x="1101" y="2936"/>
                  </a:cubicBezTo>
                  <a:cubicBezTo>
                    <a:pt x="1134" y="2902"/>
                    <a:pt x="1168" y="2869"/>
                    <a:pt x="1201" y="2836"/>
                  </a:cubicBezTo>
                  <a:cubicBezTo>
                    <a:pt x="1234" y="2769"/>
                    <a:pt x="1234" y="2669"/>
                    <a:pt x="1201" y="2602"/>
                  </a:cubicBezTo>
                  <a:cubicBezTo>
                    <a:pt x="1134" y="1868"/>
                    <a:pt x="901" y="1168"/>
                    <a:pt x="534" y="534"/>
                  </a:cubicBezTo>
                  <a:cubicBezTo>
                    <a:pt x="401" y="301"/>
                    <a:pt x="234" y="134"/>
                    <a:pt x="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9" name="Google Shape;1149;p14"/>
            <p:cNvSpPr/>
            <p:nvPr/>
          </p:nvSpPr>
          <p:spPr>
            <a:xfrm>
              <a:off x="4817073" y="1229259"/>
              <a:ext cx="43333" cy="74135"/>
            </a:xfrm>
            <a:custGeom>
              <a:avLst/>
              <a:gdLst/>
              <a:ahLst/>
              <a:cxnLst/>
              <a:rect l="l" t="t" r="r" b="b"/>
              <a:pathLst>
                <a:path w="868" h="1485" extrusionOk="0">
                  <a:moveTo>
                    <a:pt x="0" y="1"/>
                  </a:moveTo>
                  <a:lnTo>
                    <a:pt x="0" y="1"/>
                  </a:lnTo>
                  <a:cubicBezTo>
                    <a:pt x="167" y="468"/>
                    <a:pt x="267" y="901"/>
                    <a:pt x="434" y="1301"/>
                  </a:cubicBezTo>
                  <a:cubicBezTo>
                    <a:pt x="484" y="1435"/>
                    <a:pt x="550" y="1485"/>
                    <a:pt x="626" y="1485"/>
                  </a:cubicBezTo>
                  <a:cubicBezTo>
                    <a:pt x="701" y="1485"/>
                    <a:pt x="784" y="1435"/>
                    <a:pt x="867" y="1368"/>
                  </a:cubicBezTo>
                  <a:cubicBezTo>
                    <a:pt x="701" y="834"/>
                    <a:pt x="400" y="367"/>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0" name="Google Shape;1150;p14"/>
            <p:cNvSpPr/>
            <p:nvPr/>
          </p:nvSpPr>
          <p:spPr>
            <a:xfrm>
              <a:off x="5128438" y="1267300"/>
              <a:ext cx="143278" cy="69941"/>
            </a:xfrm>
            <a:custGeom>
              <a:avLst/>
              <a:gdLst/>
              <a:ahLst/>
              <a:cxnLst/>
              <a:rect l="l" t="t" r="r" b="b"/>
              <a:pathLst>
                <a:path w="2870" h="1401" extrusionOk="0">
                  <a:moveTo>
                    <a:pt x="1880" y="1"/>
                  </a:moveTo>
                  <a:cubicBezTo>
                    <a:pt x="1843" y="1"/>
                    <a:pt x="1806" y="2"/>
                    <a:pt x="1769" y="6"/>
                  </a:cubicBezTo>
                  <a:cubicBezTo>
                    <a:pt x="1535" y="6"/>
                    <a:pt x="1302" y="39"/>
                    <a:pt x="1068" y="139"/>
                  </a:cubicBezTo>
                  <a:cubicBezTo>
                    <a:pt x="668" y="306"/>
                    <a:pt x="301" y="606"/>
                    <a:pt x="68" y="973"/>
                  </a:cubicBezTo>
                  <a:cubicBezTo>
                    <a:pt x="34" y="1006"/>
                    <a:pt x="1" y="1040"/>
                    <a:pt x="1" y="1073"/>
                  </a:cubicBezTo>
                  <a:cubicBezTo>
                    <a:pt x="1" y="1169"/>
                    <a:pt x="42" y="1204"/>
                    <a:pt x="103" y="1204"/>
                  </a:cubicBezTo>
                  <a:cubicBezTo>
                    <a:pt x="255" y="1204"/>
                    <a:pt x="530" y="987"/>
                    <a:pt x="601" y="940"/>
                  </a:cubicBezTo>
                  <a:cubicBezTo>
                    <a:pt x="625" y="916"/>
                    <a:pt x="649" y="905"/>
                    <a:pt x="672" y="905"/>
                  </a:cubicBezTo>
                  <a:cubicBezTo>
                    <a:pt x="715" y="905"/>
                    <a:pt x="758" y="942"/>
                    <a:pt x="801" y="1006"/>
                  </a:cubicBezTo>
                  <a:cubicBezTo>
                    <a:pt x="868" y="1073"/>
                    <a:pt x="868" y="1107"/>
                    <a:pt x="902" y="1173"/>
                  </a:cubicBezTo>
                  <a:cubicBezTo>
                    <a:pt x="1008" y="1325"/>
                    <a:pt x="1176" y="1401"/>
                    <a:pt x="1346" y="1401"/>
                  </a:cubicBezTo>
                  <a:cubicBezTo>
                    <a:pt x="1551" y="1401"/>
                    <a:pt x="1760" y="1291"/>
                    <a:pt x="1869" y="1073"/>
                  </a:cubicBezTo>
                  <a:cubicBezTo>
                    <a:pt x="1869" y="1040"/>
                    <a:pt x="1902" y="1006"/>
                    <a:pt x="1902" y="973"/>
                  </a:cubicBezTo>
                  <a:cubicBezTo>
                    <a:pt x="1969" y="806"/>
                    <a:pt x="1869" y="573"/>
                    <a:pt x="2069" y="506"/>
                  </a:cubicBezTo>
                  <a:cubicBezTo>
                    <a:pt x="2236" y="506"/>
                    <a:pt x="2369" y="539"/>
                    <a:pt x="2503" y="573"/>
                  </a:cubicBezTo>
                  <a:cubicBezTo>
                    <a:pt x="2603" y="573"/>
                    <a:pt x="2870" y="473"/>
                    <a:pt x="2736" y="339"/>
                  </a:cubicBezTo>
                  <a:cubicBezTo>
                    <a:pt x="2497" y="130"/>
                    <a:pt x="2203" y="1"/>
                    <a:pt x="1880" y="1"/>
                  </a:cubicBezTo>
                  <a:close/>
                </a:path>
              </a:pathLst>
            </a:custGeom>
            <a:solidFill>
              <a:srgbClr val="1914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66"/>
        <p:cNvGrpSpPr/>
        <p:nvPr/>
      </p:nvGrpSpPr>
      <p:grpSpPr>
        <a:xfrm>
          <a:off x="0" y="0"/>
          <a:ext cx="0" cy="0"/>
          <a:chOff x="0" y="0"/>
          <a:chExt cx="0" cy="0"/>
        </a:xfrm>
      </p:grpSpPr>
      <p:sp>
        <p:nvSpPr>
          <p:cNvPr id="1767" name="Google Shape;1767;p7"/>
          <p:cNvSpPr txBox="1">
            <a:spLocks noGrp="1"/>
          </p:cNvSpPr>
          <p:nvPr>
            <p:ph type="title"/>
          </p:nvPr>
        </p:nvSpPr>
        <p:spPr>
          <a:xfrm>
            <a:off x="849600" y="29437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dirty="0" err="1"/>
              <a:t>Kết</a:t>
            </a:r>
            <a:r>
              <a:rPr lang="en-US" dirty="0"/>
              <a:t> </a:t>
            </a:r>
            <a:r>
              <a:rPr lang="en-US" dirty="0" err="1"/>
              <a:t>quả</a:t>
            </a:r>
            <a:r>
              <a:rPr lang="en-US" dirty="0"/>
              <a:t> </a:t>
            </a:r>
            <a:r>
              <a:rPr lang="en-US" dirty="0" err="1"/>
              <a:t>thực</a:t>
            </a:r>
            <a:r>
              <a:rPr lang="en-US" dirty="0"/>
              <a:t> </a:t>
            </a:r>
            <a:r>
              <a:rPr lang="en-US" dirty="0" err="1"/>
              <a:t>nghiệm</a:t>
            </a:r>
            <a:endParaRPr dirty="0"/>
          </a:p>
        </p:txBody>
      </p:sp>
      <p:graphicFrame>
        <p:nvGraphicFramePr>
          <p:cNvPr id="4" name="Bảng 5">
            <a:extLst>
              <a:ext uri="{FF2B5EF4-FFF2-40B4-BE49-F238E27FC236}">
                <a16:creationId xmlns:a16="http://schemas.microsoft.com/office/drawing/2014/main" id="{AAED7A34-A1AD-48F1-9F46-F910A52457AB}"/>
              </a:ext>
            </a:extLst>
          </p:cNvPr>
          <p:cNvGraphicFramePr>
            <a:graphicFrameLocks noGrp="1"/>
          </p:cNvGraphicFramePr>
          <p:nvPr>
            <p:extLst>
              <p:ext uri="{D42A27DB-BD31-4B8C-83A1-F6EECF244321}">
                <p14:modId xmlns:p14="http://schemas.microsoft.com/office/powerpoint/2010/main" val="3918178537"/>
              </p:ext>
            </p:extLst>
          </p:nvPr>
        </p:nvGraphicFramePr>
        <p:xfrm>
          <a:off x="704850" y="1394860"/>
          <a:ext cx="7962900" cy="2595880"/>
        </p:xfrm>
        <a:graphic>
          <a:graphicData uri="http://schemas.openxmlformats.org/drawingml/2006/table">
            <a:tbl>
              <a:tblPr firstRow="1" bandRow="1">
                <a:tableStyleId>{D27102A9-8310-4765-A935-A1911B00CA55}</a:tableStyleId>
              </a:tblPr>
              <a:tblGrid>
                <a:gridCol w="1432560">
                  <a:extLst>
                    <a:ext uri="{9D8B030D-6E8A-4147-A177-3AD203B41FA5}">
                      <a16:colId xmlns:a16="http://schemas.microsoft.com/office/drawing/2014/main" val="2932791085"/>
                    </a:ext>
                  </a:extLst>
                </a:gridCol>
                <a:gridCol w="4805680">
                  <a:extLst>
                    <a:ext uri="{9D8B030D-6E8A-4147-A177-3AD203B41FA5}">
                      <a16:colId xmlns:a16="http://schemas.microsoft.com/office/drawing/2014/main" val="2174947634"/>
                    </a:ext>
                  </a:extLst>
                </a:gridCol>
                <a:gridCol w="1724660">
                  <a:extLst>
                    <a:ext uri="{9D8B030D-6E8A-4147-A177-3AD203B41FA5}">
                      <a16:colId xmlns:a16="http://schemas.microsoft.com/office/drawing/2014/main" val="688552953"/>
                    </a:ext>
                  </a:extLst>
                </a:gridCol>
              </a:tblGrid>
              <a:tr h="370840">
                <a:tc>
                  <a:txBody>
                    <a:bodyPr/>
                    <a:lstStyle/>
                    <a:p>
                      <a:pPr algn="ctr"/>
                      <a:r>
                        <a:rPr lang="en-US" sz="1800" dirty="0">
                          <a:solidFill>
                            <a:schemeClr val="tx1">
                              <a:lumMod val="75000"/>
                              <a:lumOff val="25000"/>
                            </a:schemeClr>
                          </a:solidFill>
                        </a:rPr>
                        <a:t>STT</a:t>
                      </a:r>
                    </a:p>
                  </a:txBody>
                  <a:tcPr/>
                </a:tc>
                <a:tc>
                  <a:txBody>
                    <a:bodyPr/>
                    <a:lstStyle/>
                    <a:p>
                      <a:pPr algn="ctr"/>
                      <a:r>
                        <a:rPr lang="en-US" sz="1800" dirty="0" err="1">
                          <a:solidFill>
                            <a:schemeClr val="tx1">
                              <a:lumMod val="75000"/>
                              <a:lumOff val="25000"/>
                            </a:schemeClr>
                          </a:solidFill>
                        </a:rPr>
                        <a:t>Phương</a:t>
                      </a:r>
                      <a:r>
                        <a:rPr lang="en-US" sz="1800" dirty="0">
                          <a:solidFill>
                            <a:schemeClr val="tx1">
                              <a:lumMod val="75000"/>
                              <a:lumOff val="25000"/>
                            </a:schemeClr>
                          </a:solidFill>
                        </a:rPr>
                        <a:t> </a:t>
                      </a:r>
                      <a:r>
                        <a:rPr lang="en-US" sz="1800" dirty="0" err="1">
                          <a:solidFill>
                            <a:schemeClr val="tx1">
                              <a:lumMod val="75000"/>
                              <a:lumOff val="25000"/>
                            </a:schemeClr>
                          </a:solidFill>
                        </a:rPr>
                        <a:t>pháp</a:t>
                      </a:r>
                      <a:endParaRPr lang="en-US" sz="1800" dirty="0">
                        <a:solidFill>
                          <a:schemeClr val="tx1">
                            <a:lumMod val="75000"/>
                            <a:lumOff val="25000"/>
                          </a:schemeClr>
                        </a:solidFill>
                      </a:endParaRPr>
                    </a:p>
                  </a:txBody>
                  <a:tcPr/>
                </a:tc>
                <a:tc>
                  <a:txBody>
                    <a:bodyPr/>
                    <a:lstStyle/>
                    <a:p>
                      <a:pPr algn="ctr"/>
                      <a:r>
                        <a:rPr lang="en-US" sz="1800" dirty="0">
                          <a:solidFill>
                            <a:schemeClr val="tx1">
                              <a:lumMod val="75000"/>
                              <a:lumOff val="25000"/>
                            </a:schemeClr>
                          </a:solidFill>
                        </a:rPr>
                        <a:t>RMSE</a:t>
                      </a:r>
                    </a:p>
                  </a:txBody>
                  <a:tcPr/>
                </a:tc>
                <a:extLst>
                  <a:ext uri="{0D108BD9-81ED-4DB2-BD59-A6C34878D82A}">
                    <a16:rowId xmlns:a16="http://schemas.microsoft.com/office/drawing/2014/main" val="3930087427"/>
                  </a:ext>
                </a:extLst>
              </a:tr>
              <a:tr h="370840">
                <a:tc>
                  <a:txBody>
                    <a:bodyPr/>
                    <a:lstStyle/>
                    <a:p>
                      <a:pPr algn="ctr"/>
                      <a:r>
                        <a:rPr lang="en-US" sz="1800" dirty="0"/>
                        <a:t>1</a:t>
                      </a:r>
                    </a:p>
                  </a:txBody>
                  <a:tcPr/>
                </a:tc>
                <a:tc>
                  <a:txBody>
                    <a:bodyPr/>
                    <a:lstStyle/>
                    <a:p>
                      <a:pPr algn="l"/>
                      <a:r>
                        <a:rPr lang="en-US" sz="1800" dirty="0" err="1"/>
                        <a:t>Trung</a:t>
                      </a:r>
                      <a:r>
                        <a:rPr lang="en-US" sz="1800" dirty="0"/>
                        <a:t> </a:t>
                      </a:r>
                      <a:r>
                        <a:rPr lang="en-US" sz="1800" dirty="0" err="1"/>
                        <a:t>bình</a:t>
                      </a:r>
                      <a:r>
                        <a:rPr lang="en-US" sz="1800" dirty="0"/>
                        <a:t> </a:t>
                      </a:r>
                      <a:r>
                        <a:rPr lang="en-US" sz="1800" dirty="0" err="1"/>
                        <a:t>mỗi</a:t>
                      </a:r>
                      <a:r>
                        <a:rPr lang="en-US" sz="1800" dirty="0"/>
                        <a:t> </a:t>
                      </a:r>
                      <a:r>
                        <a:rPr lang="en-US" sz="1800" dirty="0" err="1"/>
                        <a:t>nhóm</a:t>
                      </a:r>
                      <a:r>
                        <a:rPr lang="en-US" sz="1800" dirty="0"/>
                        <a:t> </a:t>
                      </a:r>
                      <a:r>
                        <a:rPr lang="en-US" sz="1800" dirty="0" err="1"/>
                        <a:t>movieId</a:t>
                      </a:r>
                      <a:endParaRPr lang="en-US" sz="1800" dirty="0"/>
                    </a:p>
                  </a:txBody>
                  <a:tcPr/>
                </a:tc>
                <a:tc>
                  <a:txBody>
                    <a:bodyPr/>
                    <a:lstStyle/>
                    <a:p>
                      <a:pPr algn="ctr"/>
                      <a:r>
                        <a:rPr lang="en-US" sz="1800" b="0" i="0" u="none" strike="noStrike" cap="none" dirty="0">
                          <a:solidFill>
                            <a:schemeClr val="tx1"/>
                          </a:solidFill>
                          <a:effectLst/>
                          <a:latin typeface="+mn-lt"/>
                          <a:ea typeface="+mn-ea"/>
                          <a:cs typeface="+mn-cs"/>
                          <a:sym typeface="Arial"/>
                        </a:rPr>
                        <a:t>0.9643</a:t>
                      </a:r>
                      <a:endParaRPr lang="en-US" sz="1800" dirty="0"/>
                    </a:p>
                  </a:txBody>
                  <a:tcPr/>
                </a:tc>
                <a:extLst>
                  <a:ext uri="{0D108BD9-81ED-4DB2-BD59-A6C34878D82A}">
                    <a16:rowId xmlns:a16="http://schemas.microsoft.com/office/drawing/2014/main" val="723120761"/>
                  </a:ext>
                </a:extLst>
              </a:tr>
              <a:tr h="370840">
                <a:tc>
                  <a:txBody>
                    <a:bodyPr/>
                    <a:lstStyle/>
                    <a:p>
                      <a:pPr algn="ctr"/>
                      <a:r>
                        <a:rPr lang="en-US" sz="1800" dirty="0"/>
                        <a:t>2</a:t>
                      </a:r>
                    </a:p>
                  </a:txBody>
                  <a:tcPr/>
                </a:tc>
                <a:tc>
                  <a:txBody>
                    <a:bodyPr/>
                    <a:lstStyle/>
                    <a:p>
                      <a:pPr algn="l"/>
                      <a:r>
                        <a:rPr lang="en-US" sz="1800" dirty="0"/>
                        <a:t>ALS model</a:t>
                      </a:r>
                    </a:p>
                  </a:txBody>
                  <a:tcPr/>
                </a:tc>
                <a:tc>
                  <a:txBody>
                    <a:bodyPr/>
                    <a:lstStyle/>
                    <a:p>
                      <a:pPr algn="ctr"/>
                      <a:r>
                        <a:rPr lang="en-US" sz="1800" b="0" i="0" u="none" strike="noStrike" cap="none" dirty="0">
                          <a:solidFill>
                            <a:schemeClr val="tx1"/>
                          </a:solidFill>
                          <a:effectLst/>
                          <a:latin typeface="+mn-lt"/>
                          <a:ea typeface="+mn-ea"/>
                          <a:cs typeface="+mn-cs"/>
                          <a:sym typeface="Arial"/>
                        </a:rPr>
                        <a:t>0.8765</a:t>
                      </a:r>
                      <a:endParaRPr lang="en-US" sz="1800" dirty="0"/>
                    </a:p>
                  </a:txBody>
                  <a:tcPr/>
                </a:tc>
                <a:extLst>
                  <a:ext uri="{0D108BD9-81ED-4DB2-BD59-A6C34878D82A}">
                    <a16:rowId xmlns:a16="http://schemas.microsoft.com/office/drawing/2014/main" val="1752300025"/>
                  </a:ext>
                </a:extLst>
              </a:tr>
              <a:tr h="370840">
                <a:tc>
                  <a:txBody>
                    <a:bodyPr/>
                    <a:lstStyle/>
                    <a:p>
                      <a:pPr algn="ctr"/>
                      <a:r>
                        <a:rPr lang="en-US" sz="1800" dirty="0"/>
                        <a:t>3</a:t>
                      </a:r>
                    </a:p>
                  </a:txBody>
                  <a:tcPr/>
                </a:tc>
                <a:tc>
                  <a:txBody>
                    <a:bodyPr/>
                    <a:lstStyle/>
                    <a:p>
                      <a:pPr algn="l"/>
                      <a:r>
                        <a:rPr lang="en-US" sz="1800" dirty="0"/>
                        <a:t>Content-filtering</a:t>
                      </a:r>
                    </a:p>
                  </a:txBody>
                  <a:tcPr/>
                </a:tc>
                <a:tc>
                  <a:txBody>
                    <a:bodyPr/>
                    <a:lstStyle/>
                    <a:p>
                      <a:pPr algn="ctr"/>
                      <a:r>
                        <a:rPr lang="en-US" sz="1800" b="0" i="0" u="none" strike="noStrike" cap="none" dirty="0">
                          <a:solidFill>
                            <a:schemeClr val="tx1"/>
                          </a:solidFill>
                          <a:effectLst/>
                          <a:latin typeface="+mn-lt"/>
                          <a:ea typeface="+mn-ea"/>
                          <a:cs typeface="+mn-cs"/>
                          <a:sym typeface="Arial"/>
                        </a:rPr>
                        <a:t>0.8763</a:t>
                      </a:r>
                      <a:endParaRPr lang="en-US" sz="1800" dirty="0"/>
                    </a:p>
                  </a:txBody>
                  <a:tcPr/>
                </a:tc>
                <a:extLst>
                  <a:ext uri="{0D108BD9-81ED-4DB2-BD59-A6C34878D82A}">
                    <a16:rowId xmlns:a16="http://schemas.microsoft.com/office/drawing/2014/main" val="1002391990"/>
                  </a:ext>
                </a:extLst>
              </a:tr>
              <a:tr h="370840">
                <a:tc>
                  <a:txBody>
                    <a:bodyPr/>
                    <a:lstStyle/>
                    <a:p>
                      <a:pPr algn="ctr"/>
                      <a:r>
                        <a:rPr lang="en-US" sz="1800" dirty="0"/>
                        <a:t>4</a:t>
                      </a:r>
                    </a:p>
                  </a:txBody>
                  <a:tcPr/>
                </a:tc>
                <a:tc>
                  <a:txBody>
                    <a:bodyPr/>
                    <a:lstStyle/>
                    <a:p>
                      <a:pPr algn="l"/>
                      <a:r>
                        <a:rPr lang="en-US" sz="1800" dirty="0"/>
                        <a:t>ALS model + items-based +Content - filtering</a:t>
                      </a:r>
                    </a:p>
                  </a:txBody>
                  <a:tcPr/>
                </a:tc>
                <a:tc>
                  <a:txBody>
                    <a:bodyPr/>
                    <a:lstStyle/>
                    <a:p>
                      <a:pPr algn="ctr"/>
                      <a:r>
                        <a:rPr lang="en-US" sz="1800" b="0" i="0" u="none" strike="noStrike" cap="none" dirty="0">
                          <a:solidFill>
                            <a:schemeClr val="tx1"/>
                          </a:solidFill>
                          <a:effectLst/>
                          <a:latin typeface="+mn-lt"/>
                          <a:ea typeface="+mn-ea"/>
                          <a:cs typeface="+mn-cs"/>
                          <a:sym typeface="Arial"/>
                        </a:rPr>
                        <a:t>0.8809</a:t>
                      </a:r>
                      <a:endParaRPr lang="en-US" sz="1800" dirty="0"/>
                    </a:p>
                  </a:txBody>
                  <a:tcPr/>
                </a:tc>
                <a:extLst>
                  <a:ext uri="{0D108BD9-81ED-4DB2-BD59-A6C34878D82A}">
                    <a16:rowId xmlns:a16="http://schemas.microsoft.com/office/drawing/2014/main" val="1902124674"/>
                  </a:ext>
                </a:extLst>
              </a:tr>
              <a:tr h="370840">
                <a:tc>
                  <a:txBody>
                    <a:bodyPr/>
                    <a:lstStyle/>
                    <a:p>
                      <a:pPr algn="ctr"/>
                      <a:r>
                        <a:rPr lang="en-US" sz="1800" dirty="0"/>
                        <a:t>5</a:t>
                      </a:r>
                    </a:p>
                  </a:txBody>
                  <a:tcPr/>
                </a:tc>
                <a:tc>
                  <a:txBody>
                    <a:bodyPr/>
                    <a:lstStyle/>
                    <a:p>
                      <a:pPr algn="l"/>
                      <a:r>
                        <a:rPr lang="en-US" sz="1800" dirty="0"/>
                        <a:t>ALS model + users-based+ Content-filtering</a:t>
                      </a:r>
                    </a:p>
                  </a:txBody>
                  <a:tcPr/>
                </a:tc>
                <a:tc>
                  <a:txBody>
                    <a:bodyPr/>
                    <a:lstStyle/>
                    <a:p>
                      <a:pPr algn="ctr"/>
                      <a:r>
                        <a:rPr lang="en-US" sz="1800" b="0" dirty="0"/>
                        <a:t>0.8699</a:t>
                      </a:r>
                    </a:p>
                  </a:txBody>
                  <a:tcPr/>
                </a:tc>
                <a:extLst>
                  <a:ext uri="{0D108BD9-81ED-4DB2-BD59-A6C34878D82A}">
                    <a16:rowId xmlns:a16="http://schemas.microsoft.com/office/drawing/2014/main" val="3007582917"/>
                  </a:ext>
                </a:extLst>
              </a:tr>
              <a:tr h="370840">
                <a:tc>
                  <a:txBody>
                    <a:bodyPr/>
                    <a:lstStyle/>
                    <a:p>
                      <a:pPr algn="ctr"/>
                      <a:r>
                        <a:rPr lang="en-US" sz="1800" dirty="0"/>
                        <a:t>6</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ALS model + Content-filtering</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i="0" u="none" strike="noStrike" cap="none" dirty="0">
                          <a:solidFill>
                            <a:schemeClr val="tx1"/>
                          </a:solidFill>
                          <a:effectLst/>
                          <a:latin typeface="+mn-lt"/>
                          <a:ea typeface="+mn-ea"/>
                          <a:cs typeface="+mn-cs"/>
                          <a:sym typeface="Arial"/>
                        </a:rPr>
                        <a:t>0.8676</a:t>
                      </a:r>
                      <a:endParaRPr lang="en-US" sz="1800" b="1" dirty="0"/>
                    </a:p>
                  </a:txBody>
                  <a:tcPr/>
                </a:tc>
                <a:extLst>
                  <a:ext uri="{0D108BD9-81ED-4DB2-BD59-A6C34878D82A}">
                    <a16:rowId xmlns:a16="http://schemas.microsoft.com/office/drawing/2014/main" val="4249047942"/>
                  </a:ext>
                </a:extLst>
              </a:tr>
            </a:tbl>
          </a:graphicData>
        </a:graphic>
      </p:graphicFrame>
    </p:spTree>
    <p:extLst>
      <p:ext uri="{BB962C8B-B14F-4D97-AF65-F5344CB8AC3E}">
        <p14:creationId xmlns:p14="http://schemas.microsoft.com/office/powerpoint/2010/main" val="812418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15"/>
          <p:cNvSpPr txBox="1">
            <a:spLocks noGrp="1"/>
          </p:cNvSpPr>
          <p:nvPr>
            <p:ph type="title"/>
          </p:nvPr>
        </p:nvSpPr>
        <p:spPr>
          <a:xfrm>
            <a:off x="5108524" y="2599913"/>
            <a:ext cx="3375174" cy="1528419"/>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4200"/>
              <a:buNone/>
            </a:pPr>
            <a:r>
              <a:rPr lang="en-US"/>
              <a:t>Kết luận và hướng phát triển</a:t>
            </a:r>
            <a:endParaRPr/>
          </a:p>
        </p:txBody>
      </p:sp>
      <p:sp>
        <p:nvSpPr>
          <p:cNvPr id="1156" name="Google Shape;1156;p15"/>
          <p:cNvSpPr txBox="1">
            <a:spLocks noGrp="1"/>
          </p:cNvSpPr>
          <p:nvPr>
            <p:ph type="title" idx="2"/>
          </p:nvPr>
        </p:nvSpPr>
        <p:spPr>
          <a:xfrm>
            <a:off x="5803650" y="1220213"/>
            <a:ext cx="2129100" cy="13797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2000"/>
              <a:buNone/>
            </a:pPr>
            <a:r>
              <a:rPr lang="en-US"/>
              <a:t>05</a:t>
            </a:r>
            <a:endParaRPr/>
          </a:p>
        </p:txBody>
      </p:sp>
      <p:grpSp>
        <p:nvGrpSpPr>
          <p:cNvPr id="1157" name="Google Shape;1157;p15"/>
          <p:cNvGrpSpPr/>
          <p:nvPr/>
        </p:nvGrpSpPr>
        <p:grpSpPr>
          <a:xfrm>
            <a:off x="2245702" y="2753606"/>
            <a:ext cx="3025037" cy="2042219"/>
            <a:chOff x="3061675" y="1092775"/>
            <a:chExt cx="2624078" cy="1771530"/>
          </a:xfrm>
        </p:grpSpPr>
        <p:sp>
          <p:nvSpPr>
            <p:cNvPr id="1158" name="Google Shape;1158;p15"/>
            <p:cNvSpPr/>
            <p:nvPr/>
          </p:nvSpPr>
          <p:spPr>
            <a:xfrm>
              <a:off x="3061675" y="2087143"/>
              <a:ext cx="2624078" cy="777162"/>
            </a:xfrm>
            <a:custGeom>
              <a:avLst/>
              <a:gdLst/>
              <a:ahLst/>
              <a:cxnLst/>
              <a:rect l="l" t="t" r="r" b="b"/>
              <a:pathLst>
                <a:path w="89065" h="26378" extrusionOk="0">
                  <a:moveTo>
                    <a:pt x="39041" y="1"/>
                  </a:moveTo>
                  <a:cubicBezTo>
                    <a:pt x="34280" y="1"/>
                    <a:pt x="29618" y="413"/>
                    <a:pt x="24585" y="1342"/>
                  </a:cubicBezTo>
                  <a:cubicBezTo>
                    <a:pt x="19214" y="2310"/>
                    <a:pt x="13944" y="3944"/>
                    <a:pt x="8974" y="6213"/>
                  </a:cubicBezTo>
                  <a:cubicBezTo>
                    <a:pt x="6405" y="7347"/>
                    <a:pt x="3903" y="8714"/>
                    <a:pt x="2269" y="10683"/>
                  </a:cubicBezTo>
                  <a:cubicBezTo>
                    <a:pt x="634" y="12651"/>
                    <a:pt x="1" y="15353"/>
                    <a:pt x="1402" y="17454"/>
                  </a:cubicBezTo>
                  <a:cubicBezTo>
                    <a:pt x="2836" y="19656"/>
                    <a:pt x="5971" y="20656"/>
                    <a:pt x="8907" y="21490"/>
                  </a:cubicBezTo>
                  <a:cubicBezTo>
                    <a:pt x="15162" y="23264"/>
                    <a:pt x="21574" y="25099"/>
                    <a:pt x="28231" y="25099"/>
                  </a:cubicBezTo>
                  <a:cubicBezTo>
                    <a:pt x="28461" y="25099"/>
                    <a:pt x="28691" y="25097"/>
                    <a:pt x="28921" y="25093"/>
                  </a:cubicBezTo>
                  <a:cubicBezTo>
                    <a:pt x="28999" y="25097"/>
                    <a:pt x="29078" y="25099"/>
                    <a:pt x="29157" y="25099"/>
                  </a:cubicBezTo>
                  <a:cubicBezTo>
                    <a:pt x="29718" y="25099"/>
                    <a:pt x="30296" y="24993"/>
                    <a:pt x="30823" y="24759"/>
                  </a:cubicBezTo>
                  <a:cubicBezTo>
                    <a:pt x="31356" y="24426"/>
                    <a:pt x="31790" y="23992"/>
                    <a:pt x="32090" y="23458"/>
                  </a:cubicBezTo>
                  <a:cubicBezTo>
                    <a:pt x="33891" y="20957"/>
                    <a:pt x="36026" y="18688"/>
                    <a:pt x="38395" y="16754"/>
                  </a:cubicBezTo>
                  <a:cubicBezTo>
                    <a:pt x="39095" y="19455"/>
                    <a:pt x="39796" y="22191"/>
                    <a:pt x="40496" y="24893"/>
                  </a:cubicBezTo>
                  <a:cubicBezTo>
                    <a:pt x="40529" y="25226"/>
                    <a:pt x="40696" y="25526"/>
                    <a:pt x="40963" y="25727"/>
                  </a:cubicBezTo>
                  <a:cubicBezTo>
                    <a:pt x="41225" y="25872"/>
                    <a:pt x="41537" y="25967"/>
                    <a:pt x="41833" y="25967"/>
                  </a:cubicBezTo>
                  <a:cubicBezTo>
                    <a:pt x="41877" y="25967"/>
                    <a:pt x="41921" y="25964"/>
                    <a:pt x="41964" y="25960"/>
                  </a:cubicBezTo>
                  <a:cubicBezTo>
                    <a:pt x="47413" y="26234"/>
                    <a:pt x="52844" y="26378"/>
                    <a:pt x="58284" y="26378"/>
                  </a:cubicBezTo>
                  <a:cubicBezTo>
                    <a:pt x="60137" y="26378"/>
                    <a:pt x="61990" y="26361"/>
                    <a:pt x="63846" y="26327"/>
                  </a:cubicBezTo>
                  <a:lnTo>
                    <a:pt x="82426" y="23492"/>
                  </a:lnTo>
                  <a:cubicBezTo>
                    <a:pt x="85128" y="22391"/>
                    <a:pt x="87663" y="20623"/>
                    <a:pt x="88464" y="18221"/>
                  </a:cubicBezTo>
                  <a:cubicBezTo>
                    <a:pt x="89064" y="16253"/>
                    <a:pt x="88397" y="14185"/>
                    <a:pt x="87396" y="12317"/>
                  </a:cubicBezTo>
                  <a:cubicBezTo>
                    <a:pt x="86629" y="10749"/>
                    <a:pt x="85462" y="9382"/>
                    <a:pt x="84027" y="8348"/>
                  </a:cubicBezTo>
                  <a:cubicBezTo>
                    <a:pt x="82660" y="7447"/>
                    <a:pt x="80992" y="6913"/>
                    <a:pt x="79357" y="6446"/>
                  </a:cubicBezTo>
                  <a:cubicBezTo>
                    <a:pt x="69650" y="3611"/>
                    <a:pt x="59743" y="1676"/>
                    <a:pt x="49703" y="609"/>
                  </a:cubicBezTo>
                  <a:cubicBezTo>
                    <a:pt x="45979" y="217"/>
                    <a:pt x="42484" y="1"/>
                    <a:pt x="3904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9" name="Google Shape;1159;p15"/>
            <p:cNvSpPr/>
            <p:nvPr/>
          </p:nvSpPr>
          <p:spPr>
            <a:xfrm>
              <a:off x="3380108" y="2369426"/>
              <a:ext cx="845220" cy="322379"/>
            </a:xfrm>
            <a:custGeom>
              <a:avLst/>
              <a:gdLst/>
              <a:ahLst/>
              <a:cxnLst/>
              <a:rect l="l" t="t" r="r" b="b"/>
              <a:pathLst>
                <a:path w="28688" h="10942" fill="none" extrusionOk="0">
                  <a:moveTo>
                    <a:pt x="0" y="7373"/>
                  </a:moveTo>
                  <a:cubicBezTo>
                    <a:pt x="4203" y="9341"/>
                    <a:pt x="8706" y="10542"/>
                    <a:pt x="13310" y="10942"/>
                  </a:cubicBezTo>
                  <a:cubicBezTo>
                    <a:pt x="13477" y="10942"/>
                    <a:pt x="13643" y="10942"/>
                    <a:pt x="13843" y="10909"/>
                  </a:cubicBezTo>
                  <a:cubicBezTo>
                    <a:pt x="13977" y="10842"/>
                    <a:pt x="14144" y="10742"/>
                    <a:pt x="14277" y="10642"/>
                  </a:cubicBezTo>
                  <a:cubicBezTo>
                    <a:pt x="18046" y="7606"/>
                    <a:pt x="21682" y="4371"/>
                    <a:pt x="25719" y="1702"/>
                  </a:cubicBezTo>
                  <a:cubicBezTo>
                    <a:pt x="26653" y="1035"/>
                    <a:pt x="27653" y="468"/>
                    <a:pt x="28687" y="1"/>
                  </a:cubicBezTo>
                </a:path>
              </a:pathLst>
            </a:custGeom>
            <a:solidFill>
              <a:schemeClr val="dk1"/>
            </a:solid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0" name="Google Shape;1160;p15"/>
            <p:cNvSpPr/>
            <p:nvPr/>
          </p:nvSpPr>
          <p:spPr>
            <a:xfrm>
              <a:off x="4294102" y="2378264"/>
              <a:ext cx="632943" cy="354817"/>
            </a:xfrm>
            <a:custGeom>
              <a:avLst/>
              <a:gdLst/>
              <a:ahLst/>
              <a:cxnLst/>
              <a:rect l="l" t="t" r="r" b="b"/>
              <a:pathLst>
                <a:path w="21483" h="12043" fill="none" extrusionOk="0">
                  <a:moveTo>
                    <a:pt x="0" y="1"/>
                  </a:moveTo>
                  <a:cubicBezTo>
                    <a:pt x="1568" y="3337"/>
                    <a:pt x="2369" y="7039"/>
                    <a:pt x="2269" y="10775"/>
                  </a:cubicBezTo>
                  <a:cubicBezTo>
                    <a:pt x="4604" y="11609"/>
                    <a:pt x="7105" y="11809"/>
                    <a:pt x="9574" y="11909"/>
                  </a:cubicBezTo>
                  <a:cubicBezTo>
                    <a:pt x="13543" y="12043"/>
                    <a:pt x="17513" y="11976"/>
                    <a:pt x="21482" y="11909"/>
                  </a:cubicBezTo>
                  <a:cubicBezTo>
                    <a:pt x="19181" y="8007"/>
                    <a:pt x="16245" y="4538"/>
                    <a:pt x="12810" y="1669"/>
                  </a:cubicBezTo>
                  <a:cubicBezTo>
                    <a:pt x="12176" y="1068"/>
                    <a:pt x="11475" y="601"/>
                    <a:pt x="10708" y="268"/>
                  </a:cubicBezTo>
                </a:path>
              </a:pathLst>
            </a:custGeom>
            <a:solidFill>
              <a:schemeClr val="dk1"/>
            </a:solid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1" name="Google Shape;1161;p15"/>
            <p:cNvSpPr/>
            <p:nvPr/>
          </p:nvSpPr>
          <p:spPr>
            <a:xfrm>
              <a:off x="4686222" y="2269193"/>
              <a:ext cx="820678" cy="431478"/>
            </a:xfrm>
            <a:custGeom>
              <a:avLst/>
              <a:gdLst/>
              <a:ahLst/>
              <a:cxnLst/>
              <a:rect l="l" t="t" r="r" b="b"/>
              <a:pathLst>
                <a:path w="27855" h="14645" fill="none" extrusionOk="0">
                  <a:moveTo>
                    <a:pt x="1" y="3670"/>
                  </a:moveTo>
                  <a:cubicBezTo>
                    <a:pt x="2369" y="4837"/>
                    <a:pt x="4638" y="6205"/>
                    <a:pt x="6772" y="7773"/>
                  </a:cubicBezTo>
                  <a:cubicBezTo>
                    <a:pt x="9374" y="9707"/>
                    <a:pt x="11776" y="11942"/>
                    <a:pt x="13511" y="14644"/>
                  </a:cubicBezTo>
                  <a:cubicBezTo>
                    <a:pt x="16413" y="14644"/>
                    <a:pt x="19281" y="13977"/>
                    <a:pt x="21883" y="12776"/>
                  </a:cubicBezTo>
                  <a:cubicBezTo>
                    <a:pt x="23117" y="12276"/>
                    <a:pt x="24218" y="11575"/>
                    <a:pt x="25186" y="10675"/>
                  </a:cubicBezTo>
                  <a:cubicBezTo>
                    <a:pt x="26520" y="9340"/>
                    <a:pt x="27220" y="7506"/>
                    <a:pt x="27854" y="5738"/>
                  </a:cubicBezTo>
                  <a:cubicBezTo>
                    <a:pt x="22450" y="2335"/>
                    <a:pt x="16246" y="367"/>
                    <a:pt x="9875" y="0"/>
                  </a:cubicBezTo>
                </a:path>
              </a:pathLst>
            </a:custGeom>
            <a:solidFill>
              <a:schemeClr val="dk1"/>
            </a:solid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2" name="Google Shape;1162;p15"/>
            <p:cNvSpPr/>
            <p:nvPr/>
          </p:nvSpPr>
          <p:spPr>
            <a:xfrm>
              <a:off x="3240543" y="2238729"/>
              <a:ext cx="777427" cy="301725"/>
            </a:xfrm>
            <a:custGeom>
              <a:avLst/>
              <a:gdLst/>
              <a:ahLst/>
              <a:cxnLst/>
              <a:rect l="l" t="t" r="r" b="b"/>
              <a:pathLst>
                <a:path w="26387" h="10241" fill="none" extrusionOk="0">
                  <a:moveTo>
                    <a:pt x="167" y="3903"/>
                  </a:moveTo>
                  <a:cubicBezTo>
                    <a:pt x="1" y="4537"/>
                    <a:pt x="67" y="5204"/>
                    <a:pt x="367" y="5804"/>
                  </a:cubicBezTo>
                  <a:cubicBezTo>
                    <a:pt x="1001" y="7572"/>
                    <a:pt x="2169" y="9107"/>
                    <a:pt x="3670" y="10241"/>
                  </a:cubicBezTo>
                  <a:cubicBezTo>
                    <a:pt x="10241" y="5071"/>
                    <a:pt x="18314" y="2269"/>
                    <a:pt x="26386" y="0"/>
                  </a:cubicBezTo>
                </a:path>
              </a:pathLst>
            </a:custGeom>
            <a:solidFill>
              <a:schemeClr val="dk1"/>
            </a:solid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3" name="Google Shape;1163;p15"/>
            <p:cNvSpPr/>
            <p:nvPr/>
          </p:nvSpPr>
          <p:spPr>
            <a:xfrm>
              <a:off x="4544712" y="1609640"/>
              <a:ext cx="724188" cy="1073319"/>
            </a:xfrm>
            <a:custGeom>
              <a:avLst/>
              <a:gdLst/>
              <a:ahLst/>
              <a:cxnLst/>
              <a:rect l="l" t="t" r="r" b="b"/>
              <a:pathLst>
                <a:path w="24580" h="36430" extrusionOk="0">
                  <a:moveTo>
                    <a:pt x="18685" y="1"/>
                  </a:moveTo>
                  <a:cubicBezTo>
                    <a:pt x="17947" y="1"/>
                    <a:pt x="17195" y="135"/>
                    <a:pt x="16512" y="371"/>
                  </a:cubicBezTo>
                  <a:cubicBezTo>
                    <a:pt x="14010" y="1238"/>
                    <a:pt x="12076" y="3173"/>
                    <a:pt x="10308" y="5107"/>
                  </a:cubicBezTo>
                  <a:cubicBezTo>
                    <a:pt x="6605" y="9143"/>
                    <a:pt x="0" y="14848"/>
                    <a:pt x="2736" y="20952"/>
                  </a:cubicBezTo>
                  <a:cubicBezTo>
                    <a:pt x="3636" y="22953"/>
                    <a:pt x="5171" y="24555"/>
                    <a:pt x="6705" y="26089"/>
                  </a:cubicBezTo>
                  <a:lnTo>
                    <a:pt x="12209" y="31693"/>
                  </a:lnTo>
                  <a:lnTo>
                    <a:pt x="14077" y="33628"/>
                  </a:lnTo>
                  <a:lnTo>
                    <a:pt x="14544" y="34095"/>
                  </a:lnTo>
                  <a:cubicBezTo>
                    <a:pt x="14711" y="34228"/>
                    <a:pt x="14844" y="34395"/>
                    <a:pt x="14978" y="34562"/>
                  </a:cubicBezTo>
                  <a:cubicBezTo>
                    <a:pt x="15078" y="34695"/>
                    <a:pt x="15011" y="34862"/>
                    <a:pt x="15011" y="35029"/>
                  </a:cubicBezTo>
                  <a:cubicBezTo>
                    <a:pt x="15011" y="35229"/>
                    <a:pt x="15045" y="35429"/>
                    <a:pt x="15111" y="35596"/>
                  </a:cubicBezTo>
                  <a:cubicBezTo>
                    <a:pt x="15311" y="36096"/>
                    <a:pt x="15778" y="36396"/>
                    <a:pt x="16312" y="36430"/>
                  </a:cubicBezTo>
                  <a:cubicBezTo>
                    <a:pt x="16812" y="36430"/>
                    <a:pt x="17346" y="36330"/>
                    <a:pt x="17780" y="36063"/>
                  </a:cubicBezTo>
                  <a:cubicBezTo>
                    <a:pt x="17880" y="35996"/>
                    <a:pt x="18013" y="35929"/>
                    <a:pt x="18080" y="35829"/>
                  </a:cubicBezTo>
                  <a:cubicBezTo>
                    <a:pt x="18180" y="35729"/>
                    <a:pt x="18247" y="35596"/>
                    <a:pt x="18280" y="35462"/>
                  </a:cubicBezTo>
                  <a:cubicBezTo>
                    <a:pt x="18575" y="34490"/>
                    <a:pt x="17828" y="33543"/>
                    <a:pt x="16891" y="33543"/>
                  </a:cubicBezTo>
                  <a:cubicBezTo>
                    <a:pt x="16767" y="33543"/>
                    <a:pt x="16640" y="33559"/>
                    <a:pt x="16512" y="33594"/>
                  </a:cubicBezTo>
                  <a:cubicBezTo>
                    <a:pt x="16345" y="33661"/>
                    <a:pt x="16212" y="33661"/>
                    <a:pt x="16045" y="33661"/>
                  </a:cubicBezTo>
                  <a:cubicBezTo>
                    <a:pt x="15812" y="33628"/>
                    <a:pt x="15578" y="33494"/>
                    <a:pt x="15411" y="33294"/>
                  </a:cubicBezTo>
                  <a:lnTo>
                    <a:pt x="14678" y="32627"/>
                  </a:lnTo>
                  <a:lnTo>
                    <a:pt x="13243" y="31326"/>
                  </a:lnTo>
                  <a:lnTo>
                    <a:pt x="10308" y="28691"/>
                  </a:lnTo>
                  <a:lnTo>
                    <a:pt x="9807" y="28257"/>
                  </a:lnTo>
                  <a:cubicBezTo>
                    <a:pt x="9674" y="28090"/>
                    <a:pt x="9507" y="27957"/>
                    <a:pt x="9307" y="27824"/>
                  </a:cubicBezTo>
                  <a:lnTo>
                    <a:pt x="9307" y="27824"/>
                  </a:lnTo>
                  <a:cubicBezTo>
                    <a:pt x="12609" y="29591"/>
                    <a:pt x="16079" y="31126"/>
                    <a:pt x="19614" y="32360"/>
                  </a:cubicBezTo>
                  <a:cubicBezTo>
                    <a:pt x="20215" y="32527"/>
                    <a:pt x="20782" y="32827"/>
                    <a:pt x="21249" y="33261"/>
                  </a:cubicBezTo>
                  <a:cubicBezTo>
                    <a:pt x="21449" y="33561"/>
                    <a:pt x="21649" y="33828"/>
                    <a:pt x="21883" y="34095"/>
                  </a:cubicBezTo>
                  <a:cubicBezTo>
                    <a:pt x="22155" y="34352"/>
                    <a:pt x="22452" y="34460"/>
                    <a:pt x="22736" y="34460"/>
                  </a:cubicBezTo>
                  <a:cubicBezTo>
                    <a:pt x="23738" y="34460"/>
                    <a:pt x="24579" y="33111"/>
                    <a:pt x="23617" y="32227"/>
                  </a:cubicBezTo>
                  <a:cubicBezTo>
                    <a:pt x="23350" y="31993"/>
                    <a:pt x="23017" y="31860"/>
                    <a:pt x="22717" y="31760"/>
                  </a:cubicBezTo>
                  <a:cubicBezTo>
                    <a:pt x="18314" y="30159"/>
                    <a:pt x="14044" y="28224"/>
                    <a:pt x="9941" y="25956"/>
                  </a:cubicBezTo>
                  <a:lnTo>
                    <a:pt x="9941" y="25956"/>
                  </a:lnTo>
                  <a:cubicBezTo>
                    <a:pt x="13943" y="27372"/>
                    <a:pt x="18144" y="28106"/>
                    <a:pt x="22386" y="28106"/>
                  </a:cubicBezTo>
                  <a:cubicBezTo>
                    <a:pt x="22740" y="28106"/>
                    <a:pt x="23095" y="28101"/>
                    <a:pt x="23451" y="28090"/>
                  </a:cubicBezTo>
                  <a:cubicBezTo>
                    <a:pt x="24088" y="27357"/>
                    <a:pt x="23415" y="26014"/>
                    <a:pt x="22480" y="26014"/>
                  </a:cubicBezTo>
                  <a:cubicBezTo>
                    <a:pt x="22437" y="26014"/>
                    <a:pt x="22394" y="26016"/>
                    <a:pt x="22350" y="26022"/>
                  </a:cubicBezTo>
                  <a:cubicBezTo>
                    <a:pt x="21949" y="26089"/>
                    <a:pt x="21583" y="26256"/>
                    <a:pt x="21216" y="26423"/>
                  </a:cubicBezTo>
                  <a:cubicBezTo>
                    <a:pt x="20849" y="26563"/>
                    <a:pt x="20469" y="26619"/>
                    <a:pt x="20083" y="26619"/>
                  </a:cubicBezTo>
                  <a:cubicBezTo>
                    <a:pt x="19273" y="26619"/>
                    <a:pt x="18437" y="26371"/>
                    <a:pt x="17646" y="26122"/>
                  </a:cubicBezTo>
                  <a:lnTo>
                    <a:pt x="6805" y="22687"/>
                  </a:lnTo>
                  <a:cubicBezTo>
                    <a:pt x="10641" y="21085"/>
                    <a:pt x="14377" y="19051"/>
                    <a:pt x="17380" y="16148"/>
                  </a:cubicBezTo>
                  <a:cubicBezTo>
                    <a:pt x="20382" y="13280"/>
                    <a:pt x="22583" y="9410"/>
                    <a:pt x="22883" y="5241"/>
                  </a:cubicBezTo>
                  <a:cubicBezTo>
                    <a:pt x="22984" y="3873"/>
                    <a:pt x="22817" y="2372"/>
                    <a:pt x="21916" y="1305"/>
                  </a:cubicBezTo>
                  <a:cubicBezTo>
                    <a:pt x="21141" y="383"/>
                    <a:pt x="19932" y="1"/>
                    <a:pt x="1868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4" name="Google Shape;1164;p15"/>
            <p:cNvSpPr/>
            <p:nvPr/>
          </p:nvSpPr>
          <p:spPr>
            <a:xfrm>
              <a:off x="4618428" y="1687628"/>
              <a:ext cx="453074" cy="539311"/>
            </a:xfrm>
            <a:custGeom>
              <a:avLst/>
              <a:gdLst/>
              <a:ahLst/>
              <a:cxnLst/>
              <a:rect l="l" t="t" r="r" b="b"/>
              <a:pathLst>
                <a:path w="15378" h="18305" extrusionOk="0">
                  <a:moveTo>
                    <a:pt x="15307" y="0"/>
                  </a:moveTo>
                  <a:cubicBezTo>
                    <a:pt x="15286" y="0"/>
                    <a:pt x="15261" y="8"/>
                    <a:pt x="15244" y="25"/>
                  </a:cubicBezTo>
                  <a:cubicBezTo>
                    <a:pt x="13510" y="1159"/>
                    <a:pt x="11975" y="2627"/>
                    <a:pt x="10775" y="4362"/>
                  </a:cubicBezTo>
                  <a:cubicBezTo>
                    <a:pt x="9540" y="6029"/>
                    <a:pt x="8440" y="7797"/>
                    <a:pt x="7439" y="9632"/>
                  </a:cubicBezTo>
                  <a:cubicBezTo>
                    <a:pt x="6905" y="10533"/>
                    <a:pt x="6405" y="11433"/>
                    <a:pt x="5871" y="12301"/>
                  </a:cubicBezTo>
                  <a:cubicBezTo>
                    <a:pt x="5371" y="13201"/>
                    <a:pt x="4737" y="14035"/>
                    <a:pt x="4036" y="14769"/>
                  </a:cubicBezTo>
                  <a:cubicBezTo>
                    <a:pt x="3703" y="15103"/>
                    <a:pt x="3269" y="15336"/>
                    <a:pt x="2769" y="15369"/>
                  </a:cubicBezTo>
                  <a:lnTo>
                    <a:pt x="2402" y="15369"/>
                  </a:lnTo>
                  <a:cubicBezTo>
                    <a:pt x="2269" y="15336"/>
                    <a:pt x="2135" y="15336"/>
                    <a:pt x="1968" y="15336"/>
                  </a:cubicBezTo>
                  <a:lnTo>
                    <a:pt x="1568" y="15369"/>
                  </a:lnTo>
                  <a:lnTo>
                    <a:pt x="1134" y="15470"/>
                  </a:lnTo>
                  <a:cubicBezTo>
                    <a:pt x="601" y="15670"/>
                    <a:pt x="200" y="16170"/>
                    <a:pt x="100" y="16737"/>
                  </a:cubicBezTo>
                  <a:cubicBezTo>
                    <a:pt x="0" y="17237"/>
                    <a:pt x="34" y="17805"/>
                    <a:pt x="200" y="18305"/>
                  </a:cubicBezTo>
                  <a:lnTo>
                    <a:pt x="234" y="18305"/>
                  </a:lnTo>
                  <a:cubicBezTo>
                    <a:pt x="267" y="18305"/>
                    <a:pt x="300" y="18272"/>
                    <a:pt x="267" y="18272"/>
                  </a:cubicBezTo>
                  <a:cubicBezTo>
                    <a:pt x="200" y="17771"/>
                    <a:pt x="234" y="17237"/>
                    <a:pt x="334" y="16770"/>
                  </a:cubicBezTo>
                  <a:cubicBezTo>
                    <a:pt x="467" y="16303"/>
                    <a:pt x="801" y="15903"/>
                    <a:pt x="1268" y="15770"/>
                  </a:cubicBezTo>
                  <a:lnTo>
                    <a:pt x="1601" y="15670"/>
                  </a:lnTo>
                  <a:lnTo>
                    <a:pt x="1968" y="15670"/>
                  </a:lnTo>
                  <a:cubicBezTo>
                    <a:pt x="2102" y="15670"/>
                    <a:pt x="2235" y="15670"/>
                    <a:pt x="2335" y="15703"/>
                  </a:cubicBezTo>
                  <a:cubicBezTo>
                    <a:pt x="2469" y="15736"/>
                    <a:pt x="2602" y="15736"/>
                    <a:pt x="2769" y="15736"/>
                  </a:cubicBezTo>
                  <a:cubicBezTo>
                    <a:pt x="3336" y="15703"/>
                    <a:pt x="3870" y="15436"/>
                    <a:pt x="4270" y="15036"/>
                  </a:cubicBezTo>
                  <a:cubicBezTo>
                    <a:pt x="5004" y="14269"/>
                    <a:pt x="5638" y="13401"/>
                    <a:pt x="6138" y="12501"/>
                  </a:cubicBezTo>
                  <a:cubicBezTo>
                    <a:pt x="6705" y="11600"/>
                    <a:pt x="7205" y="10699"/>
                    <a:pt x="7706" y="9799"/>
                  </a:cubicBezTo>
                  <a:cubicBezTo>
                    <a:pt x="8706" y="7964"/>
                    <a:pt x="9807" y="6230"/>
                    <a:pt x="11008" y="4528"/>
                  </a:cubicBezTo>
                  <a:cubicBezTo>
                    <a:pt x="12142" y="2794"/>
                    <a:pt x="13610" y="1326"/>
                    <a:pt x="15311" y="159"/>
                  </a:cubicBezTo>
                  <a:cubicBezTo>
                    <a:pt x="15378" y="125"/>
                    <a:pt x="15378" y="59"/>
                    <a:pt x="15345" y="25"/>
                  </a:cubicBezTo>
                  <a:cubicBezTo>
                    <a:pt x="15345" y="8"/>
                    <a:pt x="15328" y="0"/>
                    <a:pt x="153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5" name="Google Shape;1165;p15"/>
            <p:cNvSpPr/>
            <p:nvPr/>
          </p:nvSpPr>
          <p:spPr>
            <a:xfrm>
              <a:off x="4034653" y="1269493"/>
              <a:ext cx="1065364" cy="1155637"/>
            </a:xfrm>
            <a:custGeom>
              <a:avLst/>
              <a:gdLst/>
              <a:ahLst/>
              <a:cxnLst/>
              <a:rect l="l" t="t" r="r" b="b"/>
              <a:pathLst>
                <a:path w="36160" h="39224" extrusionOk="0">
                  <a:moveTo>
                    <a:pt x="19675" y="1"/>
                  </a:moveTo>
                  <a:cubicBezTo>
                    <a:pt x="18206" y="1"/>
                    <a:pt x="16641" y="249"/>
                    <a:pt x="14944" y="808"/>
                  </a:cubicBezTo>
                  <a:cubicBezTo>
                    <a:pt x="10975" y="2109"/>
                    <a:pt x="8039" y="5311"/>
                    <a:pt x="5237" y="8413"/>
                  </a:cubicBezTo>
                  <a:cubicBezTo>
                    <a:pt x="4403" y="9347"/>
                    <a:pt x="3503" y="10448"/>
                    <a:pt x="3603" y="11715"/>
                  </a:cubicBezTo>
                  <a:cubicBezTo>
                    <a:pt x="3703" y="12316"/>
                    <a:pt x="3903" y="12950"/>
                    <a:pt x="4170" y="13517"/>
                  </a:cubicBezTo>
                  <a:cubicBezTo>
                    <a:pt x="5271" y="16819"/>
                    <a:pt x="3369" y="20288"/>
                    <a:pt x="1968" y="23457"/>
                  </a:cubicBezTo>
                  <a:cubicBezTo>
                    <a:pt x="834" y="26092"/>
                    <a:pt x="0" y="28961"/>
                    <a:pt x="567" y="31763"/>
                  </a:cubicBezTo>
                  <a:cubicBezTo>
                    <a:pt x="1268" y="35199"/>
                    <a:pt x="4203" y="37968"/>
                    <a:pt x="7572" y="38868"/>
                  </a:cubicBezTo>
                  <a:cubicBezTo>
                    <a:pt x="8483" y="39109"/>
                    <a:pt x="9417" y="39224"/>
                    <a:pt x="10352" y="39224"/>
                  </a:cubicBezTo>
                  <a:cubicBezTo>
                    <a:pt x="12912" y="39224"/>
                    <a:pt x="15478" y="38366"/>
                    <a:pt x="17579" y="36900"/>
                  </a:cubicBezTo>
                  <a:cubicBezTo>
                    <a:pt x="20481" y="34899"/>
                    <a:pt x="22516" y="31830"/>
                    <a:pt x="23650" y="28494"/>
                  </a:cubicBezTo>
                  <a:cubicBezTo>
                    <a:pt x="24484" y="26126"/>
                    <a:pt x="24851" y="23624"/>
                    <a:pt x="25718" y="21289"/>
                  </a:cubicBezTo>
                  <a:cubicBezTo>
                    <a:pt x="27286" y="17086"/>
                    <a:pt x="30322" y="13583"/>
                    <a:pt x="34225" y="11415"/>
                  </a:cubicBezTo>
                  <a:cubicBezTo>
                    <a:pt x="34658" y="11215"/>
                    <a:pt x="35058" y="10948"/>
                    <a:pt x="35359" y="10581"/>
                  </a:cubicBezTo>
                  <a:cubicBezTo>
                    <a:pt x="36159" y="9447"/>
                    <a:pt x="34925" y="7979"/>
                    <a:pt x="33858" y="7112"/>
                  </a:cubicBezTo>
                  <a:cubicBezTo>
                    <a:pt x="29258" y="3432"/>
                    <a:pt x="25134" y="1"/>
                    <a:pt x="1967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6" name="Google Shape;1166;p15"/>
            <p:cNvSpPr/>
            <p:nvPr/>
          </p:nvSpPr>
          <p:spPr>
            <a:xfrm>
              <a:off x="4067062" y="1529413"/>
              <a:ext cx="1011330" cy="895719"/>
            </a:xfrm>
            <a:custGeom>
              <a:avLst/>
              <a:gdLst/>
              <a:ahLst/>
              <a:cxnLst/>
              <a:rect l="l" t="t" r="r" b="b"/>
              <a:pathLst>
                <a:path w="34326" h="30402" extrusionOk="0">
                  <a:moveTo>
                    <a:pt x="26570" y="1"/>
                  </a:moveTo>
                  <a:cubicBezTo>
                    <a:pt x="25566" y="1"/>
                    <a:pt x="24461" y="58"/>
                    <a:pt x="23251" y="191"/>
                  </a:cubicBezTo>
                  <a:cubicBezTo>
                    <a:pt x="18012" y="771"/>
                    <a:pt x="13288" y="2122"/>
                    <a:pt x="10051" y="2122"/>
                  </a:cubicBezTo>
                  <a:cubicBezTo>
                    <a:pt x="8073" y="2122"/>
                    <a:pt x="6650" y="1618"/>
                    <a:pt x="6005" y="125"/>
                  </a:cubicBezTo>
                  <a:cubicBezTo>
                    <a:pt x="6005" y="125"/>
                    <a:pt x="3403" y="1726"/>
                    <a:pt x="4504" y="4194"/>
                  </a:cubicBezTo>
                  <a:cubicBezTo>
                    <a:pt x="5605" y="6629"/>
                    <a:pt x="6739" y="11733"/>
                    <a:pt x="4804" y="14835"/>
                  </a:cubicBezTo>
                  <a:cubicBezTo>
                    <a:pt x="3337" y="17237"/>
                    <a:pt x="134" y="20473"/>
                    <a:pt x="1" y="24642"/>
                  </a:cubicBezTo>
                  <a:cubicBezTo>
                    <a:pt x="1235" y="27311"/>
                    <a:pt x="3603" y="29279"/>
                    <a:pt x="6472" y="30046"/>
                  </a:cubicBezTo>
                  <a:cubicBezTo>
                    <a:pt x="7374" y="30287"/>
                    <a:pt x="8304" y="30402"/>
                    <a:pt x="9237" y="30402"/>
                  </a:cubicBezTo>
                  <a:cubicBezTo>
                    <a:pt x="11794" y="30402"/>
                    <a:pt x="14378" y="29544"/>
                    <a:pt x="16479" y="28078"/>
                  </a:cubicBezTo>
                  <a:cubicBezTo>
                    <a:pt x="19348" y="26043"/>
                    <a:pt x="21416" y="22974"/>
                    <a:pt x="22550" y="19672"/>
                  </a:cubicBezTo>
                  <a:cubicBezTo>
                    <a:pt x="23351" y="17304"/>
                    <a:pt x="23751" y="14802"/>
                    <a:pt x="24618" y="12467"/>
                  </a:cubicBezTo>
                  <a:cubicBezTo>
                    <a:pt x="26186" y="8264"/>
                    <a:pt x="29188" y="4761"/>
                    <a:pt x="33125" y="2593"/>
                  </a:cubicBezTo>
                  <a:cubicBezTo>
                    <a:pt x="33558" y="2393"/>
                    <a:pt x="33925" y="2126"/>
                    <a:pt x="34225" y="1759"/>
                  </a:cubicBezTo>
                  <a:cubicBezTo>
                    <a:pt x="34259" y="1693"/>
                    <a:pt x="34292" y="1659"/>
                    <a:pt x="34325" y="1592"/>
                  </a:cubicBezTo>
                  <a:cubicBezTo>
                    <a:pt x="33273" y="1026"/>
                    <a:pt x="30823" y="1"/>
                    <a:pt x="26570" y="1"/>
                  </a:cubicBezTo>
                  <a:close/>
                </a:path>
              </a:pathLst>
            </a:custGeom>
            <a:solidFill>
              <a:srgbClr val="F7DAC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7" name="Google Shape;1167;p15"/>
            <p:cNvSpPr/>
            <p:nvPr/>
          </p:nvSpPr>
          <p:spPr>
            <a:xfrm>
              <a:off x="4785128" y="1177628"/>
              <a:ext cx="303081" cy="271173"/>
            </a:xfrm>
            <a:custGeom>
              <a:avLst/>
              <a:gdLst/>
              <a:ahLst/>
              <a:cxnLst/>
              <a:rect l="l" t="t" r="r" b="b"/>
              <a:pathLst>
                <a:path w="10287" h="9204" extrusionOk="0">
                  <a:moveTo>
                    <a:pt x="4940" y="0"/>
                  </a:moveTo>
                  <a:cubicBezTo>
                    <a:pt x="2394" y="0"/>
                    <a:pt x="1" y="1927"/>
                    <a:pt x="947" y="5560"/>
                  </a:cubicBezTo>
                  <a:cubicBezTo>
                    <a:pt x="1080" y="6060"/>
                    <a:pt x="1281" y="6561"/>
                    <a:pt x="1514" y="6994"/>
                  </a:cubicBezTo>
                  <a:cubicBezTo>
                    <a:pt x="2329" y="8409"/>
                    <a:pt x="3817" y="9204"/>
                    <a:pt x="5358" y="9204"/>
                  </a:cubicBezTo>
                  <a:cubicBezTo>
                    <a:pt x="5960" y="9204"/>
                    <a:pt x="6570" y="9082"/>
                    <a:pt x="7151" y="8829"/>
                  </a:cubicBezTo>
                  <a:cubicBezTo>
                    <a:pt x="9220" y="7928"/>
                    <a:pt x="10287" y="5627"/>
                    <a:pt x="9620" y="3459"/>
                  </a:cubicBezTo>
                  <a:cubicBezTo>
                    <a:pt x="8913" y="1121"/>
                    <a:pt x="6882" y="0"/>
                    <a:pt x="494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8" name="Google Shape;1168;p15"/>
            <p:cNvSpPr/>
            <p:nvPr/>
          </p:nvSpPr>
          <p:spPr>
            <a:xfrm>
              <a:off x="4206273" y="1177628"/>
              <a:ext cx="303081" cy="271968"/>
            </a:xfrm>
            <a:custGeom>
              <a:avLst/>
              <a:gdLst/>
              <a:ahLst/>
              <a:cxnLst/>
              <a:rect l="l" t="t" r="r" b="b"/>
              <a:pathLst>
                <a:path w="10287" h="9231" extrusionOk="0">
                  <a:moveTo>
                    <a:pt x="4926" y="0"/>
                  </a:moveTo>
                  <a:cubicBezTo>
                    <a:pt x="2383" y="0"/>
                    <a:pt x="0" y="1927"/>
                    <a:pt x="947" y="5560"/>
                  </a:cubicBezTo>
                  <a:cubicBezTo>
                    <a:pt x="1080" y="6060"/>
                    <a:pt x="1247" y="6561"/>
                    <a:pt x="1514" y="6994"/>
                  </a:cubicBezTo>
                  <a:cubicBezTo>
                    <a:pt x="2334" y="8418"/>
                    <a:pt x="3835" y="9231"/>
                    <a:pt x="5385" y="9231"/>
                  </a:cubicBezTo>
                  <a:cubicBezTo>
                    <a:pt x="5978" y="9231"/>
                    <a:pt x="6579" y="9112"/>
                    <a:pt x="7151" y="8862"/>
                  </a:cubicBezTo>
                  <a:cubicBezTo>
                    <a:pt x="9219" y="7928"/>
                    <a:pt x="10287" y="5627"/>
                    <a:pt x="9619" y="3459"/>
                  </a:cubicBezTo>
                  <a:cubicBezTo>
                    <a:pt x="8898" y="1121"/>
                    <a:pt x="6865" y="0"/>
                    <a:pt x="492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9" name="Google Shape;1169;p15"/>
            <p:cNvSpPr/>
            <p:nvPr/>
          </p:nvSpPr>
          <p:spPr>
            <a:xfrm>
              <a:off x="4238093" y="1488843"/>
              <a:ext cx="837354" cy="103620"/>
            </a:xfrm>
            <a:custGeom>
              <a:avLst/>
              <a:gdLst/>
              <a:ahLst/>
              <a:cxnLst/>
              <a:rect l="l" t="t" r="r" b="b"/>
              <a:pathLst>
                <a:path w="28421" h="3517" extrusionOk="0">
                  <a:moveTo>
                    <a:pt x="1101" y="1"/>
                  </a:moveTo>
                  <a:cubicBezTo>
                    <a:pt x="400" y="201"/>
                    <a:pt x="0" y="901"/>
                    <a:pt x="167" y="1602"/>
                  </a:cubicBezTo>
                  <a:cubicBezTo>
                    <a:pt x="300" y="2269"/>
                    <a:pt x="767" y="2803"/>
                    <a:pt x="1401" y="3070"/>
                  </a:cubicBezTo>
                  <a:cubicBezTo>
                    <a:pt x="2035" y="3336"/>
                    <a:pt x="2669" y="3470"/>
                    <a:pt x="3336" y="3470"/>
                  </a:cubicBezTo>
                  <a:cubicBezTo>
                    <a:pt x="3808" y="3493"/>
                    <a:pt x="4263" y="3517"/>
                    <a:pt x="4725" y="3517"/>
                  </a:cubicBezTo>
                  <a:cubicBezTo>
                    <a:pt x="4916" y="3517"/>
                    <a:pt x="5108" y="3513"/>
                    <a:pt x="5304" y="3503"/>
                  </a:cubicBezTo>
                  <a:cubicBezTo>
                    <a:pt x="7906" y="3403"/>
                    <a:pt x="10441" y="2769"/>
                    <a:pt x="12976" y="2369"/>
                  </a:cubicBezTo>
                  <a:cubicBezTo>
                    <a:pt x="15511" y="1902"/>
                    <a:pt x="18046" y="1635"/>
                    <a:pt x="20648" y="1602"/>
                  </a:cubicBezTo>
                  <a:cubicBezTo>
                    <a:pt x="20809" y="1598"/>
                    <a:pt x="20970" y="1595"/>
                    <a:pt x="21131" y="1595"/>
                  </a:cubicBezTo>
                  <a:cubicBezTo>
                    <a:pt x="22238" y="1595"/>
                    <a:pt x="23344" y="1694"/>
                    <a:pt x="24451" y="1869"/>
                  </a:cubicBezTo>
                  <a:cubicBezTo>
                    <a:pt x="25718" y="2102"/>
                    <a:pt x="26919" y="2469"/>
                    <a:pt x="28087" y="3036"/>
                  </a:cubicBezTo>
                  <a:lnTo>
                    <a:pt x="28120" y="3036"/>
                  </a:lnTo>
                  <a:cubicBezTo>
                    <a:pt x="28145" y="3045"/>
                    <a:pt x="28170" y="3049"/>
                    <a:pt x="28195" y="3049"/>
                  </a:cubicBezTo>
                  <a:cubicBezTo>
                    <a:pt x="28268" y="3049"/>
                    <a:pt x="28337" y="3011"/>
                    <a:pt x="28387" y="2936"/>
                  </a:cubicBezTo>
                  <a:cubicBezTo>
                    <a:pt x="28420" y="2836"/>
                    <a:pt x="28387" y="2703"/>
                    <a:pt x="28287" y="2669"/>
                  </a:cubicBezTo>
                  <a:cubicBezTo>
                    <a:pt x="27086" y="2102"/>
                    <a:pt x="25818" y="1735"/>
                    <a:pt x="24551" y="1502"/>
                  </a:cubicBezTo>
                  <a:cubicBezTo>
                    <a:pt x="23884" y="1368"/>
                    <a:pt x="23250" y="1302"/>
                    <a:pt x="22583" y="1268"/>
                  </a:cubicBezTo>
                  <a:cubicBezTo>
                    <a:pt x="21949" y="1235"/>
                    <a:pt x="21282" y="1235"/>
                    <a:pt x="20648" y="1235"/>
                  </a:cubicBezTo>
                  <a:cubicBezTo>
                    <a:pt x="18046" y="1302"/>
                    <a:pt x="15478" y="1568"/>
                    <a:pt x="12909" y="2069"/>
                  </a:cubicBezTo>
                  <a:cubicBezTo>
                    <a:pt x="10374" y="2536"/>
                    <a:pt x="7872" y="3136"/>
                    <a:pt x="5270" y="3270"/>
                  </a:cubicBezTo>
                  <a:cubicBezTo>
                    <a:pt x="4954" y="3286"/>
                    <a:pt x="4637" y="3295"/>
                    <a:pt x="4320" y="3295"/>
                  </a:cubicBezTo>
                  <a:cubicBezTo>
                    <a:pt x="4003" y="3295"/>
                    <a:pt x="3686" y="3286"/>
                    <a:pt x="3369" y="3270"/>
                  </a:cubicBezTo>
                  <a:cubicBezTo>
                    <a:pt x="2735" y="3270"/>
                    <a:pt x="2102" y="3136"/>
                    <a:pt x="1501" y="2903"/>
                  </a:cubicBezTo>
                  <a:cubicBezTo>
                    <a:pt x="901" y="2669"/>
                    <a:pt x="467" y="2169"/>
                    <a:pt x="300" y="1568"/>
                  </a:cubicBezTo>
                  <a:cubicBezTo>
                    <a:pt x="167" y="968"/>
                    <a:pt x="534" y="334"/>
                    <a:pt x="1134" y="134"/>
                  </a:cubicBezTo>
                  <a:cubicBezTo>
                    <a:pt x="1168" y="134"/>
                    <a:pt x="1168" y="101"/>
                    <a:pt x="1168" y="67"/>
                  </a:cubicBezTo>
                  <a:cubicBezTo>
                    <a:pt x="1168" y="1"/>
                    <a:pt x="1134" y="1"/>
                    <a:pt x="11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0" name="Google Shape;1170;p15"/>
            <p:cNvSpPr/>
            <p:nvPr/>
          </p:nvSpPr>
          <p:spPr>
            <a:xfrm>
              <a:off x="4631215" y="1576318"/>
              <a:ext cx="280100" cy="118056"/>
            </a:xfrm>
            <a:custGeom>
              <a:avLst/>
              <a:gdLst/>
              <a:ahLst/>
              <a:cxnLst/>
              <a:rect l="l" t="t" r="r" b="b"/>
              <a:pathLst>
                <a:path w="9507" h="4007" extrusionOk="0">
                  <a:moveTo>
                    <a:pt x="9440" y="0"/>
                  </a:moveTo>
                  <a:cubicBezTo>
                    <a:pt x="6805" y="2202"/>
                    <a:pt x="3569" y="3503"/>
                    <a:pt x="167" y="3770"/>
                  </a:cubicBezTo>
                  <a:cubicBezTo>
                    <a:pt x="10" y="3770"/>
                    <a:pt x="0" y="4006"/>
                    <a:pt x="139" y="4006"/>
                  </a:cubicBezTo>
                  <a:cubicBezTo>
                    <a:pt x="148" y="4006"/>
                    <a:pt x="157" y="4005"/>
                    <a:pt x="167" y="4003"/>
                  </a:cubicBezTo>
                  <a:cubicBezTo>
                    <a:pt x="3636" y="3703"/>
                    <a:pt x="6871" y="2302"/>
                    <a:pt x="9507" y="67"/>
                  </a:cubicBezTo>
                  <a:cubicBezTo>
                    <a:pt x="9507" y="34"/>
                    <a:pt x="9507" y="34"/>
                    <a:pt x="95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1" name="Google Shape;1171;p15"/>
            <p:cNvSpPr/>
            <p:nvPr/>
          </p:nvSpPr>
          <p:spPr>
            <a:xfrm>
              <a:off x="4135857" y="1846727"/>
              <a:ext cx="307677" cy="778871"/>
            </a:xfrm>
            <a:custGeom>
              <a:avLst/>
              <a:gdLst/>
              <a:ahLst/>
              <a:cxnLst/>
              <a:rect l="l" t="t" r="r" b="b"/>
              <a:pathLst>
                <a:path w="10443" h="26436" extrusionOk="0">
                  <a:moveTo>
                    <a:pt x="9339" y="0"/>
                  </a:moveTo>
                  <a:cubicBezTo>
                    <a:pt x="9158" y="0"/>
                    <a:pt x="8949" y="50"/>
                    <a:pt x="8707" y="162"/>
                  </a:cubicBezTo>
                  <a:cubicBezTo>
                    <a:pt x="7806" y="596"/>
                    <a:pt x="7806" y="1897"/>
                    <a:pt x="7873" y="2898"/>
                  </a:cubicBezTo>
                  <a:cubicBezTo>
                    <a:pt x="8273" y="7868"/>
                    <a:pt x="7506" y="12872"/>
                    <a:pt x="5672" y="17475"/>
                  </a:cubicBezTo>
                  <a:cubicBezTo>
                    <a:pt x="5538" y="17842"/>
                    <a:pt x="5371" y="18142"/>
                    <a:pt x="5171" y="18442"/>
                  </a:cubicBezTo>
                  <a:cubicBezTo>
                    <a:pt x="4904" y="18776"/>
                    <a:pt x="4604" y="19043"/>
                    <a:pt x="4271" y="19276"/>
                  </a:cubicBezTo>
                  <a:lnTo>
                    <a:pt x="1402" y="21444"/>
                  </a:lnTo>
                  <a:cubicBezTo>
                    <a:pt x="1635" y="21077"/>
                    <a:pt x="1302" y="20610"/>
                    <a:pt x="868" y="20610"/>
                  </a:cubicBezTo>
                  <a:cubicBezTo>
                    <a:pt x="101" y="20610"/>
                    <a:pt x="1" y="21645"/>
                    <a:pt x="34" y="22245"/>
                  </a:cubicBezTo>
                  <a:cubicBezTo>
                    <a:pt x="34" y="22412"/>
                    <a:pt x="101" y="22545"/>
                    <a:pt x="168" y="22712"/>
                  </a:cubicBezTo>
                  <a:cubicBezTo>
                    <a:pt x="268" y="22979"/>
                    <a:pt x="535" y="23146"/>
                    <a:pt x="835" y="23146"/>
                  </a:cubicBezTo>
                  <a:cubicBezTo>
                    <a:pt x="860" y="23148"/>
                    <a:pt x="886" y="23150"/>
                    <a:pt x="911" y="23150"/>
                  </a:cubicBezTo>
                  <a:cubicBezTo>
                    <a:pt x="1180" y="23150"/>
                    <a:pt x="1413" y="22989"/>
                    <a:pt x="1535" y="22745"/>
                  </a:cubicBezTo>
                  <a:cubicBezTo>
                    <a:pt x="1569" y="22645"/>
                    <a:pt x="1602" y="22579"/>
                    <a:pt x="1602" y="22478"/>
                  </a:cubicBezTo>
                  <a:cubicBezTo>
                    <a:pt x="1635" y="22345"/>
                    <a:pt x="1669" y="22178"/>
                    <a:pt x="1735" y="22045"/>
                  </a:cubicBezTo>
                  <a:cubicBezTo>
                    <a:pt x="1836" y="21878"/>
                    <a:pt x="1936" y="21878"/>
                    <a:pt x="2102" y="21811"/>
                  </a:cubicBezTo>
                  <a:cubicBezTo>
                    <a:pt x="2303" y="21745"/>
                    <a:pt x="2469" y="21645"/>
                    <a:pt x="2669" y="21544"/>
                  </a:cubicBezTo>
                  <a:cubicBezTo>
                    <a:pt x="3036" y="21344"/>
                    <a:pt x="3403" y="21144"/>
                    <a:pt x="3770" y="20911"/>
                  </a:cubicBezTo>
                  <a:cubicBezTo>
                    <a:pt x="4471" y="20444"/>
                    <a:pt x="5138" y="19943"/>
                    <a:pt x="5772" y="19376"/>
                  </a:cubicBezTo>
                  <a:lnTo>
                    <a:pt x="5772" y="19376"/>
                  </a:lnTo>
                  <a:cubicBezTo>
                    <a:pt x="5138" y="20577"/>
                    <a:pt x="4371" y="21711"/>
                    <a:pt x="3470" y="22745"/>
                  </a:cubicBezTo>
                  <a:cubicBezTo>
                    <a:pt x="3337" y="22912"/>
                    <a:pt x="3170" y="23046"/>
                    <a:pt x="2970" y="23146"/>
                  </a:cubicBezTo>
                  <a:cubicBezTo>
                    <a:pt x="2770" y="23279"/>
                    <a:pt x="2503" y="23312"/>
                    <a:pt x="2269" y="23446"/>
                  </a:cubicBezTo>
                  <a:cubicBezTo>
                    <a:pt x="1602" y="23879"/>
                    <a:pt x="1769" y="24914"/>
                    <a:pt x="2569" y="25080"/>
                  </a:cubicBezTo>
                  <a:cubicBezTo>
                    <a:pt x="2646" y="25100"/>
                    <a:pt x="2721" y="25110"/>
                    <a:pt x="2793" y="25110"/>
                  </a:cubicBezTo>
                  <a:cubicBezTo>
                    <a:pt x="3446" y="25110"/>
                    <a:pt x="3897" y="24347"/>
                    <a:pt x="3537" y="23746"/>
                  </a:cubicBezTo>
                  <a:cubicBezTo>
                    <a:pt x="4604" y="22445"/>
                    <a:pt x="5805" y="21244"/>
                    <a:pt x="7073" y="20177"/>
                  </a:cubicBezTo>
                  <a:lnTo>
                    <a:pt x="7073" y="20177"/>
                  </a:lnTo>
                  <a:cubicBezTo>
                    <a:pt x="6439" y="21444"/>
                    <a:pt x="5805" y="22712"/>
                    <a:pt x="5171" y="23980"/>
                  </a:cubicBezTo>
                  <a:cubicBezTo>
                    <a:pt x="5105" y="24180"/>
                    <a:pt x="4971" y="24380"/>
                    <a:pt x="4804" y="24547"/>
                  </a:cubicBezTo>
                  <a:cubicBezTo>
                    <a:pt x="4671" y="24613"/>
                    <a:pt x="4537" y="24680"/>
                    <a:pt x="4437" y="24813"/>
                  </a:cubicBezTo>
                  <a:cubicBezTo>
                    <a:pt x="4171" y="25114"/>
                    <a:pt x="4171" y="25547"/>
                    <a:pt x="4404" y="25881"/>
                  </a:cubicBezTo>
                  <a:cubicBezTo>
                    <a:pt x="4626" y="26243"/>
                    <a:pt x="5005" y="26436"/>
                    <a:pt x="5389" y="26436"/>
                  </a:cubicBezTo>
                  <a:cubicBezTo>
                    <a:pt x="5640" y="26436"/>
                    <a:pt x="5894" y="26353"/>
                    <a:pt x="6105" y="26181"/>
                  </a:cubicBezTo>
                  <a:cubicBezTo>
                    <a:pt x="6606" y="25714"/>
                    <a:pt x="6305" y="24713"/>
                    <a:pt x="5638" y="24680"/>
                  </a:cubicBezTo>
                  <a:cubicBezTo>
                    <a:pt x="6339" y="23613"/>
                    <a:pt x="7039" y="22545"/>
                    <a:pt x="7740" y="21511"/>
                  </a:cubicBezTo>
                  <a:cubicBezTo>
                    <a:pt x="8073" y="21011"/>
                    <a:pt x="8407" y="20444"/>
                    <a:pt x="8640" y="19877"/>
                  </a:cubicBezTo>
                  <a:cubicBezTo>
                    <a:pt x="8841" y="19176"/>
                    <a:pt x="8974" y="18476"/>
                    <a:pt x="9007" y="17742"/>
                  </a:cubicBezTo>
                  <a:lnTo>
                    <a:pt x="9841" y="7201"/>
                  </a:lnTo>
                  <a:cubicBezTo>
                    <a:pt x="9875" y="5500"/>
                    <a:pt x="10041" y="3832"/>
                    <a:pt x="10275" y="2164"/>
                  </a:cubicBezTo>
                  <a:cubicBezTo>
                    <a:pt x="10443" y="1352"/>
                    <a:pt x="10282" y="0"/>
                    <a:pt x="933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15"/>
            <p:cNvSpPr/>
            <p:nvPr/>
          </p:nvSpPr>
          <p:spPr>
            <a:xfrm>
              <a:off x="4606613" y="1878105"/>
              <a:ext cx="307647" cy="778959"/>
            </a:xfrm>
            <a:custGeom>
              <a:avLst/>
              <a:gdLst/>
              <a:ahLst/>
              <a:cxnLst/>
              <a:rect l="l" t="t" r="r" b="b"/>
              <a:pathLst>
                <a:path w="10442" h="26439" extrusionOk="0">
                  <a:moveTo>
                    <a:pt x="1107" y="0"/>
                  </a:moveTo>
                  <a:cubicBezTo>
                    <a:pt x="183" y="0"/>
                    <a:pt x="0" y="1324"/>
                    <a:pt x="168" y="2133"/>
                  </a:cubicBezTo>
                  <a:cubicBezTo>
                    <a:pt x="435" y="3834"/>
                    <a:pt x="568" y="5502"/>
                    <a:pt x="635" y="7203"/>
                  </a:cubicBezTo>
                  <a:lnTo>
                    <a:pt x="1469" y="17744"/>
                  </a:lnTo>
                  <a:cubicBezTo>
                    <a:pt x="1469" y="18478"/>
                    <a:pt x="1602" y="19179"/>
                    <a:pt x="1836" y="19879"/>
                  </a:cubicBezTo>
                  <a:cubicBezTo>
                    <a:pt x="2069" y="20446"/>
                    <a:pt x="2369" y="21013"/>
                    <a:pt x="2736" y="21514"/>
                  </a:cubicBezTo>
                  <a:cubicBezTo>
                    <a:pt x="3403" y="22581"/>
                    <a:pt x="4104" y="23615"/>
                    <a:pt x="4804" y="24682"/>
                  </a:cubicBezTo>
                  <a:cubicBezTo>
                    <a:pt x="4137" y="24716"/>
                    <a:pt x="3870" y="25717"/>
                    <a:pt x="4337" y="26184"/>
                  </a:cubicBezTo>
                  <a:cubicBezTo>
                    <a:pt x="4549" y="26355"/>
                    <a:pt x="4802" y="26438"/>
                    <a:pt x="5054" y="26438"/>
                  </a:cubicBezTo>
                  <a:cubicBezTo>
                    <a:pt x="5437" y="26438"/>
                    <a:pt x="5817" y="26246"/>
                    <a:pt x="6039" y="25883"/>
                  </a:cubicBezTo>
                  <a:cubicBezTo>
                    <a:pt x="6272" y="25550"/>
                    <a:pt x="6272" y="25116"/>
                    <a:pt x="6005" y="24816"/>
                  </a:cubicBezTo>
                  <a:cubicBezTo>
                    <a:pt x="5905" y="24682"/>
                    <a:pt x="5772" y="24616"/>
                    <a:pt x="5638" y="24549"/>
                  </a:cubicBezTo>
                  <a:cubicBezTo>
                    <a:pt x="5472" y="24382"/>
                    <a:pt x="5338" y="24182"/>
                    <a:pt x="5271" y="23982"/>
                  </a:cubicBezTo>
                  <a:cubicBezTo>
                    <a:pt x="4638" y="22714"/>
                    <a:pt x="4004" y="21447"/>
                    <a:pt x="3370" y="20179"/>
                  </a:cubicBezTo>
                  <a:lnTo>
                    <a:pt x="3370" y="20179"/>
                  </a:lnTo>
                  <a:cubicBezTo>
                    <a:pt x="4671" y="21247"/>
                    <a:pt x="5838" y="22448"/>
                    <a:pt x="6939" y="23715"/>
                  </a:cubicBezTo>
                  <a:cubicBezTo>
                    <a:pt x="6549" y="24346"/>
                    <a:pt x="6997" y="25112"/>
                    <a:pt x="7650" y="25112"/>
                  </a:cubicBezTo>
                  <a:cubicBezTo>
                    <a:pt x="7722" y="25112"/>
                    <a:pt x="7797" y="25103"/>
                    <a:pt x="7873" y="25083"/>
                  </a:cubicBezTo>
                  <a:cubicBezTo>
                    <a:pt x="8674" y="24916"/>
                    <a:pt x="8841" y="23882"/>
                    <a:pt x="8173" y="23448"/>
                  </a:cubicBezTo>
                  <a:cubicBezTo>
                    <a:pt x="7973" y="23315"/>
                    <a:pt x="7706" y="23281"/>
                    <a:pt x="7473" y="23148"/>
                  </a:cubicBezTo>
                  <a:cubicBezTo>
                    <a:pt x="7273" y="23048"/>
                    <a:pt x="7106" y="22915"/>
                    <a:pt x="6973" y="22748"/>
                  </a:cubicBezTo>
                  <a:cubicBezTo>
                    <a:pt x="6072" y="21714"/>
                    <a:pt x="5305" y="20580"/>
                    <a:pt x="4704" y="19379"/>
                  </a:cubicBezTo>
                  <a:lnTo>
                    <a:pt x="4704" y="19379"/>
                  </a:lnTo>
                  <a:cubicBezTo>
                    <a:pt x="5305" y="19946"/>
                    <a:pt x="5972" y="20446"/>
                    <a:pt x="6672" y="20913"/>
                  </a:cubicBezTo>
                  <a:cubicBezTo>
                    <a:pt x="7039" y="21147"/>
                    <a:pt x="7406" y="21347"/>
                    <a:pt x="7773" y="21547"/>
                  </a:cubicBezTo>
                  <a:cubicBezTo>
                    <a:pt x="7973" y="21647"/>
                    <a:pt x="8140" y="21747"/>
                    <a:pt x="8340" y="21814"/>
                  </a:cubicBezTo>
                  <a:cubicBezTo>
                    <a:pt x="8507" y="21847"/>
                    <a:pt x="8607" y="21880"/>
                    <a:pt x="8707" y="22047"/>
                  </a:cubicBezTo>
                  <a:cubicBezTo>
                    <a:pt x="8774" y="22181"/>
                    <a:pt x="8807" y="22314"/>
                    <a:pt x="8841" y="22481"/>
                  </a:cubicBezTo>
                  <a:cubicBezTo>
                    <a:pt x="8874" y="22581"/>
                    <a:pt x="8874" y="22648"/>
                    <a:pt x="8907" y="22748"/>
                  </a:cubicBezTo>
                  <a:cubicBezTo>
                    <a:pt x="9029" y="22992"/>
                    <a:pt x="9291" y="23152"/>
                    <a:pt x="9539" y="23152"/>
                  </a:cubicBezTo>
                  <a:cubicBezTo>
                    <a:pt x="9562" y="23152"/>
                    <a:pt x="9585" y="23151"/>
                    <a:pt x="9608" y="23148"/>
                  </a:cubicBezTo>
                  <a:cubicBezTo>
                    <a:pt x="9908" y="23148"/>
                    <a:pt x="10175" y="22948"/>
                    <a:pt x="10308" y="22714"/>
                  </a:cubicBezTo>
                  <a:cubicBezTo>
                    <a:pt x="10375" y="22548"/>
                    <a:pt x="10408" y="22381"/>
                    <a:pt x="10408" y="22247"/>
                  </a:cubicBezTo>
                  <a:cubicBezTo>
                    <a:pt x="10442" y="21647"/>
                    <a:pt x="10375" y="20613"/>
                    <a:pt x="9574" y="20580"/>
                  </a:cubicBezTo>
                  <a:cubicBezTo>
                    <a:pt x="9141" y="20580"/>
                    <a:pt x="8807" y="21080"/>
                    <a:pt x="9041" y="21413"/>
                  </a:cubicBezTo>
                  <a:lnTo>
                    <a:pt x="6205" y="19279"/>
                  </a:lnTo>
                  <a:cubicBezTo>
                    <a:pt x="5838" y="19045"/>
                    <a:pt x="5538" y="18745"/>
                    <a:pt x="5271" y="18445"/>
                  </a:cubicBezTo>
                  <a:cubicBezTo>
                    <a:pt x="5071" y="18144"/>
                    <a:pt x="4904" y="17811"/>
                    <a:pt x="4771" y="17477"/>
                  </a:cubicBezTo>
                  <a:cubicBezTo>
                    <a:pt x="2936" y="12841"/>
                    <a:pt x="2169" y="7870"/>
                    <a:pt x="2569" y="2900"/>
                  </a:cubicBezTo>
                  <a:cubicBezTo>
                    <a:pt x="2670" y="1866"/>
                    <a:pt x="2636" y="599"/>
                    <a:pt x="1736" y="165"/>
                  </a:cubicBezTo>
                  <a:cubicBezTo>
                    <a:pt x="1496" y="51"/>
                    <a:pt x="1288" y="0"/>
                    <a:pt x="110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3" name="Google Shape;1173;p15"/>
            <p:cNvSpPr/>
            <p:nvPr/>
          </p:nvSpPr>
          <p:spPr>
            <a:xfrm>
              <a:off x="3519821" y="1609640"/>
              <a:ext cx="724188" cy="1073319"/>
            </a:xfrm>
            <a:custGeom>
              <a:avLst/>
              <a:gdLst/>
              <a:ahLst/>
              <a:cxnLst/>
              <a:rect l="l" t="t" r="r" b="b"/>
              <a:pathLst>
                <a:path w="24580" h="36430" extrusionOk="0">
                  <a:moveTo>
                    <a:pt x="5894" y="1"/>
                  </a:moveTo>
                  <a:cubicBezTo>
                    <a:pt x="4648" y="1"/>
                    <a:pt x="3439" y="383"/>
                    <a:pt x="2664" y="1305"/>
                  </a:cubicBezTo>
                  <a:cubicBezTo>
                    <a:pt x="1763" y="2372"/>
                    <a:pt x="1596" y="3873"/>
                    <a:pt x="1696" y="5241"/>
                  </a:cubicBezTo>
                  <a:cubicBezTo>
                    <a:pt x="1996" y="9410"/>
                    <a:pt x="4198" y="13280"/>
                    <a:pt x="7200" y="16148"/>
                  </a:cubicBezTo>
                  <a:cubicBezTo>
                    <a:pt x="10202" y="19051"/>
                    <a:pt x="13938" y="21052"/>
                    <a:pt x="17774" y="22687"/>
                  </a:cubicBezTo>
                  <a:lnTo>
                    <a:pt x="6933" y="26122"/>
                  </a:lnTo>
                  <a:cubicBezTo>
                    <a:pt x="6143" y="26371"/>
                    <a:pt x="5307" y="26619"/>
                    <a:pt x="4497" y="26619"/>
                  </a:cubicBezTo>
                  <a:cubicBezTo>
                    <a:pt x="4111" y="26619"/>
                    <a:pt x="3730" y="26563"/>
                    <a:pt x="3364" y="26423"/>
                  </a:cubicBezTo>
                  <a:cubicBezTo>
                    <a:pt x="2997" y="26256"/>
                    <a:pt x="2630" y="26089"/>
                    <a:pt x="2230" y="26022"/>
                  </a:cubicBezTo>
                  <a:cubicBezTo>
                    <a:pt x="2186" y="26016"/>
                    <a:pt x="2142" y="26014"/>
                    <a:pt x="2099" y="26014"/>
                  </a:cubicBezTo>
                  <a:cubicBezTo>
                    <a:pt x="1165" y="26014"/>
                    <a:pt x="491" y="27357"/>
                    <a:pt x="1129" y="28090"/>
                  </a:cubicBezTo>
                  <a:cubicBezTo>
                    <a:pt x="1484" y="28101"/>
                    <a:pt x="1839" y="28106"/>
                    <a:pt x="2194" y="28106"/>
                  </a:cubicBezTo>
                  <a:cubicBezTo>
                    <a:pt x="6436" y="28106"/>
                    <a:pt x="10637" y="27372"/>
                    <a:pt x="14639" y="25956"/>
                  </a:cubicBezTo>
                  <a:lnTo>
                    <a:pt x="14639" y="25956"/>
                  </a:lnTo>
                  <a:cubicBezTo>
                    <a:pt x="10536" y="28224"/>
                    <a:pt x="6266" y="30159"/>
                    <a:pt x="1863" y="31760"/>
                  </a:cubicBezTo>
                  <a:cubicBezTo>
                    <a:pt x="1529" y="31860"/>
                    <a:pt x="1229" y="31993"/>
                    <a:pt x="962" y="32227"/>
                  </a:cubicBezTo>
                  <a:cubicBezTo>
                    <a:pt x="0" y="33111"/>
                    <a:pt x="822" y="34460"/>
                    <a:pt x="1831" y="34460"/>
                  </a:cubicBezTo>
                  <a:cubicBezTo>
                    <a:pt x="2116" y="34460"/>
                    <a:pt x="2417" y="34352"/>
                    <a:pt x="2697" y="34095"/>
                  </a:cubicBezTo>
                  <a:cubicBezTo>
                    <a:pt x="2930" y="33828"/>
                    <a:pt x="3131" y="33561"/>
                    <a:pt x="3331" y="33261"/>
                  </a:cubicBezTo>
                  <a:cubicBezTo>
                    <a:pt x="3798" y="32827"/>
                    <a:pt x="4331" y="32527"/>
                    <a:pt x="4965" y="32360"/>
                  </a:cubicBezTo>
                  <a:cubicBezTo>
                    <a:pt x="8501" y="31126"/>
                    <a:pt x="11937" y="29591"/>
                    <a:pt x="15273" y="27824"/>
                  </a:cubicBezTo>
                  <a:lnTo>
                    <a:pt x="15273" y="27824"/>
                  </a:lnTo>
                  <a:cubicBezTo>
                    <a:pt x="15072" y="27957"/>
                    <a:pt x="14906" y="28090"/>
                    <a:pt x="14772" y="28257"/>
                  </a:cubicBezTo>
                  <a:lnTo>
                    <a:pt x="14272" y="28691"/>
                  </a:lnTo>
                  <a:lnTo>
                    <a:pt x="11336" y="31326"/>
                  </a:lnTo>
                  <a:lnTo>
                    <a:pt x="9869" y="32627"/>
                  </a:lnTo>
                  <a:lnTo>
                    <a:pt x="9135" y="33294"/>
                  </a:lnTo>
                  <a:cubicBezTo>
                    <a:pt x="8968" y="33494"/>
                    <a:pt x="8768" y="33628"/>
                    <a:pt x="8501" y="33661"/>
                  </a:cubicBezTo>
                  <a:cubicBezTo>
                    <a:pt x="8368" y="33661"/>
                    <a:pt x="8201" y="33661"/>
                    <a:pt x="8067" y="33594"/>
                  </a:cubicBezTo>
                  <a:cubicBezTo>
                    <a:pt x="7939" y="33559"/>
                    <a:pt x="7813" y="33543"/>
                    <a:pt x="7689" y="33543"/>
                  </a:cubicBezTo>
                  <a:cubicBezTo>
                    <a:pt x="6751" y="33543"/>
                    <a:pt x="6001" y="34490"/>
                    <a:pt x="6266" y="35462"/>
                  </a:cubicBezTo>
                  <a:cubicBezTo>
                    <a:pt x="6299" y="35596"/>
                    <a:pt x="6366" y="35729"/>
                    <a:pt x="6466" y="35829"/>
                  </a:cubicBezTo>
                  <a:cubicBezTo>
                    <a:pt x="6566" y="35929"/>
                    <a:pt x="6666" y="35996"/>
                    <a:pt x="6800" y="36063"/>
                  </a:cubicBezTo>
                  <a:cubicBezTo>
                    <a:pt x="7233" y="36330"/>
                    <a:pt x="7734" y="36430"/>
                    <a:pt x="8268" y="36430"/>
                  </a:cubicBezTo>
                  <a:cubicBezTo>
                    <a:pt x="8801" y="36396"/>
                    <a:pt x="9268" y="36096"/>
                    <a:pt x="9468" y="35596"/>
                  </a:cubicBezTo>
                  <a:cubicBezTo>
                    <a:pt x="9535" y="35429"/>
                    <a:pt x="9568" y="35229"/>
                    <a:pt x="9568" y="35029"/>
                  </a:cubicBezTo>
                  <a:cubicBezTo>
                    <a:pt x="9568" y="34862"/>
                    <a:pt x="9502" y="34695"/>
                    <a:pt x="9602" y="34562"/>
                  </a:cubicBezTo>
                  <a:cubicBezTo>
                    <a:pt x="9735" y="34395"/>
                    <a:pt x="9869" y="34228"/>
                    <a:pt x="10035" y="34095"/>
                  </a:cubicBezTo>
                  <a:lnTo>
                    <a:pt x="10502" y="33628"/>
                  </a:lnTo>
                  <a:lnTo>
                    <a:pt x="12370" y="31693"/>
                  </a:lnTo>
                  <a:lnTo>
                    <a:pt x="17874" y="26089"/>
                  </a:lnTo>
                  <a:cubicBezTo>
                    <a:pt x="19375" y="24555"/>
                    <a:pt x="20943" y="22953"/>
                    <a:pt x="21844" y="20952"/>
                  </a:cubicBezTo>
                  <a:cubicBezTo>
                    <a:pt x="24579" y="14848"/>
                    <a:pt x="17941" y="9143"/>
                    <a:pt x="14272" y="5107"/>
                  </a:cubicBezTo>
                  <a:cubicBezTo>
                    <a:pt x="12504" y="3173"/>
                    <a:pt x="10536" y="1238"/>
                    <a:pt x="8067" y="371"/>
                  </a:cubicBezTo>
                  <a:cubicBezTo>
                    <a:pt x="7385" y="135"/>
                    <a:pt x="6633" y="1"/>
                    <a:pt x="589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4" name="Google Shape;1174;p15"/>
            <p:cNvSpPr/>
            <p:nvPr/>
          </p:nvSpPr>
          <p:spPr>
            <a:xfrm>
              <a:off x="3717192" y="1688365"/>
              <a:ext cx="452132" cy="540548"/>
            </a:xfrm>
            <a:custGeom>
              <a:avLst/>
              <a:gdLst/>
              <a:ahLst/>
              <a:cxnLst/>
              <a:rect l="l" t="t" r="r" b="b"/>
              <a:pathLst>
                <a:path w="15346" h="18347" extrusionOk="0">
                  <a:moveTo>
                    <a:pt x="134" y="0"/>
                  </a:moveTo>
                  <a:cubicBezTo>
                    <a:pt x="101" y="0"/>
                    <a:pt x="34" y="0"/>
                    <a:pt x="34" y="34"/>
                  </a:cubicBezTo>
                  <a:cubicBezTo>
                    <a:pt x="1" y="67"/>
                    <a:pt x="1" y="134"/>
                    <a:pt x="34" y="134"/>
                  </a:cubicBezTo>
                  <a:cubicBezTo>
                    <a:pt x="1735" y="1334"/>
                    <a:pt x="3203" y="2802"/>
                    <a:pt x="4371" y="4503"/>
                  </a:cubicBezTo>
                  <a:cubicBezTo>
                    <a:pt x="5571" y="6205"/>
                    <a:pt x="6639" y="7973"/>
                    <a:pt x="7640" y="9807"/>
                  </a:cubicBezTo>
                  <a:cubicBezTo>
                    <a:pt x="8173" y="10708"/>
                    <a:pt x="8674" y="11608"/>
                    <a:pt x="9207" y="12509"/>
                  </a:cubicBezTo>
                  <a:cubicBezTo>
                    <a:pt x="9741" y="13410"/>
                    <a:pt x="10375" y="14277"/>
                    <a:pt x="11109" y="15011"/>
                  </a:cubicBezTo>
                  <a:cubicBezTo>
                    <a:pt x="11509" y="15445"/>
                    <a:pt x="12043" y="15711"/>
                    <a:pt x="12610" y="15711"/>
                  </a:cubicBezTo>
                  <a:cubicBezTo>
                    <a:pt x="12777" y="15711"/>
                    <a:pt x="12910" y="15678"/>
                    <a:pt x="13010" y="15678"/>
                  </a:cubicBezTo>
                  <a:lnTo>
                    <a:pt x="13777" y="15678"/>
                  </a:lnTo>
                  <a:lnTo>
                    <a:pt x="14111" y="15778"/>
                  </a:lnTo>
                  <a:cubicBezTo>
                    <a:pt x="14578" y="15912"/>
                    <a:pt x="14911" y="16278"/>
                    <a:pt x="15045" y="16745"/>
                  </a:cubicBezTo>
                  <a:cubicBezTo>
                    <a:pt x="15145" y="17246"/>
                    <a:pt x="15178" y="17780"/>
                    <a:pt x="15078" y="18280"/>
                  </a:cubicBezTo>
                  <a:cubicBezTo>
                    <a:pt x="15078" y="18313"/>
                    <a:pt x="15112" y="18313"/>
                    <a:pt x="15112" y="18347"/>
                  </a:cubicBezTo>
                  <a:cubicBezTo>
                    <a:pt x="15145" y="18347"/>
                    <a:pt x="15145" y="18313"/>
                    <a:pt x="15178" y="18313"/>
                  </a:cubicBezTo>
                  <a:cubicBezTo>
                    <a:pt x="15312" y="17813"/>
                    <a:pt x="15345" y="17246"/>
                    <a:pt x="15278" y="16712"/>
                  </a:cubicBezTo>
                  <a:cubicBezTo>
                    <a:pt x="15145" y="16145"/>
                    <a:pt x="14778" y="15678"/>
                    <a:pt x="14211" y="15478"/>
                  </a:cubicBezTo>
                  <a:lnTo>
                    <a:pt x="13811" y="15378"/>
                  </a:lnTo>
                  <a:lnTo>
                    <a:pt x="13377" y="15344"/>
                  </a:lnTo>
                  <a:lnTo>
                    <a:pt x="12610" y="15344"/>
                  </a:lnTo>
                  <a:cubicBezTo>
                    <a:pt x="12109" y="15344"/>
                    <a:pt x="11676" y="15111"/>
                    <a:pt x="11342" y="14744"/>
                  </a:cubicBezTo>
                  <a:cubicBezTo>
                    <a:pt x="10642" y="14010"/>
                    <a:pt x="10008" y="13210"/>
                    <a:pt x="9508" y="12309"/>
                  </a:cubicBezTo>
                  <a:cubicBezTo>
                    <a:pt x="8974" y="11442"/>
                    <a:pt x="8473" y="10541"/>
                    <a:pt x="7940" y="9640"/>
                  </a:cubicBezTo>
                  <a:cubicBezTo>
                    <a:pt x="6939" y="7806"/>
                    <a:pt x="5805" y="6038"/>
                    <a:pt x="4604" y="4337"/>
                  </a:cubicBezTo>
                  <a:cubicBezTo>
                    <a:pt x="3403" y="2635"/>
                    <a:pt x="1869" y="1168"/>
                    <a:pt x="13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5" name="Google Shape;1175;p15"/>
            <p:cNvSpPr/>
            <p:nvPr/>
          </p:nvSpPr>
          <p:spPr>
            <a:xfrm>
              <a:off x="4330459" y="1230896"/>
              <a:ext cx="58012" cy="154295"/>
            </a:xfrm>
            <a:custGeom>
              <a:avLst/>
              <a:gdLst/>
              <a:ahLst/>
              <a:cxnLst/>
              <a:rect l="l" t="t" r="r" b="b"/>
              <a:pathLst>
                <a:path w="1969" h="5237" extrusionOk="0">
                  <a:moveTo>
                    <a:pt x="856" y="1"/>
                  </a:moveTo>
                  <a:cubicBezTo>
                    <a:pt x="628" y="1"/>
                    <a:pt x="427" y="146"/>
                    <a:pt x="334" y="516"/>
                  </a:cubicBezTo>
                  <a:cubicBezTo>
                    <a:pt x="67" y="1617"/>
                    <a:pt x="1" y="2818"/>
                    <a:pt x="234" y="3952"/>
                  </a:cubicBezTo>
                  <a:cubicBezTo>
                    <a:pt x="267" y="4453"/>
                    <a:pt x="501" y="4886"/>
                    <a:pt x="901" y="5186"/>
                  </a:cubicBezTo>
                  <a:cubicBezTo>
                    <a:pt x="968" y="5220"/>
                    <a:pt x="1051" y="5236"/>
                    <a:pt x="1135" y="5236"/>
                  </a:cubicBezTo>
                  <a:cubicBezTo>
                    <a:pt x="1218" y="5236"/>
                    <a:pt x="1302" y="5220"/>
                    <a:pt x="1368" y="5186"/>
                  </a:cubicBezTo>
                  <a:cubicBezTo>
                    <a:pt x="1468" y="5086"/>
                    <a:pt x="1502" y="5020"/>
                    <a:pt x="1568" y="4920"/>
                  </a:cubicBezTo>
                  <a:cubicBezTo>
                    <a:pt x="1969" y="3919"/>
                    <a:pt x="1969" y="2818"/>
                    <a:pt x="1969" y="1717"/>
                  </a:cubicBezTo>
                  <a:cubicBezTo>
                    <a:pt x="1969" y="1484"/>
                    <a:pt x="1969" y="1250"/>
                    <a:pt x="1902" y="1017"/>
                  </a:cubicBezTo>
                  <a:cubicBezTo>
                    <a:pt x="1815" y="516"/>
                    <a:pt x="1287" y="1"/>
                    <a:pt x="856" y="1"/>
                  </a:cubicBezTo>
                  <a:close/>
                </a:path>
              </a:pathLst>
            </a:custGeom>
            <a:solidFill>
              <a:srgbClr val="231F2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6" name="Google Shape;1176;p15"/>
            <p:cNvSpPr/>
            <p:nvPr/>
          </p:nvSpPr>
          <p:spPr>
            <a:xfrm>
              <a:off x="4328485" y="1227037"/>
              <a:ext cx="64906" cy="163517"/>
            </a:xfrm>
            <a:custGeom>
              <a:avLst/>
              <a:gdLst/>
              <a:ahLst/>
              <a:cxnLst/>
              <a:rect l="l" t="t" r="r" b="b"/>
              <a:pathLst>
                <a:path w="2203" h="5550" extrusionOk="0">
                  <a:moveTo>
                    <a:pt x="908" y="278"/>
                  </a:moveTo>
                  <a:cubicBezTo>
                    <a:pt x="975" y="278"/>
                    <a:pt x="1043" y="300"/>
                    <a:pt x="1102" y="347"/>
                  </a:cubicBezTo>
                  <a:cubicBezTo>
                    <a:pt x="1302" y="447"/>
                    <a:pt x="1502" y="581"/>
                    <a:pt x="1635" y="748"/>
                  </a:cubicBezTo>
                  <a:cubicBezTo>
                    <a:pt x="1735" y="948"/>
                    <a:pt x="1836" y="1148"/>
                    <a:pt x="1869" y="1381"/>
                  </a:cubicBezTo>
                  <a:cubicBezTo>
                    <a:pt x="1936" y="2349"/>
                    <a:pt x="1869" y="3349"/>
                    <a:pt x="1669" y="4317"/>
                  </a:cubicBezTo>
                  <a:cubicBezTo>
                    <a:pt x="1635" y="4517"/>
                    <a:pt x="1535" y="4750"/>
                    <a:pt x="1435" y="4984"/>
                  </a:cubicBezTo>
                  <a:cubicBezTo>
                    <a:pt x="1402" y="5084"/>
                    <a:pt x="1369" y="5151"/>
                    <a:pt x="1302" y="5151"/>
                  </a:cubicBezTo>
                  <a:cubicBezTo>
                    <a:pt x="1268" y="5167"/>
                    <a:pt x="1235" y="5176"/>
                    <a:pt x="1202" y="5176"/>
                  </a:cubicBezTo>
                  <a:cubicBezTo>
                    <a:pt x="1168" y="5176"/>
                    <a:pt x="1135" y="5167"/>
                    <a:pt x="1102" y="5151"/>
                  </a:cubicBezTo>
                  <a:cubicBezTo>
                    <a:pt x="735" y="4884"/>
                    <a:pt x="501" y="4484"/>
                    <a:pt x="501" y="4050"/>
                  </a:cubicBezTo>
                  <a:lnTo>
                    <a:pt x="401" y="4050"/>
                  </a:lnTo>
                  <a:cubicBezTo>
                    <a:pt x="201" y="3083"/>
                    <a:pt x="234" y="2082"/>
                    <a:pt x="435" y="1114"/>
                  </a:cubicBezTo>
                  <a:cubicBezTo>
                    <a:pt x="435" y="881"/>
                    <a:pt x="501" y="681"/>
                    <a:pt x="601" y="481"/>
                  </a:cubicBezTo>
                  <a:cubicBezTo>
                    <a:pt x="666" y="351"/>
                    <a:pt x="786" y="278"/>
                    <a:pt x="908" y="278"/>
                  </a:cubicBezTo>
                  <a:close/>
                  <a:moveTo>
                    <a:pt x="881" y="1"/>
                  </a:moveTo>
                  <a:cubicBezTo>
                    <a:pt x="842" y="1"/>
                    <a:pt x="804" y="5"/>
                    <a:pt x="768" y="14"/>
                  </a:cubicBezTo>
                  <a:cubicBezTo>
                    <a:pt x="601" y="47"/>
                    <a:pt x="468" y="147"/>
                    <a:pt x="401" y="314"/>
                  </a:cubicBezTo>
                  <a:cubicBezTo>
                    <a:pt x="301" y="547"/>
                    <a:pt x="201" y="814"/>
                    <a:pt x="168" y="1081"/>
                  </a:cubicBezTo>
                  <a:cubicBezTo>
                    <a:pt x="1" y="2048"/>
                    <a:pt x="1" y="3083"/>
                    <a:pt x="201" y="4083"/>
                  </a:cubicBezTo>
                  <a:lnTo>
                    <a:pt x="101" y="4083"/>
                  </a:lnTo>
                  <a:cubicBezTo>
                    <a:pt x="134" y="4350"/>
                    <a:pt x="234" y="4617"/>
                    <a:pt x="334" y="4850"/>
                  </a:cubicBezTo>
                  <a:cubicBezTo>
                    <a:pt x="468" y="5117"/>
                    <a:pt x="701" y="5351"/>
                    <a:pt x="968" y="5484"/>
                  </a:cubicBezTo>
                  <a:cubicBezTo>
                    <a:pt x="1056" y="5528"/>
                    <a:pt x="1149" y="5549"/>
                    <a:pt x="1240" y="5549"/>
                  </a:cubicBezTo>
                  <a:cubicBezTo>
                    <a:pt x="1492" y="5549"/>
                    <a:pt x="1729" y="5387"/>
                    <a:pt x="1802" y="5117"/>
                  </a:cubicBezTo>
                  <a:cubicBezTo>
                    <a:pt x="1902" y="4884"/>
                    <a:pt x="1969" y="4617"/>
                    <a:pt x="2036" y="4383"/>
                  </a:cubicBezTo>
                  <a:cubicBezTo>
                    <a:pt x="2136" y="3850"/>
                    <a:pt x="2202" y="3349"/>
                    <a:pt x="2202" y="2849"/>
                  </a:cubicBezTo>
                  <a:cubicBezTo>
                    <a:pt x="2202" y="2315"/>
                    <a:pt x="2202" y="1848"/>
                    <a:pt x="2136" y="1315"/>
                  </a:cubicBezTo>
                  <a:cubicBezTo>
                    <a:pt x="2069" y="781"/>
                    <a:pt x="1702" y="281"/>
                    <a:pt x="1202" y="80"/>
                  </a:cubicBezTo>
                  <a:cubicBezTo>
                    <a:pt x="1104" y="32"/>
                    <a:pt x="989" y="1"/>
                    <a:pt x="88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p15"/>
            <p:cNvSpPr/>
            <p:nvPr/>
          </p:nvSpPr>
          <p:spPr>
            <a:xfrm>
              <a:off x="4910315" y="1230896"/>
              <a:ext cx="58012" cy="154295"/>
            </a:xfrm>
            <a:custGeom>
              <a:avLst/>
              <a:gdLst/>
              <a:ahLst/>
              <a:cxnLst/>
              <a:rect l="l" t="t" r="r" b="b"/>
              <a:pathLst>
                <a:path w="1969" h="5237" extrusionOk="0">
                  <a:moveTo>
                    <a:pt x="848" y="1"/>
                  </a:moveTo>
                  <a:cubicBezTo>
                    <a:pt x="624" y="1"/>
                    <a:pt x="427" y="146"/>
                    <a:pt x="334" y="516"/>
                  </a:cubicBezTo>
                  <a:cubicBezTo>
                    <a:pt x="34" y="1617"/>
                    <a:pt x="0" y="2818"/>
                    <a:pt x="200" y="3952"/>
                  </a:cubicBezTo>
                  <a:cubicBezTo>
                    <a:pt x="267" y="4453"/>
                    <a:pt x="501" y="4886"/>
                    <a:pt x="901" y="5186"/>
                  </a:cubicBezTo>
                  <a:cubicBezTo>
                    <a:pt x="968" y="5220"/>
                    <a:pt x="1051" y="5236"/>
                    <a:pt x="1134" y="5236"/>
                  </a:cubicBezTo>
                  <a:cubicBezTo>
                    <a:pt x="1218" y="5236"/>
                    <a:pt x="1301" y="5220"/>
                    <a:pt x="1368" y="5186"/>
                  </a:cubicBezTo>
                  <a:cubicBezTo>
                    <a:pt x="1435" y="5086"/>
                    <a:pt x="1501" y="5020"/>
                    <a:pt x="1535" y="4920"/>
                  </a:cubicBezTo>
                  <a:cubicBezTo>
                    <a:pt x="1968" y="3919"/>
                    <a:pt x="1968" y="2818"/>
                    <a:pt x="1968" y="1717"/>
                  </a:cubicBezTo>
                  <a:cubicBezTo>
                    <a:pt x="1968" y="1484"/>
                    <a:pt x="1935" y="1250"/>
                    <a:pt x="1902" y="1017"/>
                  </a:cubicBezTo>
                  <a:cubicBezTo>
                    <a:pt x="1793" y="516"/>
                    <a:pt x="1271" y="1"/>
                    <a:pt x="848" y="1"/>
                  </a:cubicBezTo>
                  <a:close/>
                </a:path>
              </a:pathLst>
            </a:custGeom>
            <a:solidFill>
              <a:srgbClr val="231F2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p15"/>
            <p:cNvSpPr/>
            <p:nvPr/>
          </p:nvSpPr>
          <p:spPr>
            <a:xfrm>
              <a:off x="4908341" y="1227037"/>
              <a:ext cx="63904" cy="163517"/>
            </a:xfrm>
            <a:custGeom>
              <a:avLst/>
              <a:gdLst/>
              <a:ahLst/>
              <a:cxnLst/>
              <a:rect l="l" t="t" r="r" b="b"/>
              <a:pathLst>
                <a:path w="2169" h="5550" extrusionOk="0">
                  <a:moveTo>
                    <a:pt x="908" y="278"/>
                  </a:moveTo>
                  <a:cubicBezTo>
                    <a:pt x="975" y="278"/>
                    <a:pt x="1042" y="300"/>
                    <a:pt x="1101" y="347"/>
                  </a:cubicBezTo>
                  <a:cubicBezTo>
                    <a:pt x="1302" y="447"/>
                    <a:pt x="1468" y="581"/>
                    <a:pt x="1602" y="748"/>
                  </a:cubicBezTo>
                  <a:cubicBezTo>
                    <a:pt x="1735" y="948"/>
                    <a:pt x="1835" y="1148"/>
                    <a:pt x="1835" y="1381"/>
                  </a:cubicBezTo>
                  <a:cubicBezTo>
                    <a:pt x="1902" y="2349"/>
                    <a:pt x="1869" y="3349"/>
                    <a:pt x="1668" y="4317"/>
                  </a:cubicBezTo>
                  <a:cubicBezTo>
                    <a:pt x="1602" y="4517"/>
                    <a:pt x="1535" y="4750"/>
                    <a:pt x="1435" y="4984"/>
                  </a:cubicBezTo>
                  <a:cubicBezTo>
                    <a:pt x="1402" y="5084"/>
                    <a:pt x="1335" y="5151"/>
                    <a:pt x="1302" y="5151"/>
                  </a:cubicBezTo>
                  <a:cubicBezTo>
                    <a:pt x="1268" y="5167"/>
                    <a:pt x="1235" y="5176"/>
                    <a:pt x="1201" y="5176"/>
                  </a:cubicBezTo>
                  <a:cubicBezTo>
                    <a:pt x="1168" y="5176"/>
                    <a:pt x="1135" y="5167"/>
                    <a:pt x="1101" y="5151"/>
                  </a:cubicBezTo>
                  <a:cubicBezTo>
                    <a:pt x="734" y="4884"/>
                    <a:pt x="501" y="4484"/>
                    <a:pt x="501" y="4050"/>
                  </a:cubicBezTo>
                  <a:lnTo>
                    <a:pt x="368" y="4083"/>
                  </a:lnTo>
                  <a:cubicBezTo>
                    <a:pt x="201" y="3116"/>
                    <a:pt x="201" y="2115"/>
                    <a:pt x="401" y="1148"/>
                  </a:cubicBezTo>
                  <a:cubicBezTo>
                    <a:pt x="434" y="914"/>
                    <a:pt x="501" y="681"/>
                    <a:pt x="601" y="481"/>
                  </a:cubicBezTo>
                  <a:cubicBezTo>
                    <a:pt x="666" y="351"/>
                    <a:pt x="786" y="278"/>
                    <a:pt x="908" y="278"/>
                  </a:cubicBezTo>
                  <a:close/>
                  <a:moveTo>
                    <a:pt x="881" y="1"/>
                  </a:moveTo>
                  <a:cubicBezTo>
                    <a:pt x="842" y="1"/>
                    <a:pt x="804" y="5"/>
                    <a:pt x="768" y="14"/>
                  </a:cubicBezTo>
                  <a:cubicBezTo>
                    <a:pt x="601" y="47"/>
                    <a:pt x="468" y="147"/>
                    <a:pt x="401" y="314"/>
                  </a:cubicBezTo>
                  <a:cubicBezTo>
                    <a:pt x="267" y="547"/>
                    <a:pt x="201" y="814"/>
                    <a:pt x="167" y="1081"/>
                  </a:cubicBezTo>
                  <a:cubicBezTo>
                    <a:pt x="1" y="2082"/>
                    <a:pt x="1" y="3083"/>
                    <a:pt x="201" y="4083"/>
                  </a:cubicBezTo>
                  <a:lnTo>
                    <a:pt x="101" y="4117"/>
                  </a:lnTo>
                  <a:cubicBezTo>
                    <a:pt x="134" y="4383"/>
                    <a:pt x="201" y="4617"/>
                    <a:pt x="334" y="4884"/>
                  </a:cubicBezTo>
                  <a:cubicBezTo>
                    <a:pt x="468" y="5151"/>
                    <a:pt x="668" y="5351"/>
                    <a:pt x="935" y="5484"/>
                  </a:cubicBezTo>
                  <a:cubicBezTo>
                    <a:pt x="1023" y="5528"/>
                    <a:pt x="1115" y="5549"/>
                    <a:pt x="1206" y="5549"/>
                  </a:cubicBezTo>
                  <a:cubicBezTo>
                    <a:pt x="1459" y="5549"/>
                    <a:pt x="1695" y="5387"/>
                    <a:pt x="1769" y="5117"/>
                  </a:cubicBezTo>
                  <a:cubicBezTo>
                    <a:pt x="1869" y="4884"/>
                    <a:pt x="1969" y="4650"/>
                    <a:pt x="2035" y="4383"/>
                  </a:cubicBezTo>
                  <a:cubicBezTo>
                    <a:pt x="2135" y="3883"/>
                    <a:pt x="2169" y="3383"/>
                    <a:pt x="2169" y="2849"/>
                  </a:cubicBezTo>
                  <a:cubicBezTo>
                    <a:pt x="2169" y="2349"/>
                    <a:pt x="2169" y="1848"/>
                    <a:pt x="2135" y="1348"/>
                  </a:cubicBezTo>
                  <a:cubicBezTo>
                    <a:pt x="2102" y="1048"/>
                    <a:pt x="2002" y="814"/>
                    <a:pt x="1835" y="581"/>
                  </a:cubicBezTo>
                  <a:cubicBezTo>
                    <a:pt x="1668" y="347"/>
                    <a:pt x="1468" y="180"/>
                    <a:pt x="1201" y="80"/>
                  </a:cubicBezTo>
                  <a:cubicBezTo>
                    <a:pt x="1104" y="32"/>
                    <a:pt x="988" y="1"/>
                    <a:pt x="88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9" name="Google Shape;1179;p15"/>
            <p:cNvSpPr/>
            <p:nvPr/>
          </p:nvSpPr>
          <p:spPr>
            <a:xfrm>
              <a:off x="4888690" y="1093777"/>
              <a:ext cx="224092" cy="160482"/>
            </a:xfrm>
            <a:custGeom>
              <a:avLst/>
              <a:gdLst/>
              <a:ahLst/>
              <a:cxnLst/>
              <a:rect l="l" t="t" r="r" b="b"/>
              <a:pathLst>
                <a:path w="7606" h="5447" extrusionOk="0">
                  <a:moveTo>
                    <a:pt x="501" y="0"/>
                  </a:moveTo>
                  <a:cubicBezTo>
                    <a:pt x="0" y="0"/>
                    <a:pt x="0" y="734"/>
                    <a:pt x="501" y="734"/>
                  </a:cubicBezTo>
                  <a:cubicBezTo>
                    <a:pt x="1235" y="734"/>
                    <a:pt x="1969" y="834"/>
                    <a:pt x="2669" y="1034"/>
                  </a:cubicBezTo>
                  <a:cubicBezTo>
                    <a:pt x="3403" y="1201"/>
                    <a:pt x="4070" y="1468"/>
                    <a:pt x="4737" y="1868"/>
                  </a:cubicBezTo>
                  <a:cubicBezTo>
                    <a:pt x="5371" y="2235"/>
                    <a:pt x="5905" y="2735"/>
                    <a:pt x="6372" y="3336"/>
                  </a:cubicBezTo>
                  <a:cubicBezTo>
                    <a:pt x="6805" y="3936"/>
                    <a:pt x="7106" y="4603"/>
                    <a:pt x="7306" y="5337"/>
                  </a:cubicBezTo>
                  <a:cubicBezTo>
                    <a:pt x="7306" y="5392"/>
                    <a:pt x="7372" y="5446"/>
                    <a:pt x="7433" y="5446"/>
                  </a:cubicBezTo>
                  <a:cubicBezTo>
                    <a:pt x="7447" y="5446"/>
                    <a:pt x="7460" y="5443"/>
                    <a:pt x="7472" y="5437"/>
                  </a:cubicBezTo>
                  <a:cubicBezTo>
                    <a:pt x="7539" y="5437"/>
                    <a:pt x="7606" y="5337"/>
                    <a:pt x="7573" y="5271"/>
                  </a:cubicBezTo>
                  <a:cubicBezTo>
                    <a:pt x="7406" y="4470"/>
                    <a:pt x="7106" y="3736"/>
                    <a:pt x="6672" y="3069"/>
                  </a:cubicBezTo>
                  <a:cubicBezTo>
                    <a:pt x="6238" y="2402"/>
                    <a:pt x="5671" y="1835"/>
                    <a:pt x="5004" y="1401"/>
                  </a:cubicBezTo>
                  <a:cubicBezTo>
                    <a:pt x="4337" y="967"/>
                    <a:pt x="3603" y="634"/>
                    <a:pt x="2869" y="400"/>
                  </a:cubicBezTo>
                  <a:cubicBezTo>
                    <a:pt x="2102" y="167"/>
                    <a:pt x="1301" y="33"/>
                    <a:pt x="50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15"/>
            <p:cNvSpPr/>
            <p:nvPr/>
          </p:nvSpPr>
          <p:spPr>
            <a:xfrm>
              <a:off x="4162403" y="1092775"/>
              <a:ext cx="221146" cy="161219"/>
            </a:xfrm>
            <a:custGeom>
              <a:avLst/>
              <a:gdLst/>
              <a:ahLst/>
              <a:cxnLst/>
              <a:rect l="l" t="t" r="r" b="b"/>
              <a:pathLst>
                <a:path w="7506" h="5472" extrusionOk="0">
                  <a:moveTo>
                    <a:pt x="7106" y="1"/>
                  </a:moveTo>
                  <a:cubicBezTo>
                    <a:pt x="6305" y="67"/>
                    <a:pt x="5538" y="201"/>
                    <a:pt x="4771" y="434"/>
                  </a:cubicBezTo>
                  <a:cubicBezTo>
                    <a:pt x="4003" y="668"/>
                    <a:pt x="3270" y="1001"/>
                    <a:pt x="2602" y="1435"/>
                  </a:cubicBezTo>
                  <a:cubicBezTo>
                    <a:pt x="1935" y="1869"/>
                    <a:pt x="1368" y="2436"/>
                    <a:pt x="935" y="3103"/>
                  </a:cubicBezTo>
                  <a:cubicBezTo>
                    <a:pt x="501" y="3770"/>
                    <a:pt x="167" y="4504"/>
                    <a:pt x="34" y="5271"/>
                  </a:cubicBezTo>
                  <a:cubicBezTo>
                    <a:pt x="1" y="5371"/>
                    <a:pt x="34" y="5438"/>
                    <a:pt x="134" y="5471"/>
                  </a:cubicBezTo>
                  <a:cubicBezTo>
                    <a:pt x="201" y="5471"/>
                    <a:pt x="301" y="5438"/>
                    <a:pt x="301" y="5371"/>
                  </a:cubicBezTo>
                  <a:cubicBezTo>
                    <a:pt x="501" y="4637"/>
                    <a:pt x="801" y="3970"/>
                    <a:pt x="1235" y="3370"/>
                  </a:cubicBezTo>
                  <a:cubicBezTo>
                    <a:pt x="1702" y="2769"/>
                    <a:pt x="2235" y="2269"/>
                    <a:pt x="2869" y="1869"/>
                  </a:cubicBezTo>
                  <a:cubicBezTo>
                    <a:pt x="3536" y="1502"/>
                    <a:pt x="4204" y="1235"/>
                    <a:pt x="4937" y="1035"/>
                  </a:cubicBezTo>
                  <a:cubicBezTo>
                    <a:pt x="5638" y="868"/>
                    <a:pt x="6372" y="768"/>
                    <a:pt x="7106" y="735"/>
                  </a:cubicBezTo>
                  <a:lnTo>
                    <a:pt x="7172" y="735"/>
                  </a:lnTo>
                  <a:cubicBezTo>
                    <a:pt x="7339" y="735"/>
                    <a:pt x="7506" y="568"/>
                    <a:pt x="7506" y="368"/>
                  </a:cubicBezTo>
                  <a:cubicBezTo>
                    <a:pt x="7473" y="167"/>
                    <a:pt x="7306" y="1"/>
                    <a:pt x="710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1" name="Google Shape;1181;p15"/>
            <p:cNvSpPr/>
            <p:nvPr/>
          </p:nvSpPr>
          <p:spPr>
            <a:xfrm>
              <a:off x="4357005" y="1839715"/>
              <a:ext cx="12787" cy="57010"/>
            </a:xfrm>
            <a:custGeom>
              <a:avLst/>
              <a:gdLst/>
              <a:ahLst/>
              <a:cxnLst/>
              <a:rect l="l" t="t" r="r" b="b"/>
              <a:pathLst>
                <a:path w="434" h="1935" fill="none" extrusionOk="0">
                  <a:moveTo>
                    <a:pt x="434" y="0"/>
                  </a:moveTo>
                  <a:cubicBezTo>
                    <a:pt x="134" y="601"/>
                    <a:pt x="0" y="1268"/>
                    <a:pt x="67" y="1935"/>
                  </a:cubicBezTo>
                </a:path>
              </a:pathLst>
            </a:custGeom>
            <a:no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15"/>
            <p:cNvSpPr/>
            <p:nvPr/>
          </p:nvSpPr>
          <p:spPr>
            <a:xfrm>
              <a:off x="4443478" y="1848554"/>
              <a:ext cx="12816" cy="50145"/>
            </a:xfrm>
            <a:custGeom>
              <a:avLst/>
              <a:gdLst/>
              <a:ahLst/>
              <a:cxnLst/>
              <a:rect l="l" t="t" r="r" b="b"/>
              <a:pathLst>
                <a:path w="435" h="1702" fill="none" extrusionOk="0">
                  <a:moveTo>
                    <a:pt x="401" y="0"/>
                  </a:moveTo>
                  <a:cubicBezTo>
                    <a:pt x="434" y="601"/>
                    <a:pt x="301" y="1201"/>
                    <a:pt x="1" y="1702"/>
                  </a:cubicBezTo>
                </a:path>
              </a:pathLst>
            </a:custGeom>
            <a:no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p15"/>
            <p:cNvSpPr/>
            <p:nvPr/>
          </p:nvSpPr>
          <p:spPr>
            <a:xfrm>
              <a:off x="4586962" y="1864287"/>
              <a:ext cx="9870" cy="51117"/>
            </a:xfrm>
            <a:custGeom>
              <a:avLst/>
              <a:gdLst/>
              <a:ahLst/>
              <a:cxnLst/>
              <a:rect l="l" t="t" r="r" b="b"/>
              <a:pathLst>
                <a:path w="335" h="1735" fill="none" extrusionOk="0">
                  <a:moveTo>
                    <a:pt x="334" y="0"/>
                  </a:moveTo>
                  <a:cubicBezTo>
                    <a:pt x="101" y="534"/>
                    <a:pt x="1" y="1134"/>
                    <a:pt x="34" y="1735"/>
                  </a:cubicBezTo>
                </a:path>
              </a:pathLst>
            </a:custGeom>
            <a:no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p15"/>
            <p:cNvSpPr/>
            <p:nvPr/>
          </p:nvSpPr>
          <p:spPr>
            <a:xfrm>
              <a:off x="4680329" y="1867233"/>
              <a:ext cx="5922" cy="35414"/>
            </a:xfrm>
            <a:custGeom>
              <a:avLst/>
              <a:gdLst/>
              <a:ahLst/>
              <a:cxnLst/>
              <a:rect l="l" t="t" r="r" b="b"/>
              <a:pathLst>
                <a:path w="201" h="1202" fill="none" extrusionOk="0">
                  <a:moveTo>
                    <a:pt x="1" y="0"/>
                  </a:moveTo>
                  <a:cubicBezTo>
                    <a:pt x="101" y="400"/>
                    <a:pt x="168" y="801"/>
                    <a:pt x="201" y="1201"/>
                  </a:cubicBezTo>
                </a:path>
              </a:pathLst>
            </a:custGeom>
            <a:noFill/>
            <a:ln w="9525" cap="rnd" cmpd="sng">
              <a:solidFill>
                <a:srgbClr val="1C1A1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sp>
        <p:nvSpPr>
          <p:cNvPr id="1189" name="Google Shape;1189;p16"/>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dirty="0" err="1"/>
              <a:t>Kết</a:t>
            </a:r>
            <a:r>
              <a:rPr lang="en-US" dirty="0"/>
              <a:t> </a:t>
            </a:r>
            <a:r>
              <a:rPr lang="en-US" dirty="0" err="1"/>
              <a:t>luận</a:t>
            </a:r>
            <a:endParaRPr dirty="0"/>
          </a:p>
        </p:txBody>
      </p:sp>
      <p:sp>
        <p:nvSpPr>
          <p:cNvPr id="1190" name="Google Shape;1190;p16"/>
          <p:cNvSpPr txBox="1"/>
          <p:nvPr/>
        </p:nvSpPr>
        <p:spPr>
          <a:xfrm>
            <a:off x="753825" y="1477590"/>
            <a:ext cx="7693132" cy="2772121"/>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dirty="0" err="1">
                <a:solidFill>
                  <a:srgbClr val="000000"/>
                </a:solidFill>
                <a:latin typeface="Arial"/>
                <a:ea typeface="Arial"/>
                <a:cs typeface="Arial"/>
                <a:sym typeface="Arial"/>
              </a:rPr>
              <a:t>Xây</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dựng</a:t>
            </a:r>
            <a:r>
              <a:rPr lang="en-US" sz="1800" b="0" i="0" u="none" strike="noStrike" cap="none" dirty="0">
                <a:solidFill>
                  <a:srgbClr val="000000"/>
                </a:solidFill>
                <a:latin typeface="Arial"/>
                <a:ea typeface="Arial"/>
                <a:cs typeface="Arial"/>
                <a:sym typeface="Arial"/>
              </a:rPr>
              <a:t> Rating recommendation system </a:t>
            </a:r>
            <a:r>
              <a:rPr lang="en-US" sz="1800" b="0" i="0" u="none" strike="noStrike" cap="none" dirty="0" err="1">
                <a:solidFill>
                  <a:srgbClr val="000000"/>
                </a:solidFill>
                <a:latin typeface="Arial"/>
                <a:ea typeface="Arial"/>
                <a:cs typeface="Arial"/>
                <a:sym typeface="Arial"/>
              </a:rPr>
              <a:t>bằng</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phương</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pháp</a:t>
            </a:r>
            <a:r>
              <a:rPr lang="en-US" sz="1800" b="0" i="0" u="none" strike="noStrike" cap="none" dirty="0">
                <a:solidFill>
                  <a:srgbClr val="000000"/>
                </a:solidFill>
                <a:latin typeface="Arial"/>
                <a:ea typeface="Arial"/>
                <a:cs typeface="Arial"/>
                <a:sym typeface="Arial"/>
              </a:rPr>
              <a:t> Hybrid </a:t>
            </a:r>
            <a:r>
              <a:rPr lang="en-US" sz="1800" b="0" i="0" u="none" strike="noStrike" cap="none" dirty="0" err="1">
                <a:solidFill>
                  <a:srgbClr val="000000"/>
                </a:solidFill>
                <a:latin typeface="Arial"/>
                <a:ea typeface="Arial"/>
                <a:cs typeface="Arial"/>
                <a:sym typeface="Arial"/>
              </a:rPr>
              <a:t>kết</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hợp</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giữa</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lọc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dựa</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trên</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nội</a:t>
            </a:r>
            <a:r>
              <a:rPr lang="en-US" sz="1800" b="0" i="0" u="none" strike="noStrike" cap="none" dirty="0">
                <a:solidFill>
                  <a:srgbClr val="000000"/>
                </a:solidFill>
                <a:latin typeface="Arial"/>
                <a:ea typeface="Arial"/>
                <a:cs typeface="Arial"/>
                <a:sym typeface="Arial"/>
              </a:rPr>
              <a:t> dung </a:t>
            </a:r>
            <a:r>
              <a:rPr lang="en-US" sz="1800" b="0" i="0" u="none" strike="noStrike" cap="none" dirty="0" err="1">
                <a:solidFill>
                  <a:srgbClr val="000000"/>
                </a:solidFill>
                <a:latin typeface="Arial"/>
                <a:ea typeface="Arial"/>
                <a:cs typeface="Arial"/>
                <a:sym typeface="Arial"/>
              </a:rPr>
              <a:t>và</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lọc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cộng</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tác</a:t>
            </a:r>
            <a:r>
              <a:rPr lang="en-US" sz="1800" dirty="0"/>
              <a:t> (RMSE </a:t>
            </a:r>
            <a:r>
              <a:rPr lang="en-US" sz="1800" dirty="0" err="1"/>
              <a:t>thấp</a:t>
            </a:r>
            <a:r>
              <a:rPr lang="en-US" sz="1800" dirty="0"/>
              <a:t> </a:t>
            </a:r>
            <a:r>
              <a:rPr lang="en-US" sz="1800" dirty="0" err="1"/>
              <a:t>nhất</a:t>
            </a:r>
            <a:r>
              <a:rPr lang="en-US" sz="1800" dirty="0"/>
              <a:t> = </a:t>
            </a:r>
            <a:r>
              <a:rPr lang="en-US" sz="1800" b="1" i="0" u="none" strike="noStrike" cap="none" dirty="0">
                <a:solidFill>
                  <a:schemeClr val="tx1"/>
                </a:solidFill>
                <a:effectLst/>
                <a:latin typeface="+mn-lt"/>
                <a:ea typeface="+mn-ea"/>
                <a:cs typeface="+mn-cs"/>
                <a:sym typeface="Arial"/>
              </a:rPr>
              <a:t>0.8676)</a:t>
            </a:r>
            <a:r>
              <a:rPr lang="en-US" sz="1800" dirty="0"/>
              <a:t> </a:t>
            </a:r>
            <a:endParaRPr dirty="0"/>
          </a:p>
          <a:p>
            <a:pPr marL="342900" marR="0" lvl="0" indent="-228600" algn="ctr"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2" indent="0" algn="ctr"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2.  </a:t>
            </a:r>
            <a:r>
              <a:rPr lang="en-US" sz="1800" b="0" i="0" u="none" strike="noStrike" cap="none" dirty="0" err="1">
                <a:solidFill>
                  <a:srgbClr val="000000"/>
                </a:solidFill>
                <a:latin typeface="Arial"/>
                <a:ea typeface="Arial"/>
                <a:cs typeface="Arial"/>
                <a:sym typeface="Arial"/>
              </a:rPr>
              <a:t>Xây</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dựng</a:t>
            </a:r>
            <a:r>
              <a:rPr lang="en-US" sz="1800" b="0" i="0" u="none" strike="noStrike" cap="none" dirty="0">
                <a:solidFill>
                  <a:srgbClr val="000000"/>
                </a:solidFill>
                <a:latin typeface="Arial"/>
                <a:ea typeface="Arial"/>
                <a:cs typeface="Arial"/>
                <a:sym typeface="Arial"/>
              </a:rPr>
              <a:t> Movie recommendation system </a:t>
            </a:r>
            <a:r>
              <a:rPr lang="en-US" sz="1800" b="0" i="0" u="none" strike="noStrike" cap="none" dirty="0" err="1">
                <a:solidFill>
                  <a:srgbClr val="000000"/>
                </a:solidFill>
                <a:latin typeface="Arial"/>
                <a:ea typeface="Arial"/>
                <a:cs typeface="Arial"/>
                <a:sym typeface="Arial"/>
              </a:rPr>
              <a:t>bằng</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phương</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pháp</a:t>
            </a:r>
            <a:r>
              <a:rPr lang="en-US" sz="1800" b="0" i="0" u="none" strike="noStrike" cap="none" dirty="0">
                <a:solidFill>
                  <a:srgbClr val="000000"/>
                </a:solidFill>
                <a:latin typeface="Arial"/>
                <a:ea typeface="Arial"/>
                <a:cs typeface="Arial"/>
                <a:sym typeface="Arial"/>
              </a:rPr>
              <a:t> Hybrid </a:t>
            </a:r>
            <a:r>
              <a:rPr lang="en-US" sz="1800" b="0" i="0" u="none" strike="noStrike" cap="none" dirty="0" err="1">
                <a:solidFill>
                  <a:srgbClr val="000000"/>
                </a:solidFill>
                <a:latin typeface="Arial"/>
                <a:ea typeface="Arial"/>
                <a:cs typeface="Arial"/>
                <a:sym typeface="Arial"/>
              </a:rPr>
              <a:t>kết</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hợp</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giữa</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lọc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dựa</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trên</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nội</a:t>
            </a:r>
            <a:r>
              <a:rPr lang="en-US" sz="1800" b="0" i="0" u="none" strike="noStrike" cap="none" dirty="0">
                <a:solidFill>
                  <a:srgbClr val="000000"/>
                </a:solidFill>
                <a:latin typeface="Arial"/>
                <a:ea typeface="Arial"/>
                <a:cs typeface="Arial"/>
                <a:sym typeface="Arial"/>
              </a:rPr>
              <a:t> dung </a:t>
            </a:r>
            <a:r>
              <a:rPr lang="en-US" sz="1800" b="0" i="0" u="none" strike="noStrike" cap="none" dirty="0" err="1">
                <a:solidFill>
                  <a:srgbClr val="000000"/>
                </a:solidFill>
                <a:latin typeface="Arial"/>
                <a:ea typeface="Arial"/>
                <a:cs typeface="Arial"/>
                <a:sym typeface="Arial"/>
              </a:rPr>
              <a:t>và</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lọc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cộng</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tác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để</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gợi</a:t>
            </a:r>
            <a:r>
              <a:rPr lang="en-US" sz="1800" b="0" i="0" u="none" strike="noStrike" cap="none" dirty="0">
                <a:solidFill>
                  <a:srgbClr val="000000"/>
                </a:solidFill>
                <a:latin typeface="Arial"/>
                <a:ea typeface="Arial"/>
                <a:cs typeface="Arial"/>
                <a:sym typeface="Arial"/>
              </a:rPr>
              <a:t> ý </a:t>
            </a:r>
            <a:r>
              <a:rPr lang="en-US" sz="1800" b="0" i="0" u="none" strike="noStrike" cap="none" dirty="0" err="1">
                <a:solidFill>
                  <a:srgbClr val="000000"/>
                </a:solidFill>
                <a:latin typeface="Arial"/>
                <a:ea typeface="Arial"/>
                <a:cs typeface="Arial"/>
                <a:sym typeface="Arial"/>
              </a:rPr>
              <a:t>phim</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cho</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ngưới</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dùng</a:t>
            </a:r>
            <a:r>
              <a:rPr lang="en-US" sz="1800" b="0" i="0" u="none" strike="noStrike" cap="none" dirty="0">
                <a:solidFill>
                  <a:srgbClr val="000000"/>
                </a:solidFill>
                <a:latin typeface="Arial"/>
                <a:ea typeface="Arial"/>
                <a:cs typeface="Arial"/>
                <a:sym typeface="Arial"/>
              </a:rPr>
              <a:t>.</a:t>
            </a:r>
            <a:endParaRPr dirty="0"/>
          </a:p>
          <a:p>
            <a:pPr marL="0" marR="0" lvl="0" indent="0" algn="ctr"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342900" marR="0" lvl="0" indent="-228600" algn="ctr"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2900" marR="0" lvl="0" indent="-228600" algn="ctr"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17"/>
          <p:cNvSpPr txBox="1">
            <a:spLocks noGrp="1"/>
          </p:cNvSpPr>
          <p:nvPr>
            <p:ph type="title"/>
          </p:nvPr>
        </p:nvSpPr>
        <p:spPr>
          <a:xfrm>
            <a:off x="753825" y="420100"/>
            <a:ext cx="7444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500"/>
              <a:buNone/>
            </a:pPr>
            <a:r>
              <a:rPr lang="en-US"/>
              <a:t>Hướng phát triển</a:t>
            </a:r>
            <a:endParaRPr/>
          </a:p>
        </p:txBody>
      </p:sp>
      <p:sp>
        <p:nvSpPr>
          <p:cNvPr id="1196" name="Google Shape;1196;p17"/>
          <p:cNvSpPr txBox="1"/>
          <p:nvPr/>
        </p:nvSpPr>
        <p:spPr>
          <a:xfrm>
            <a:off x="1432731" y="1395087"/>
            <a:ext cx="6086987" cy="2772121"/>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rgbClr val="000000"/>
              </a:buClr>
              <a:buSzPts val="1800"/>
              <a:buFont typeface="Arial"/>
              <a:buAutoNum type="arabicPeriod"/>
            </a:pPr>
            <a:r>
              <a:rPr lang="en-US" sz="1800" b="0" i="0" u="none" strike="noStrike" cap="none" dirty="0" err="1">
                <a:solidFill>
                  <a:srgbClr val="000000"/>
                </a:solidFill>
                <a:latin typeface="Arial"/>
                <a:ea typeface="Arial"/>
                <a:cs typeface="Arial"/>
                <a:sym typeface="Arial"/>
              </a:rPr>
              <a:t>Sử</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dụng</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thêm</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thông</a:t>
            </a:r>
            <a:r>
              <a:rPr lang="en-US" sz="1800" b="0" i="0" u="none" strike="noStrike" cap="none" dirty="0">
                <a:solidFill>
                  <a:srgbClr val="000000"/>
                </a:solidFill>
                <a:latin typeface="Arial"/>
                <a:ea typeface="Arial"/>
                <a:cs typeface="Arial"/>
                <a:sym typeface="Arial"/>
              </a:rPr>
              <a:t> tin </a:t>
            </a:r>
            <a:r>
              <a:rPr lang="en-US" sz="1800" b="0" i="0" u="none" strike="noStrike" cap="none" dirty="0" err="1">
                <a:solidFill>
                  <a:srgbClr val="000000"/>
                </a:solidFill>
                <a:latin typeface="Arial"/>
                <a:ea typeface="Arial"/>
                <a:cs typeface="Arial"/>
                <a:sym typeface="Arial"/>
              </a:rPr>
              <a:t>từ</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các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thuộc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tính</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khác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từ</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bộ</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dữ</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liệu</a:t>
            </a:r>
            <a:r>
              <a:rPr lang="en-US" sz="1800" b="0" i="0" u="none" strike="noStrike" cap="none" dirty="0">
                <a:solidFill>
                  <a:srgbClr val="000000"/>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2.  </a:t>
            </a:r>
            <a:r>
              <a:rPr lang="en-US" sz="1800" b="0" i="0" u="none" strike="noStrike" cap="none" dirty="0" err="1">
                <a:solidFill>
                  <a:srgbClr val="000000"/>
                </a:solidFill>
                <a:latin typeface="Arial"/>
                <a:ea typeface="Arial"/>
                <a:cs typeface="Arial"/>
                <a:sym typeface="Arial"/>
              </a:rPr>
              <a:t>Nghiên</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cứu</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và</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thử</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nghiệm</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các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kỹ</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thuật</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khác</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dành</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cho</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hệ</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khuyến</a:t>
            </a:r>
            <a:r>
              <a:rPr lang="en-US" sz="1800" b="0" i="0" u="none" strike="noStrike" cap="none" dirty="0">
                <a:solidFill>
                  <a:srgbClr val="000000"/>
                </a:solidFill>
                <a:latin typeface="Arial"/>
                <a:ea typeface="Arial"/>
                <a:cs typeface="Arial"/>
                <a:sym typeface="Arial"/>
              </a:rPr>
              <a:t> </a:t>
            </a:r>
            <a:r>
              <a:rPr lang="en-US" sz="1800" b="0" i="0" u="none" strike="noStrike" cap="none" dirty="0" err="1">
                <a:solidFill>
                  <a:srgbClr val="000000"/>
                </a:solidFill>
                <a:latin typeface="Arial"/>
                <a:ea typeface="Arial"/>
                <a:cs typeface="Arial"/>
                <a:sym typeface="Arial"/>
              </a:rPr>
              <a:t>nghị</a:t>
            </a:r>
            <a:r>
              <a:rPr lang="en-US" sz="1800" b="0" i="0" u="none" strike="noStrike" cap="none" dirty="0">
                <a:solidFill>
                  <a:srgbClr val="000000"/>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342900" marR="0" lvl="0" indent="-228600" algn="ctr"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1201" name="Google Shape;1201;p18"/>
          <p:cNvSpPr txBox="1">
            <a:spLocks noGrp="1"/>
          </p:cNvSpPr>
          <p:nvPr>
            <p:ph type="ctrTitle"/>
          </p:nvPr>
        </p:nvSpPr>
        <p:spPr>
          <a:xfrm>
            <a:off x="4339506" y="1326525"/>
            <a:ext cx="2624100" cy="674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US"/>
              <a:t>DEMO</a:t>
            </a:r>
            <a:endParaRPr/>
          </a:p>
        </p:txBody>
      </p:sp>
      <p:sp>
        <p:nvSpPr>
          <p:cNvPr id="1202" name="Google Shape;1202;p18"/>
          <p:cNvSpPr txBox="1">
            <a:spLocks noGrp="1"/>
          </p:cNvSpPr>
          <p:nvPr>
            <p:ph type="title" idx="2"/>
          </p:nvPr>
        </p:nvSpPr>
        <p:spPr>
          <a:xfrm>
            <a:off x="2294538" y="786050"/>
            <a:ext cx="2154000" cy="1541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4800"/>
              <a:buNone/>
            </a:pPr>
            <a:r>
              <a:rPr lang="en-US"/>
              <a:t>06</a:t>
            </a:r>
            <a:endParaRPr/>
          </a:p>
        </p:txBody>
      </p:sp>
      <p:grpSp>
        <p:nvGrpSpPr>
          <p:cNvPr id="1203" name="Google Shape;1203;p18"/>
          <p:cNvGrpSpPr/>
          <p:nvPr/>
        </p:nvGrpSpPr>
        <p:grpSpPr>
          <a:xfrm>
            <a:off x="2632023" y="2771880"/>
            <a:ext cx="3531147" cy="2444776"/>
            <a:chOff x="2775176" y="3037175"/>
            <a:chExt cx="2941151" cy="2036295"/>
          </a:xfrm>
        </p:grpSpPr>
        <p:sp>
          <p:nvSpPr>
            <p:cNvPr id="1204" name="Google Shape;1204;p18"/>
            <p:cNvSpPr/>
            <p:nvPr/>
          </p:nvSpPr>
          <p:spPr>
            <a:xfrm rot="-432543">
              <a:off x="2871279" y="3202919"/>
              <a:ext cx="2748946" cy="1704807"/>
            </a:xfrm>
            <a:custGeom>
              <a:avLst/>
              <a:gdLst/>
              <a:ahLst/>
              <a:cxnLst/>
              <a:rect l="l" t="t" r="r" b="b"/>
              <a:pathLst>
                <a:path w="76489" h="47436" extrusionOk="0">
                  <a:moveTo>
                    <a:pt x="72018" y="5817"/>
                  </a:moveTo>
                  <a:cubicBezTo>
                    <a:pt x="72085" y="5850"/>
                    <a:pt x="72118" y="5917"/>
                    <a:pt x="72118" y="5984"/>
                  </a:cubicBezTo>
                  <a:cubicBezTo>
                    <a:pt x="72085" y="6151"/>
                    <a:pt x="72018" y="6317"/>
                    <a:pt x="71985" y="6484"/>
                  </a:cubicBezTo>
                  <a:cubicBezTo>
                    <a:pt x="71796" y="6987"/>
                    <a:pt x="72171" y="7490"/>
                    <a:pt x="72662" y="7490"/>
                  </a:cubicBezTo>
                  <a:cubicBezTo>
                    <a:pt x="72691" y="7490"/>
                    <a:pt x="72722" y="7489"/>
                    <a:pt x="72752" y="7485"/>
                  </a:cubicBezTo>
                  <a:cubicBezTo>
                    <a:pt x="72885" y="7485"/>
                    <a:pt x="73019" y="7485"/>
                    <a:pt x="73152" y="7451"/>
                  </a:cubicBezTo>
                  <a:cubicBezTo>
                    <a:pt x="73177" y="7443"/>
                    <a:pt x="73204" y="7439"/>
                    <a:pt x="73232" y="7439"/>
                  </a:cubicBezTo>
                  <a:cubicBezTo>
                    <a:pt x="73315" y="7439"/>
                    <a:pt x="73403" y="7476"/>
                    <a:pt x="73453" y="7552"/>
                  </a:cubicBezTo>
                  <a:cubicBezTo>
                    <a:pt x="73553" y="7618"/>
                    <a:pt x="73553" y="7752"/>
                    <a:pt x="73453" y="7818"/>
                  </a:cubicBezTo>
                  <a:cubicBezTo>
                    <a:pt x="73252" y="7985"/>
                    <a:pt x="72986" y="8052"/>
                    <a:pt x="72719" y="8052"/>
                  </a:cubicBezTo>
                  <a:cubicBezTo>
                    <a:pt x="72698" y="8053"/>
                    <a:pt x="72677" y="8053"/>
                    <a:pt x="72657" y="8053"/>
                  </a:cubicBezTo>
                  <a:cubicBezTo>
                    <a:pt x="71985" y="8053"/>
                    <a:pt x="71450" y="7532"/>
                    <a:pt x="71418" y="6884"/>
                  </a:cubicBezTo>
                  <a:cubicBezTo>
                    <a:pt x="71384" y="6451"/>
                    <a:pt x="71551" y="6050"/>
                    <a:pt x="71885" y="5817"/>
                  </a:cubicBezTo>
                  <a:close/>
                  <a:moveTo>
                    <a:pt x="67198" y="1"/>
                  </a:moveTo>
                  <a:cubicBezTo>
                    <a:pt x="67082" y="1"/>
                    <a:pt x="66966" y="5"/>
                    <a:pt x="66848" y="13"/>
                  </a:cubicBezTo>
                  <a:cubicBezTo>
                    <a:pt x="64413" y="346"/>
                    <a:pt x="62211" y="1614"/>
                    <a:pt x="60677" y="3549"/>
                  </a:cubicBezTo>
                  <a:cubicBezTo>
                    <a:pt x="59609" y="4850"/>
                    <a:pt x="58809" y="6351"/>
                    <a:pt x="58208" y="7918"/>
                  </a:cubicBezTo>
                  <a:cubicBezTo>
                    <a:pt x="57641" y="9420"/>
                    <a:pt x="57341" y="11021"/>
                    <a:pt x="57374" y="12622"/>
                  </a:cubicBezTo>
                  <a:lnTo>
                    <a:pt x="57374" y="13156"/>
                  </a:lnTo>
                  <a:cubicBezTo>
                    <a:pt x="57374" y="14290"/>
                    <a:pt x="57541" y="15424"/>
                    <a:pt x="57875" y="16525"/>
                  </a:cubicBezTo>
                  <a:cubicBezTo>
                    <a:pt x="58408" y="18526"/>
                    <a:pt x="59276" y="20427"/>
                    <a:pt x="60410" y="22195"/>
                  </a:cubicBezTo>
                  <a:cubicBezTo>
                    <a:pt x="61110" y="23296"/>
                    <a:pt x="61844" y="24364"/>
                    <a:pt x="62545" y="25464"/>
                  </a:cubicBezTo>
                  <a:cubicBezTo>
                    <a:pt x="63179" y="26398"/>
                    <a:pt x="63612" y="27466"/>
                    <a:pt x="63779" y="28600"/>
                  </a:cubicBezTo>
                  <a:cubicBezTo>
                    <a:pt x="63879" y="29300"/>
                    <a:pt x="63746" y="30001"/>
                    <a:pt x="63379" y="30601"/>
                  </a:cubicBezTo>
                  <a:cubicBezTo>
                    <a:pt x="63121" y="31139"/>
                    <a:pt x="62585" y="31431"/>
                    <a:pt x="62035" y="31431"/>
                  </a:cubicBezTo>
                  <a:cubicBezTo>
                    <a:pt x="61800" y="31431"/>
                    <a:pt x="61563" y="31378"/>
                    <a:pt x="61344" y="31269"/>
                  </a:cubicBezTo>
                  <a:cubicBezTo>
                    <a:pt x="60710" y="30968"/>
                    <a:pt x="60143" y="30535"/>
                    <a:pt x="59676" y="30034"/>
                  </a:cubicBezTo>
                  <a:cubicBezTo>
                    <a:pt x="58575" y="28900"/>
                    <a:pt x="57575" y="27666"/>
                    <a:pt x="56707" y="26332"/>
                  </a:cubicBezTo>
                  <a:cubicBezTo>
                    <a:pt x="55006" y="23730"/>
                    <a:pt x="53438" y="21028"/>
                    <a:pt x="51804" y="18393"/>
                  </a:cubicBezTo>
                  <a:cubicBezTo>
                    <a:pt x="50770" y="16725"/>
                    <a:pt x="49736" y="15057"/>
                    <a:pt x="48568" y="13489"/>
                  </a:cubicBezTo>
                  <a:cubicBezTo>
                    <a:pt x="48001" y="12722"/>
                    <a:pt x="47434" y="11988"/>
                    <a:pt x="46800" y="11321"/>
                  </a:cubicBezTo>
                  <a:cubicBezTo>
                    <a:pt x="46300" y="10821"/>
                    <a:pt x="45799" y="10287"/>
                    <a:pt x="45366" y="9720"/>
                  </a:cubicBezTo>
                  <a:cubicBezTo>
                    <a:pt x="45299" y="9653"/>
                    <a:pt x="45199" y="9553"/>
                    <a:pt x="45099" y="9486"/>
                  </a:cubicBezTo>
                  <a:cubicBezTo>
                    <a:pt x="44565" y="9019"/>
                    <a:pt x="43998" y="8519"/>
                    <a:pt x="43431" y="8052"/>
                  </a:cubicBezTo>
                  <a:cubicBezTo>
                    <a:pt x="42230" y="7018"/>
                    <a:pt x="40963" y="6084"/>
                    <a:pt x="39595" y="5283"/>
                  </a:cubicBezTo>
                  <a:cubicBezTo>
                    <a:pt x="38661" y="4716"/>
                    <a:pt x="37660" y="4283"/>
                    <a:pt x="36660" y="3816"/>
                  </a:cubicBezTo>
                  <a:cubicBezTo>
                    <a:pt x="34958" y="3015"/>
                    <a:pt x="33190" y="2314"/>
                    <a:pt x="31389" y="1714"/>
                  </a:cubicBezTo>
                  <a:cubicBezTo>
                    <a:pt x="29309" y="1011"/>
                    <a:pt x="27089" y="672"/>
                    <a:pt x="24883" y="672"/>
                  </a:cubicBezTo>
                  <a:cubicBezTo>
                    <a:pt x="24683" y="672"/>
                    <a:pt x="24484" y="674"/>
                    <a:pt x="24284" y="680"/>
                  </a:cubicBezTo>
                  <a:cubicBezTo>
                    <a:pt x="23917" y="713"/>
                    <a:pt x="23517" y="747"/>
                    <a:pt x="23150" y="847"/>
                  </a:cubicBezTo>
                  <a:cubicBezTo>
                    <a:pt x="22950" y="880"/>
                    <a:pt x="22750" y="980"/>
                    <a:pt x="22550" y="1114"/>
                  </a:cubicBezTo>
                  <a:cubicBezTo>
                    <a:pt x="22249" y="1214"/>
                    <a:pt x="22116" y="1614"/>
                    <a:pt x="22283" y="1881"/>
                  </a:cubicBezTo>
                  <a:cubicBezTo>
                    <a:pt x="22383" y="2081"/>
                    <a:pt x="22516" y="2281"/>
                    <a:pt x="22650" y="2448"/>
                  </a:cubicBezTo>
                  <a:cubicBezTo>
                    <a:pt x="22983" y="2748"/>
                    <a:pt x="23350" y="3015"/>
                    <a:pt x="23750" y="3215"/>
                  </a:cubicBezTo>
                  <a:cubicBezTo>
                    <a:pt x="25418" y="4082"/>
                    <a:pt x="27186" y="4750"/>
                    <a:pt x="29021" y="5150"/>
                  </a:cubicBezTo>
                  <a:cubicBezTo>
                    <a:pt x="29154" y="5183"/>
                    <a:pt x="29254" y="5250"/>
                    <a:pt x="29388" y="5317"/>
                  </a:cubicBezTo>
                  <a:cubicBezTo>
                    <a:pt x="29421" y="5350"/>
                    <a:pt x="29454" y="5417"/>
                    <a:pt x="29421" y="5483"/>
                  </a:cubicBezTo>
                  <a:cubicBezTo>
                    <a:pt x="29421" y="5517"/>
                    <a:pt x="29388" y="5550"/>
                    <a:pt x="29321" y="5583"/>
                  </a:cubicBezTo>
                  <a:cubicBezTo>
                    <a:pt x="29221" y="5617"/>
                    <a:pt x="29113" y="5633"/>
                    <a:pt x="29004" y="5633"/>
                  </a:cubicBezTo>
                  <a:cubicBezTo>
                    <a:pt x="28896" y="5633"/>
                    <a:pt x="28787" y="5617"/>
                    <a:pt x="28687" y="5583"/>
                  </a:cubicBezTo>
                  <a:cubicBezTo>
                    <a:pt x="27787" y="5450"/>
                    <a:pt x="26919" y="5317"/>
                    <a:pt x="26052" y="5183"/>
                  </a:cubicBezTo>
                  <a:cubicBezTo>
                    <a:pt x="24704" y="4919"/>
                    <a:pt x="23381" y="4810"/>
                    <a:pt x="22039" y="4810"/>
                  </a:cubicBezTo>
                  <a:cubicBezTo>
                    <a:pt x="21854" y="4810"/>
                    <a:pt x="21668" y="4812"/>
                    <a:pt x="21482" y="4816"/>
                  </a:cubicBezTo>
                  <a:cubicBezTo>
                    <a:pt x="21305" y="4811"/>
                    <a:pt x="21127" y="4808"/>
                    <a:pt x="20950" y="4808"/>
                  </a:cubicBezTo>
                  <a:cubicBezTo>
                    <a:pt x="20093" y="4808"/>
                    <a:pt x="19237" y="4872"/>
                    <a:pt x="18380" y="4983"/>
                  </a:cubicBezTo>
                  <a:cubicBezTo>
                    <a:pt x="17779" y="5050"/>
                    <a:pt x="17212" y="5183"/>
                    <a:pt x="16645" y="5350"/>
                  </a:cubicBezTo>
                  <a:cubicBezTo>
                    <a:pt x="16445" y="5417"/>
                    <a:pt x="16278" y="5483"/>
                    <a:pt x="16145" y="5583"/>
                  </a:cubicBezTo>
                  <a:cubicBezTo>
                    <a:pt x="15611" y="5850"/>
                    <a:pt x="15545" y="6184"/>
                    <a:pt x="16012" y="6618"/>
                  </a:cubicBezTo>
                  <a:cubicBezTo>
                    <a:pt x="16212" y="6784"/>
                    <a:pt x="16445" y="6951"/>
                    <a:pt x="16679" y="7051"/>
                  </a:cubicBezTo>
                  <a:cubicBezTo>
                    <a:pt x="17446" y="7451"/>
                    <a:pt x="18213" y="7752"/>
                    <a:pt x="19047" y="7985"/>
                  </a:cubicBezTo>
                  <a:cubicBezTo>
                    <a:pt x="20048" y="8252"/>
                    <a:pt x="21082" y="8486"/>
                    <a:pt x="22116" y="8686"/>
                  </a:cubicBezTo>
                  <a:cubicBezTo>
                    <a:pt x="23517" y="8953"/>
                    <a:pt x="24951" y="9153"/>
                    <a:pt x="26386" y="9319"/>
                  </a:cubicBezTo>
                  <a:cubicBezTo>
                    <a:pt x="26786" y="9353"/>
                    <a:pt x="27153" y="9420"/>
                    <a:pt x="27520" y="9486"/>
                  </a:cubicBezTo>
                  <a:cubicBezTo>
                    <a:pt x="27620" y="9486"/>
                    <a:pt x="27687" y="9553"/>
                    <a:pt x="27687" y="9653"/>
                  </a:cubicBezTo>
                  <a:cubicBezTo>
                    <a:pt x="27720" y="9786"/>
                    <a:pt x="27620" y="9887"/>
                    <a:pt x="27520" y="9887"/>
                  </a:cubicBezTo>
                  <a:cubicBezTo>
                    <a:pt x="27453" y="9903"/>
                    <a:pt x="27386" y="9912"/>
                    <a:pt x="27320" y="9912"/>
                  </a:cubicBezTo>
                  <a:cubicBezTo>
                    <a:pt x="27253" y="9912"/>
                    <a:pt x="27186" y="9903"/>
                    <a:pt x="27119" y="9887"/>
                  </a:cubicBezTo>
                  <a:cubicBezTo>
                    <a:pt x="26352" y="9786"/>
                    <a:pt x="25552" y="9720"/>
                    <a:pt x="24784" y="9686"/>
                  </a:cubicBezTo>
                  <a:cubicBezTo>
                    <a:pt x="23617" y="9586"/>
                    <a:pt x="22483" y="9520"/>
                    <a:pt x="21315" y="9520"/>
                  </a:cubicBezTo>
                  <a:lnTo>
                    <a:pt x="21115" y="9520"/>
                  </a:lnTo>
                  <a:cubicBezTo>
                    <a:pt x="20114" y="9520"/>
                    <a:pt x="19114" y="9586"/>
                    <a:pt x="18113" y="9720"/>
                  </a:cubicBezTo>
                  <a:cubicBezTo>
                    <a:pt x="17646" y="9753"/>
                    <a:pt x="17179" y="9853"/>
                    <a:pt x="16745" y="9987"/>
                  </a:cubicBezTo>
                  <a:cubicBezTo>
                    <a:pt x="16512" y="10053"/>
                    <a:pt x="16212" y="10153"/>
                    <a:pt x="16212" y="10420"/>
                  </a:cubicBezTo>
                  <a:cubicBezTo>
                    <a:pt x="16212" y="10687"/>
                    <a:pt x="16412" y="10854"/>
                    <a:pt x="16612" y="10987"/>
                  </a:cubicBezTo>
                  <a:cubicBezTo>
                    <a:pt x="17112" y="11354"/>
                    <a:pt x="17646" y="11621"/>
                    <a:pt x="18213" y="11821"/>
                  </a:cubicBezTo>
                  <a:cubicBezTo>
                    <a:pt x="19114" y="12155"/>
                    <a:pt x="20014" y="12422"/>
                    <a:pt x="20948" y="12655"/>
                  </a:cubicBezTo>
                  <a:cubicBezTo>
                    <a:pt x="22383" y="12989"/>
                    <a:pt x="23817" y="13222"/>
                    <a:pt x="25251" y="13422"/>
                  </a:cubicBezTo>
                  <a:cubicBezTo>
                    <a:pt x="25819" y="13522"/>
                    <a:pt x="26419" y="13623"/>
                    <a:pt x="27019" y="13723"/>
                  </a:cubicBezTo>
                  <a:cubicBezTo>
                    <a:pt x="27220" y="13756"/>
                    <a:pt x="27453" y="13823"/>
                    <a:pt x="27653" y="13889"/>
                  </a:cubicBezTo>
                  <a:cubicBezTo>
                    <a:pt x="27720" y="13923"/>
                    <a:pt x="27787" y="13956"/>
                    <a:pt x="27787" y="14023"/>
                  </a:cubicBezTo>
                  <a:cubicBezTo>
                    <a:pt x="27787" y="14123"/>
                    <a:pt x="27720" y="14190"/>
                    <a:pt x="27620" y="14190"/>
                  </a:cubicBezTo>
                  <a:cubicBezTo>
                    <a:pt x="27586" y="14223"/>
                    <a:pt x="27520" y="14223"/>
                    <a:pt x="27486" y="14223"/>
                  </a:cubicBezTo>
                  <a:cubicBezTo>
                    <a:pt x="26919" y="14223"/>
                    <a:pt x="26319" y="14223"/>
                    <a:pt x="25752" y="14156"/>
                  </a:cubicBezTo>
                  <a:cubicBezTo>
                    <a:pt x="24951" y="14056"/>
                    <a:pt x="24117" y="14023"/>
                    <a:pt x="23283" y="13989"/>
                  </a:cubicBezTo>
                  <a:cubicBezTo>
                    <a:pt x="22810" y="13950"/>
                    <a:pt x="22336" y="13931"/>
                    <a:pt x="21862" y="13931"/>
                  </a:cubicBezTo>
                  <a:cubicBezTo>
                    <a:pt x="21135" y="13931"/>
                    <a:pt x="20408" y="13975"/>
                    <a:pt x="19681" y="14056"/>
                  </a:cubicBezTo>
                  <a:cubicBezTo>
                    <a:pt x="19247" y="14123"/>
                    <a:pt x="18814" y="14223"/>
                    <a:pt x="18380" y="14356"/>
                  </a:cubicBezTo>
                  <a:cubicBezTo>
                    <a:pt x="17913" y="14523"/>
                    <a:pt x="17880" y="14823"/>
                    <a:pt x="18213" y="15190"/>
                  </a:cubicBezTo>
                  <a:cubicBezTo>
                    <a:pt x="18313" y="15290"/>
                    <a:pt x="18413" y="15357"/>
                    <a:pt x="18513" y="15424"/>
                  </a:cubicBezTo>
                  <a:cubicBezTo>
                    <a:pt x="19414" y="16091"/>
                    <a:pt x="20415" y="16625"/>
                    <a:pt x="21449" y="17058"/>
                  </a:cubicBezTo>
                  <a:cubicBezTo>
                    <a:pt x="23183" y="17792"/>
                    <a:pt x="24985" y="18259"/>
                    <a:pt x="26853" y="18526"/>
                  </a:cubicBezTo>
                  <a:cubicBezTo>
                    <a:pt x="27820" y="18659"/>
                    <a:pt x="28754" y="18860"/>
                    <a:pt x="29688" y="19093"/>
                  </a:cubicBezTo>
                  <a:cubicBezTo>
                    <a:pt x="29855" y="19126"/>
                    <a:pt x="30022" y="19193"/>
                    <a:pt x="30155" y="19293"/>
                  </a:cubicBezTo>
                  <a:cubicBezTo>
                    <a:pt x="30188" y="19327"/>
                    <a:pt x="30222" y="19360"/>
                    <a:pt x="30222" y="19393"/>
                  </a:cubicBezTo>
                  <a:cubicBezTo>
                    <a:pt x="30222" y="19460"/>
                    <a:pt x="30188" y="19493"/>
                    <a:pt x="30155" y="19493"/>
                  </a:cubicBezTo>
                  <a:cubicBezTo>
                    <a:pt x="30055" y="19560"/>
                    <a:pt x="29988" y="19560"/>
                    <a:pt x="29888" y="19560"/>
                  </a:cubicBezTo>
                  <a:cubicBezTo>
                    <a:pt x="29388" y="19560"/>
                    <a:pt x="28887" y="19560"/>
                    <a:pt x="28354" y="19527"/>
                  </a:cubicBezTo>
                  <a:cubicBezTo>
                    <a:pt x="27486" y="19460"/>
                    <a:pt x="26652" y="19393"/>
                    <a:pt x="25819" y="19327"/>
                  </a:cubicBezTo>
                  <a:cubicBezTo>
                    <a:pt x="25718" y="19317"/>
                    <a:pt x="25618" y="19313"/>
                    <a:pt x="25518" y="19313"/>
                  </a:cubicBezTo>
                  <a:cubicBezTo>
                    <a:pt x="24917" y="19313"/>
                    <a:pt x="24313" y="19460"/>
                    <a:pt x="23684" y="19460"/>
                  </a:cubicBezTo>
                  <a:cubicBezTo>
                    <a:pt x="23417" y="19460"/>
                    <a:pt x="23117" y="19560"/>
                    <a:pt x="22850" y="19694"/>
                  </a:cubicBezTo>
                  <a:cubicBezTo>
                    <a:pt x="22550" y="19860"/>
                    <a:pt x="22516" y="20094"/>
                    <a:pt x="22716" y="20327"/>
                  </a:cubicBezTo>
                  <a:cubicBezTo>
                    <a:pt x="22816" y="20461"/>
                    <a:pt x="22950" y="20561"/>
                    <a:pt x="23083" y="20661"/>
                  </a:cubicBezTo>
                  <a:cubicBezTo>
                    <a:pt x="23951" y="21295"/>
                    <a:pt x="24918" y="21828"/>
                    <a:pt x="25919" y="22262"/>
                  </a:cubicBezTo>
                  <a:cubicBezTo>
                    <a:pt x="27620" y="22929"/>
                    <a:pt x="29388" y="23363"/>
                    <a:pt x="31189" y="23496"/>
                  </a:cubicBezTo>
                  <a:cubicBezTo>
                    <a:pt x="31423" y="23530"/>
                    <a:pt x="31656" y="23596"/>
                    <a:pt x="31890" y="23630"/>
                  </a:cubicBezTo>
                  <a:cubicBezTo>
                    <a:pt x="31990" y="23663"/>
                    <a:pt x="32090" y="23663"/>
                    <a:pt x="32090" y="23796"/>
                  </a:cubicBezTo>
                  <a:cubicBezTo>
                    <a:pt x="32090" y="23930"/>
                    <a:pt x="31956" y="23997"/>
                    <a:pt x="31856" y="23997"/>
                  </a:cubicBezTo>
                  <a:lnTo>
                    <a:pt x="31723" y="23997"/>
                  </a:lnTo>
                  <a:cubicBezTo>
                    <a:pt x="30922" y="23997"/>
                    <a:pt x="30122" y="23997"/>
                    <a:pt x="29321" y="24063"/>
                  </a:cubicBezTo>
                  <a:cubicBezTo>
                    <a:pt x="28654" y="24130"/>
                    <a:pt x="27987" y="24163"/>
                    <a:pt x="27320" y="24263"/>
                  </a:cubicBezTo>
                  <a:cubicBezTo>
                    <a:pt x="26986" y="24297"/>
                    <a:pt x="26652" y="24397"/>
                    <a:pt x="26386" y="24564"/>
                  </a:cubicBezTo>
                  <a:cubicBezTo>
                    <a:pt x="26085" y="24664"/>
                    <a:pt x="25985" y="25031"/>
                    <a:pt x="26185" y="25298"/>
                  </a:cubicBezTo>
                  <a:cubicBezTo>
                    <a:pt x="26319" y="25564"/>
                    <a:pt x="26552" y="25798"/>
                    <a:pt x="26786" y="25998"/>
                  </a:cubicBezTo>
                  <a:cubicBezTo>
                    <a:pt x="27887" y="26932"/>
                    <a:pt x="29088" y="27733"/>
                    <a:pt x="30355" y="28433"/>
                  </a:cubicBezTo>
                  <a:cubicBezTo>
                    <a:pt x="33357" y="30101"/>
                    <a:pt x="36593" y="30968"/>
                    <a:pt x="39929" y="31635"/>
                  </a:cubicBezTo>
                  <a:cubicBezTo>
                    <a:pt x="41430" y="31902"/>
                    <a:pt x="42964" y="32069"/>
                    <a:pt x="44499" y="32136"/>
                  </a:cubicBezTo>
                  <a:cubicBezTo>
                    <a:pt x="44890" y="32178"/>
                    <a:pt x="45281" y="32196"/>
                    <a:pt x="45672" y="32196"/>
                  </a:cubicBezTo>
                  <a:cubicBezTo>
                    <a:pt x="46215" y="32196"/>
                    <a:pt x="46758" y="32161"/>
                    <a:pt x="47301" y="32102"/>
                  </a:cubicBezTo>
                  <a:cubicBezTo>
                    <a:pt x="47367" y="32102"/>
                    <a:pt x="47434" y="32102"/>
                    <a:pt x="47467" y="32169"/>
                  </a:cubicBezTo>
                  <a:cubicBezTo>
                    <a:pt x="47534" y="32236"/>
                    <a:pt x="47467" y="32303"/>
                    <a:pt x="47401" y="32336"/>
                  </a:cubicBezTo>
                  <a:cubicBezTo>
                    <a:pt x="47067" y="32536"/>
                    <a:pt x="46700" y="32703"/>
                    <a:pt x="46300" y="32770"/>
                  </a:cubicBezTo>
                  <a:cubicBezTo>
                    <a:pt x="45701" y="32898"/>
                    <a:pt x="45089" y="32958"/>
                    <a:pt x="44471" y="32958"/>
                  </a:cubicBezTo>
                  <a:cubicBezTo>
                    <a:pt x="44125" y="32958"/>
                    <a:pt x="43778" y="32939"/>
                    <a:pt x="43431" y="32903"/>
                  </a:cubicBezTo>
                  <a:cubicBezTo>
                    <a:pt x="42464" y="32803"/>
                    <a:pt x="41530" y="32836"/>
                    <a:pt x="40562" y="32703"/>
                  </a:cubicBezTo>
                  <a:cubicBezTo>
                    <a:pt x="39695" y="32569"/>
                    <a:pt x="38794" y="32503"/>
                    <a:pt x="37927" y="32336"/>
                  </a:cubicBezTo>
                  <a:cubicBezTo>
                    <a:pt x="36259" y="32036"/>
                    <a:pt x="34591" y="31602"/>
                    <a:pt x="33024" y="31002"/>
                  </a:cubicBezTo>
                  <a:cubicBezTo>
                    <a:pt x="31256" y="30401"/>
                    <a:pt x="29588" y="29601"/>
                    <a:pt x="28020" y="28633"/>
                  </a:cubicBezTo>
                  <a:cubicBezTo>
                    <a:pt x="27286" y="28166"/>
                    <a:pt x="26619" y="27633"/>
                    <a:pt x="26085" y="26999"/>
                  </a:cubicBezTo>
                  <a:cubicBezTo>
                    <a:pt x="25752" y="26665"/>
                    <a:pt x="25485" y="26232"/>
                    <a:pt x="25352" y="25798"/>
                  </a:cubicBezTo>
                  <a:cubicBezTo>
                    <a:pt x="25085" y="25198"/>
                    <a:pt x="25318" y="24497"/>
                    <a:pt x="25885" y="24163"/>
                  </a:cubicBezTo>
                  <a:cubicBezTo>
                    <a:pt x="25985" y="24097"/>
                    <a:pt x="26085" y="24063"/>
                    <a:pt x="26185" y="23997"/>
                  </a:cubicBezTo>
                  <a:cubicBezTo>
                    <a:pt x="26286" y="23963"/>
                    <a:pt x="26386" y="23897"/>
                    <a:pt x="26352" y="23763"/>
                  </a:cubicBezTo>
                  <a:cubicBezTo>
                    <a:pt x="26352" y="23630"/>
                    <a:pt x="26219" y="23596"/>
                    <a:pt x="26119" y="23530"/>
                  </a:cubicBezTo>
                  <a:lnTo>
                    <a:pt x="25718" y="23363"/>
                  </a:lnTo>
                  <a:cubicBezTo>
                    <a:pt x="25452" y="23196"/>
                    <a:pt x="25151" y="23063"/>
                    <a:pt x="24851" y="22996"/>
                  </a:cubicBezTo>
                  <a:cubicBezTo>
                    <a:pt x="24518" y="22996"/>
                    <a:pt x="24184" y="23063"/>
                    <a:pt x="23884" y="23163"/>
                  </a:cubicBezTo>
                  <a:cubicBezTo>
                    <a:pt x="22950" y="23363"/>
                    <a:pt x="21982" y="23530"/>
                    <a:pt x="21048" y="23596"/>
                  </a:cubicBezTo>
                  <a:cubicBezTo>
                    <a:pt x="20114" y="23663"/>
                    <a:pt x="19180" y="23796"/>
                    <a:pt x="18246" y="23796"/>
                  </a:cubicBezTo>
                  <a:cubicBezTo>
                    <a:pt x="17389" y="23810"/>
                    <a:pt x="16531" y="23824"/>
                    <a:pt x="15675" y="23824"/>
                  </a:cubicBezTo>
                  <a:cubicBezTo>
                    <a:pt x="14435" y="23824"/>
                    <a:pt x="13199" y="23795"/>
                    <a:pt x="11975" y="23696"/>
                  </a:cubicBezTo>
                  <a:cubicBezTo>
                    <a:pt x="11892" y="23689"/>
                    <a:pt x="11809" y="23686"/>
                    <a:pt x="11726" y="23686"/>
                  </a:cubicBezTo>
                  <a:cubicBezTo>
                    <a:pt x="11579" y="23686"/>
                    <a:pt x="11432" y="23694"/>
                    <a:pt x="11290" y="23694"/>
                  </a:cubicBezTo>
                  <a:cubicBezTo>
                    <a:pt x="11159" y="23694"/>
                    <a:pt x="11031" y="23688"/>
                    <a:pt x="10908" y="23663"/>
                  </a:cubicBezTo>
                  <a:cubicBezTo>
                    <a:pt x="10041" y="23530"/>
                    <a:pt x="9207" y="23530"/>
                    <a:pt x="8373" y="23463"/>
                  </a:cubicBezTo>
                  <a:cubicBezTo>
                    <a:pt x="7305" y="23363"/>
                    <a:pt x="6238" y="23263"/>
                    <a:pt x="5170" y="23129"/>
                  </a:cubicBezTo>
                  <a:cubicBezTo>
                    <a:pt x="3769" y="22929"/>
                    <a:pt x="2335" y="22696"/>
                    <a:pt x="967" y="22395"/>
                  </a:cubicBezTo>
                  <a:cubicBezTo>
                    <a:pt x="701" y="22329"/>
                    <a:pt x="467" y="22295"/>
                    <a:pt x="234" y="22262"/>
                  </a:cubicBezTo>
                  <a:cubicBezTo>
                    <a:pt x="100" y="22262"/>
                    <a:pt x="0" y="22429"/>
                    <a:pt x="33" y="22562"/>
                  </a:cubicBezTo>
                  <a:cubicBezTo>
                    <a:pt x="100" y="22696"/>
                    <a:pt x="167" y="22829"/>
                    <a:pt x="300" y="22929"/>
                  </a:cubicBezTo>
                  <a:cubicBezTo>
                    <a:pt x="1334" y="23963"/>
                    <a:pt x="2302" y="25064"/>
                    <a:pt x="3403" y="26065"/>
                  </a:cubicBezTo>
                  <a:cubicBezTo>
                    <a:pt x="4437" y="26999"/>
                    <a:pt x="5537" y="27833"/>
                    <a:pt x="6672" y="28633"/>
                  </a:cubicBezTo>
                  <a:cubicBezTo>
                    <a:pt x="7939" y="29567"/>
                    <a:pt x="9273" y="30435"/>
                    <a:pt x="10641" y="31202"/>
                  </a:cubicBezTo>
                  <a:cubicBezTo>
                    <a:pt x="12009" y="31936"/>
                    <a:pt x="13410" y="32569"/>
                    <a:pt x="14877" y="33070"/>
                  </a:cubicBezTo>
                  <a:cubicBezTo>
                    <a:pt x="15044" y="33103"/>
                    <a:pt x="15244" y="33137"/>
                    <a:pt x="15344" y="33270"/>
                  </a:cubicBezTo>
                  <a:cubicBezTo>
                    <a:pt x="15378" y="33337"/>
                    <a:pt x="15411" y="33403"/>
                    <a:pt x="15411" y="33470"/>
                  </a:cubicBezTo>
                  <a:cubicBezTo>
                    <a:pt x="15411" y="33537"/>
                    <a:pt x="15344" y="33570"/>
                    <a:pt x="15278" y="33570"/>
                  </a:cubicBezTo>
                  <a:cubicBezTo>
                    <a:pt x="15214" y="33596"/>
                    <a:pt x="15145" y="33607"/>
                    <a:pt x="15076" y="33607"/>
                  </a:cubicBezTo>
                  <a:cubicBezTo>
                    <a:pt x="14963" y="33607"/>
                    <a:pt x="14847" y="33578"/>
                    <a:pt x="14744" y="33537"/>
                  </a:cubicBezTo>
                  <a:cubicBezTo>
                    <a:pt x="13109" y="33070"/>
                    <a:pt x="11475" y="32603"/>
                    <a:pt x="9807" y="32136"/>
                  </a:cubicBezTo>
                  <a:cubicBezTo>
                    <a:pt x="8206" y="31669"/>
                    <a:pt x="6571" y="31269"/>
                    <a:pt x="4904" y="30968"/>
                  </a:cubicBezTo>
                  <a:cubicBezTo>
                    <a:pt x="4591" y="30929"/>
                    <a:pt x="4278" y="30913"/>
                    <a:pt x="3966" y="30913"/>
                  </a:cubicBezTo>
                  <a:cubicBezTo>
                    <a:pt x="3745" y="30913"/>
                    <a:pt x="3524" y="30921"/>
                    <a:pt x="3302" y="30935"/>
                  </a:cubicBezTo>
                  <a:cubicBezTo>
                    <a:pt x="2969" y="30935"/>
                    <a:pt x="2835" y="31168"/>
                    <a:pt x="2969" y="31469"/>
                  </a:cubicBezTo>
                  <a:cubicBezTo>
                    <a:pt x="3002" y="31635"/>
                    <a:pt x="3102" y="31802"/>
                    <a:pt x="3202" y="31969"/>
                  </a:cubicBezTo>
                  <a:cubicBezTo>
                    <a:pt x="3636" y="32670"/>
                    <a:pt x="4136" y="33337"/>
                    <a:pt x="4703" y="33904"/>
                  </a:cubicBezTo>
                  <a:cubicBezTo>
                    <a:pt x="5637" y="34838"/>
                    <a:pt x="6638" y="35705"/>
                    <a:pt x="7739" y="36439"/>
                  </a:cubicBezTo>
                  <a:cubicBezTo>
                    <a:pt x="9207" y="37540"/>
                    <a:pt x="10708" y="38540"/>
                    <a:pt x="12309" y="39441"/>
                  </a:cubicBezTo>
                  <a:cubicBezTo>
                    <a:pt x="14744" y="40842"/>
                    <a:pt x="17246" y="42076"/>
                    <a:pt x="19814" y="43177"/>
                  </a:cubicBezTo>
                  <a:cubicBezTo>
                    <a:pt x="23283" y="44645"/>
                    <a:pt x="26919" y="45712"/>
                    <a:pt x="30622" y="46379"/>
                  </a:cubicBezTo>
                  <a:cubicBezTo>
                    <a:pt x="32523" y="46746"/>
                    <a:pt x="34458" y="47013"/>
                    <a:pt x="36393" y="47180"/>
                  </a:cubicBezTo>
                  <a:cubicBezTo>
                    <a:pt x="37794" y="47313"/>
                    <a:pt x="39128" y="47380"/>
                    <a:pt x="40596" y="47413"/>
                  </a:cubicBezTo>
                  <a:cubicBezTo>
                    <a:pt x="40929" y="47429"/>
                    <a:pt x="41264" y="47435"/>
                    <a:pt x="41600" y="47435"/>
                  </a:cubicBezTo>
                  <a:cubicBezTo>
                    <a:pt x="42711" y="47435"/>
                    <a:pt x="43831" y="47365"/>
                    <a:pt x="44932" y="47313"/>
                  </a:cubicBezTo>
                  <a:cubicBezTo>
                    <a:pt x="46300" y="47213"/>
                    <a:pt x="47634" y="47080"/>
                    <a:pt x="49002" y="46913"/>
                  </a:cubicBezTo>
                  <a:cubicBezTo>
                    <a:pt x="50703" y="46713"/>
                    <a:pt x="52438" y="46446"/>
                    <a:pt x="54139" y="46046"/>
                  </a:cubicBezTo>
                  <a:cubicBezTo>
                    <a:pt x="56941" y="45379"/>
                    <a:pt x="59709" y="44445"/>
                    <a:pt x="62311" y="43177"/>
                  </a:cubicBezTo>
                  <a:cubicBezTo>
                    <a:pt x="65213" y="41876"/>
                    <a:pt x="67815" y="40041"/>
                    <a:pt x="69983" y="37773"/>
                  </a:cubicBezTo>
                  <a:cubicBezTo>
                    <a:pt x="70417" y="37306"/>
                    <a:pt x="70784" y="36806"/>
                    <a:pt x="71151" y="36305"/>
                  </a:cubicBezTo>
                  <a:cubicBezTo>
                    <a:pt x="71851" y="35371"/>
                    <a:pt x="72052" y="34271"/>
                    <a:pt x="72152" y="33170"/>
                  </a:cubicBezTo>
                  <a:cubicBezTo>
                    <a:pt x="72252" y="31769"/>
                    <a:pt x="72052" y="30368"/>
                    <a:pt x="71585" y="29067"/>
                  </a:cubicBezTo>
                  <a:cubicBezTo>
                    <a:pt x="70851" y="27032"/>
                    <a:pt x="69917" y="25031"/>
                    <a:pt x="68783" y="23163"/>
                  </a:cubicBezTo>
                  <a:cubicBezTo>
                    <a:pt x="67882" y="21662"/>
                    <a:pt x="66848" y="20261"/>
                    <a:pt x="66014" y="18726"/>
                  </a:cubicBezTo>
                  <a:cubicBezTo>
                    <a:pt x="65447" y="17725"/>
                    <a:pt x="64980" y="16658"/>
                    <a:pt x="64613" y="15557"/>
                  </a:cubicBezTo>
                  <a:cubicBezTo>
                    <a:pt x="64279" y="14323"/>
                    <a:pt x="63979" y="13089"/>
                    <a:pt x="64279" y="11788"/>
                  </a:cubicBezTo>
                  <a:cubicBezTo>
                    <a:pt x="64446" y="10587"/>
                    <a:pt x="65080" y="9453"/>
                    <a:pt x="66014" y="8652"/>
                  </a:cubicBezTo>
                  <a:cubicBezTo>
                    <a:pt x="66181" y="8519"/>
                    <a:pt x="66281" y="8319"/>
                    <a:pt x="66281" y="8085"/>
                  </a:cubicBezTo>
                  <a:cubicBezTo>
                    <a:pt x="66247" y="7618"/>
                    <a:pt x="66281" y="7151"/>
                    <a:pt x="66314" y="6684"/>
                  </a:cubicBezTo>
                  <a:cubicBezTo>
                    <a:pt x="66314" y="6451"/>
                    <a:pt x="66381" y="6251"/>
                    <a:pt x="66514" y="6050"/>
                  </a:cubicBezTo>
                  <a:cubicBezTo>
                    <a:pt x="66748" y="6251"/>
                    <a:pt x="66614" y="6451"/>
                    <a:pt x="66614" y="6651"/>
                  </a:cubicBezTo>
                  <a:cubicBezTo>
                    <a:pt x="66648" y="6951"/>
                    <a:pt x="66648" y="7251"/>
                    <a:pt x="66614" y="7518"/>
                  </a:cubicBezTo>
                  <a:cubicBezTo>
                    <a:pt x="66614" y="8052"/>
                    <a:pt x="66648" y="8586"/>
                    <a:pt x="66748" y="9119"/>
                  </a:cubicBezTo>
                  <a:cubicBezTo>
                    <a:pt x="66981" y="10120"/>
                    <a:pt x="67415" y="11021"/>
                    <a:pt x="68049" y="11788"/>
                  </a:cubicBezTo>
                  <a:cubicBezTo>
                    <a:pt x="68416" y="12222"/>
                    <a:pt x="68816" y="12555"/>
                    <a:pt x="69316" y="12789"/>
                  </a:cubicBezTo>
                  <a:cubicBezTo>
                    <a:pt x="69427" y="12852"/>
                    <a:pt x="69552" y="12885"/>
                    <a:pt x="69678" y="12885"/>
                  </a:cubicBezTo>
                  <a:cubicBezTo>
                    <a:pt x="69818" y="12885"/>
                    <a:pt x="69960" y="12843"/>
                    <a:pt x="70083" y="12755"/>
                  </a:cubicBezTo>
                  <a:cubicBezTo>
                    <a:pt x="70317" y="12588"/>
                    <a:pt x="70550" y="12388"/>
                    <a:pt x="70751" y="12222"/>
                  </a:cubicBezTo>
                  <a:cubicBezTo>
                    <a:pt x="71184" y="11821"/>
                    <a:pt x="71551" y="11354"/>
                    <a:pt x="71885" y="10887"/>
                  </a:cubicBezTo>
                  <a:cubicBezTo>
                    <a:pt x="72252" y="10420"/>
                    <a:pt x="72485" y="9887"/>
                    <a:pt x="72819" y="9420"/>
                  </a:cubicBezTo>
                  <a:cubicBezTo>
                    <a:pt x="72895" y="9267"/>
                    <a:pt x="72993" y="9169"/>
                    <a:pt x="73119" y="9169"/>
                  </a:cubicBezTo>
                  <a:cubicBezTo>
                    <a:pt x="73214" y="9169"/>
                    <a:pt x="73324" y="9224"/>
                    <a:pt x="73453" y="9353"/>
                  </a:cubicBezTo>
                  <a:cubicBezTo>
                    <a:pt x="73519" y="9453"/>
                    <a:pt x="73586" y="9553"/>
                    <a:pt x="73653" y="9620"/>
                  </a:cubicBezTo>
                  <a:cubicBezTo>
                    <a:pt x="73920" y="10053"/>
                    <a:pt x="74220" y="10420"/>
                    <a:pt x="74620" y="10754"/>
                  </a:cubicBezTo>
                  <a:cubicBezTo>
                    <a:pt x="74854" y="10954"/>
                    <a:pt x="75087" y="11154"/>
                    <a:pt x="75354" y="11321"/>
                  </a:cubicBezTo>
                  <a:cubicBezTo>
                    <a:pt x="75432" y="11365"/>
                    <a:pt x="75502" y="11388"/>
                    <a:pt x="75566" y="11388"/>
                  </a:cubicBezTo>
                  <a:cubicBezTo>
                    <a:pt x="75695" y="11388"/>
                    <a:pt x="75799" y="11299"/>
                    <a:pt x="75888" y="11121"/>
                  </a:cubicBezTo>
                  <a:cubicBezTo>
                    <a:pt x="75921" y="11021"/>
                    <a:pt x="75954" y="10921"/>
                    <a:pt x="75988" y="10821"/>
                  </a:cubicBezTo>
                  <a:cubicBezTo>
                    <a:pt x="76154" y="10253"/>
                    <a:pt x="76288" y="9686"/>
                    <a:pt x="76355" y="9119"/>
                  </a:cubicBezTo>
                  <a:cubicBezTo>
                    <a:pt x="76488" y="8285"/>
                    <a:pt x="76421" y="7418"/>
                    <a:pt x="76121" y="6618"/>
                  </a:cubicBezTo>
                  <a:cubicBezTo>
                    <a:pt x="75854" y="5817"/>
                    <a:pt x="75487" y="5050"/>
                    <a:pt x="75054" y="4316"/>
                  </a:cubicBezTo>
                  <a:cubicBezTo>
                    <a:pt x="74653" y="3682"/>
                    <a:pt x="74153" y="3082"/>
                    <a:pt x="73586" y="2581"/>
                  </a:cubicBezTo>
                  <a:cubicBezTo>
                    <a:pt x="72085" y="1314"/>
                    <a:pt x="70250" y="480"/>
                    <a:pt x="68316" y="146"/>
                  </a:cubicBezTo>
                  <a:cubicBezTo>
                    <a:pt x="67933" y="44"/>
                    <a:pt x="67571" y="1"/>
                    <a:pt x="6719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18"/>
            <p:cNvSpPr/>
            <p:nvPr/>
          </p:nvSpPr>
          <p:spPr>
            <a:xfrm rot="-432543">
              <a:off x="3887541" y="3520259"/>
              <a:ext cx="806833" cy="676913"/>
            </a:xfrm>
            <a:custGeom>
              <a:avLst/>
              <a:gdLst/>
              <a:ahLst/>
              <a:cxnLst/>
              <a:rect l="l" t="t" r="r" b="b"/>
              <a:pathLst>
                <a:path w="22450" h="18835" extrusionOk="0">
                  <a:moveTo>
                    <a:pt x="1306" y="0"/>
                  </a:moveTo>
                  <a:cubicBezTo>
                    <a:pt x="1019" y="0"/>
                    <a:pt x="745" y="96"/>
                    <a:pt x="534" y="254"/>
                  </a:cubicBezTo>
                  <a:cubicBezTo>
                    <a:pt x="134" y="488"/>
                    <a:pt x="0" y="955"/>
                    <a:pt x="167" y="1355"/>
                  </a:cubicBezTo>
                  <a:cubicBezTo>
                    <a:pt x="267" y="1588"/>
                    <a:pt x="400" y="1755"/>
                    <a:pt x="601" y="1889"/>
                  </a:cubicBezTo>
                  <a:cubicBezTo>
                    <a:pt x="834" y="2089"/>
                    <a:pt x="1101" y="2256"/>
                    <a:pt x="1401" y="2356"/>
                  </a:cubicBezTo>
                  <a:cubicBezTo>
                    <a:pt x="2168" y="2656"/>
                    <a:pt x="2936" y="2923"/>
                    <a:pt x="3703" y="3290"/>
                  </a:cubicBezTo>
                  <a:cubicBezTo>
                    <a:pt x="5170" y="3990"/>
                    <a:pt x="6571" y="4791"/>
                    <a:pt x="7939" y="5691"/>
                  </a:cubicBezTo>
                  <a:cubicBezTo>
                    <a:pt x="9173" y="6592"/>
                    <a:pt x="10441" y="7459"/>
                    <a:pt x="11642" y="8460"/>
                  </a:cubicBezTo>
                  <a:cubicBezTo>
                    <a:pt x="13143" y="9728"/>
                    <a:pt x="14611" y="11028"/>
                    <a:pt x="16012" y="12396"/>
                  </a:cubicBezTo>
                  <a:cubicBezTo>
                    <a:pt x="16879" y="13230"/>
                    <a:pt x="17713" y="14064"/>
                    <a:pt x="18547" y="14998"/>
                  </a:cubicBezTo>
                  <a:cubicBezTo>
                    <a:pt x="19347" y="15899"/>
                    <a:pt x="20215" y="16833"/>
                    <a:pt x="20982" y="17833"/>
                  </a:cubicBezTo>
                  <a:cubicBezTo>
                    <a:pt x="21182" y="18134"/>
                    <a:pt x="21449" y="18400"/>
                    <a:pt x="21716" y="18701"/>
                  </a:cubicBezTo>
                  <a:cubicBezTo>
                    <a:pt x="21782" y="18790"/>
                    <a:pt x="21894" y="18834"/>
                    <a:pt x="22010" y="18834"/>
                  </a:cubicBezTo>
                  <a:cubicBezTo>
                    <a:pt x="22068" y="18834"/>
                    <a:pt x="22127" y="18823"/>
                    <a:pt x="22183" y="18801"/>
                  </a:cubicBezTo>
                  <a:cubicBezTo>
                    <a:pt x="22383" y="18734"/>
                    <a:pt x="22449" y="18567"/>
                    <a:pt x="22449" y="18167"/>
                  </a:cubicBezTo>
                  <a:cubicBezTo>
                    <a:pt x="22416" y="17933"/>
                    <a:pt x="22316" y="17700"/>
                    <a:pt x="22183" y="17500"/>
                  </a:cubicBezTo>
                  <a:cubicBezTo>
                    <a:pt x="21782" y="16833"/>
                    <a:pt x="21349" y="16166"/>
                    <a:pt x="20915" y="15532"/>
                  </a:cubicBezTo>
                  <a:cubicBezTo>
                    <a:pt x="19514" y="13530"/>
                    <a:pt x="17946" y="11629"/>
                    <a:pt x="16212" y="9861"/>
                  </a:cubicBezTo>
                  <a:cubicBezTo>
                    <a:pt x="15511" y="9094"/>
                    <a:pt x="14744" y="8393"/>
                    <a:pt x="13943" y="7693"/>
                  </a:cubicBezTo>
                  <a:cubicBezTo>
                    <a:pt x="13410" y="7259"/>
                    <a:pt x="12909" y="6725"/>
                    <a:pt x="12342" y="6292"/>
                  </a:cubicBezTo>
                  <a:cubicBezTo>
                    <a:pt x="10574" y="4891"/>
                    <a:pt x="8740" y="3590"/>
                    <a:pt x="6772" y="2456"/>
                  </a:cubicBezTo>
                  <a:cubicBezTo>
                    <a:pt x="5704" y="1855"/>
                    <a:pt x="4637" y="1155"/>
                    <a:pt x="3503" y="654"/>
                  </a:cubicBezTo>
                  <a:cubicBezTo>
                    <a:pt x="2869" y="354"/>
                    <a:pt x="2202" y="121"/>
                    <a:pt x="1535" y="21"/>
                  </a:cubicBezTo>
                  <a:cubicBezTo>
                    <a:pt x="1458" y="7"/>
                    <a:pt x="1381" y="0"/>
                    <a:pt x="130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p18"/>
            <p:cNvSpPr/>
            <p:nvPr/>
          </p:nvSpPr>
          <p:spPr>
            <a:xfrm rot="-432543">
              <a:off x="3942909" y="3361105"/>
              <a:ext cx="800867" cy="763382"/>
            </a:xfrm>
            <a:custGeom>
              <a:avLst/>
              <a:gdLst/>
              <a:ahLst/>
              <a:cxnLst/>
              <a:rect l="l" t="t" r="r" b="b"/>
              <a:pathLst>
                <a:path w="22284" h="21241" extrusionOk="0">
                  <a:moveTo>
                    <a:pt x="1440" y="1"/>
                  </a:moveTo>
                  <a:cubicBezTo>
                    <a:pt x="1035" y="1"/>
                    <a:pt x="615" y="195"/>
                    <a:pt x="368" y="505"/>
                  </a:cubicBezTo>
                  <a:cubicBezTo>
                    <a:pt x="1" y="905"/>
                    <a:pt x="34" y="1539"/>
                    <a:pt x="501" y="1839"/>
                  </a:cubicBezTo>
                  <a:cubicBezTo>
                    <a:pt x="668" y="1939"/>
                    <a:pt x="835" y="2039"/>
                    <a:pt x="1035" y="2106"/>
                  </a:cubicBezTo>
                  <a:cubicBezTo>
                    <a:pt x="3170" y="3040"/>
                    <a:pt x="5238" y="4141"/>
                    <a:pt x="7173" y="5441"/>
                  </a:cubicBezTo>
                  <a:cubicBezTo>
                    <a:pt x="8740" y="6476"/>
                    <a:pt x="10208" y="7576"/>
                    <a:pt x="11609" y="8777"/>
                  </a:cubicBezTo>
                  <a:cubicBezTo>
                    <a:pt x="12777" y="9745"/>
                    <a:pt x="13877" y="10779"/>
                    <a:pt x="14945" y="11879"/>
                  </a:cubicBezTo>
                  <a:cubicBezTo>
                    <a:pt x="15345" y="12280"/>
                    <a:pt x="15712" y="12680"/>
                    <a:pt x="16079" y="13114"/>
                  </a:cubicBezTo>
                  <a:cubicBezTo>
                    <a:pt x="16846" y="13881"/>
                    <a:pt x="17547" y="14715"/>
                    <a:pt x="18214" y="15615"/>
                  </a:cubicBezTo>
                  <a:cubicBezTo>
                    <a:pt x="19381" y="17116"/>
                    <a:pt x="20415" y="18751"/>
                    <a:pt x="21249" y="20486"/>
                  </a:cubicBezTo>
                  <a:cubicBezTo>
                    <a:pt x="21349" y="20686"/>
                    <a:pt x="21449" y="20886"/>
                    <a:pt x="21583" y="21053"/>
                  </a:cubicBezTo>
                  <a:cubicBezTo>
                    <a:pt x="21687" y="21157"/>
                    <a:pt x="21791" y="21241"/>
                    <a:pt x="21911" y="21241"/>
                  </a:cubicBezTo>
                  <a:cubicBezTo>
                    <a:pt x="21945" y="21241"/>
                    <a:pt x="21980" y="21234"/>
                    <a:pt x="22017" y="21219"/>
                  </a:cubicBezTo>
                  <a:cubicBezTo>
                    <a:pt x="22150" y="21153"/>
                    <a:pt x="22250" y="20986"/>
                    <a:pt x="22250" y="20853"/>
                  </a:cubicBezTo>
                  <a:cubicBezTo>
                    <a:pt x="22283" y="20619"/>
                    <a:pt x="22250" y="20386"/>
                    <a:pt x="22183" y="20185"/>
                  </a:cubicBezTo>
                  <a:cubicBezTo>
                    <a:pt x="21616" y="18384"/>
                    <a:pt x="20749" y="16649"/>
                    <a:pt x="19648" y="15115"/>
                  </a:cubicBezTo>
                  <a:cubicBezTo>
                    <a:pt x="19048" y="14248"/>
                    <a:pt x="18414" y="13414"/>
                    <a:pt x="17747" y="12613"/>
                  </a:cubicBezTo>
                  <a:cubicBezTo>
                    <a:pt x="16846" y="11546"/>
                    <a:pt x="15946" y="10445"/>
                    <a:pt x="14945" y="9444"/>
                  </a:cubicBezTo>
                  <a:cubicBezTo>
                    <a:pt x="13510" y="8010"/>
                    <a:pt x="12076" y="6509"/>
                    <a:pt x="10508" y="5175"/>
                  </a:cubicBezTo>
                  <a:cubicBezTo>
                    <a:pt x="10041" y="4774"/>
                    <a:pt x="9574" y="4341"/>
                    <a:pt x="9074" y="3974"/>
                  </a:cubicBezTo>
                  <a:cubicBezTo>
                    <a:pt x="7640" y="2906"/>
                    <a:pt x="6105" y="1906"/>
                    <a:pt x="4537" y="1038"/>
                  </a:cubicBezTo>
                  <a:cubicBezTo>
                    <a:pt x="3770" y="638"/>
                    <a:pt x="2936" y="338"/>
                    <a:pt x="2102" y="104"/>
                  </a:cubicBezTo>
                  <a:cubicBezTo>
                    <a:pt x="1936" y="38"/>
                    <a:pt x="1735" y="4"/>
                    <a:pt x="1535" y="4"/>
                  </a:cubicBezTo>
                  <a:cubicBezTo>
                    <a:pt x="1504" y="2"/>
                    <a:pt x="1472" y="1"/>
                    <a:pt x="144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18"/>
            <p:cNvSpPr/>
            <p:nvPr/>
          </p:nvSpPr>
          <p:spPr>
            <a:xfrm rot="-432543">
              <a:off x="3928848" y="3723348"/>
              <a:ext cx="706131" cy="529167"/>
            </a:xfrm>
            <a:custGeom>
              <a:avLst/>
              <a:gdLst/>
              <a:ahLst/>
              <a:cxnLst/>
              <a:rect l="l" t="t" r="r" b="b"/>
              <a:pathLst>
                <a:path w="19648" h="14724" extrusionOk="0">
                  <a:moveTo>
                    <a:pt x="1026" y="0"/>
                  </a:moveTo>
                  <a:cubicBezTo>
                    <a:pt x="838" y="0"/>
                    <a:pt x="646" y="45"/>
                    <a:pt x="468" y="134"/>
                  </a:cubicBezTo>
                  <a:cubicBezTo>
                    <a:pt x="201" y="267"/>
                    <a:pt x="1" y="567"/>
                    <a:pt x="1" y="868"/>
                  </a:cubicBezTo>
                  <a:cubicBezTo>
                    <a:pt x="1" y="1168"/>
                    <a:pt x="101" y="1435"/>
                    <a:pt x="301" y="1668"/>
                  </a:cubicBezTo>
                  <a:cubicBezTo>
                    <a:pt x="434" y="1835"/>
                    <a:pt x="601" y="1968"/>
                    <a:pt x="801" y="2068"/>
                  </a:cubicBezTo>
                  <a:cubicBezTo>
                    <a:pt x="1302" y="2369"/>
                    <a:pt x="1769" y="2669"/>
                    <a:pt x="2302" y="2936"/>
                  </a:cubicBezTo>
                  <a:cubicBezTo>
                    <a:pt x="3637" y="3603"/>
                    <a:pt x="4971" y="4270"/>
                    <a:pt x="6238" y="5037"/>
                  </a:cubicBezTo>
                  <a:cubicBezTo>
                    <a:pt x="8040" y="6105"/>
                    <a:pt x="9808" y="7239"/>
                    <a:pt x="11509" y="8473"/>
                  </a:cubicBezTo>
                  <a:cubicBezTo>
                    <a:pt x="12776" y="9407"/>
                    <a:pt x="14044" y="10374"/>
                    <a:pt x="15245" y="11408"/>
                  </a:cubicBezTo>
                  <a:cubicBezTo>
                    <a:pt x="16012" y="12042"/>
                    <a:pt x="16813" y="12676"/>
                    <a:pt x="17513" y="13377"/>
                  </a:cubicBezTo>
                  <a:cubicBezTo>
                    <a:pt x="17880" y="13710"/>
                    <a:pt x="18247" y="14044"/>
                    <a:pt x="18614" y="14377"/>
                  </a:cubicBezTo>
                  <a:cubicBezTo>
                    <a:pt x="18747" y="14477"/>
                    <a:pt x="18881" y="14577"/>
                    <a:pt x="19014" y="14677"/>
                  </a:cubicBezTo>
                  <a:cubicBezTo>
                    <a:pt x="19074" y="14707"/>
                    <a:pt x="19141" y="14724"/>
                    <a:pt x="19208" y="14724"/>
                  </a:cubicBezTo>
                  <a:cubicBezTo>
                    <a:pt x="19291" y="14724"/>
                    <a:pt x="19374" y="14699"/>
                    <a:pt x="19448" y="14644"/>
                  </a:cubicBezTo>
                  <a:cubicBezTo>
                    <a:pt x="19581" y="14511"/>
                    <a:pt x="19648" y="14311"/>
                    <a:pt x="19548" y="14144"/>
                  </a:cubicBezTo>
                  <a:cubicBezTo>
                    <a:pt x="19448" y="13977"/>
                    <a:pt x="19348" y="13810"/>
                    <a:pt x="19214" y="13643"/>
                  </a:cubicBezTo>
                  <a:cubicBezTo>
                    <a:pt x="18881" y="13243"/>
                    <a:pt x="18547" y="12809"/>
                    <a:pt x="18180" y="12443"/>
                  </a:cubicBezTo>
                  <a:cubicBezTo>
                    <a:pt x="16979" y="11208"/>
                    <a:pt x="15779" y="9974"/>
                    <a:pt x="14511" y="8840"/>
                  </a:cubicBezTo>
                  <a:cubicBezTo>
                    <a:pt x="13077" y="7572"/>
                    <a:pt x="11609" y="6338"/>
                    <a:pt x="10074" y="5171"/>
                  </a:cubicBezTo>
                  <a:cubicBezTo>
                    <a:pt x="7973" y="3503"/>
                    <a:pt x="5738" y="2035"/>
                    <a:pt x="3370" y="801"/>
                  </a:cubicBezTo>
                  <a:cubicBezTo>
                    <a:pt x="2703" y="434"/>
                    <a:pt x="2035" y="167"/>
                    <a:pt x="1302" y="34"/>
                  </a:cubicBezTo>
                  <a:cubicBezTo>
                    <a:pt x="1213" y="11"/>
                    <a:pt x="1120" y="0"/>
                    <a:pt x="102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18"/>
            <p:cNvSpPr/>
            <p:nvPr/>
          </p:nvSpPr>
          <p:spPr>
            <a:xfrm rot="-432543">
              <a:off x="4063129" y="4021548"/>
              <a:ext cx="462788" cy="256030"/>
            </a:xfrm>
            <a:custGeom>
              <a:avLst/>
              <a:gdLst/>
              <a:ahLst/>
              <a:cxnLst/>
              <a:rect l="l" t="t" r="r" b="b"/>
              <a:pathLst>
                <a:path w="12877" h="7124" extrusionOk="0">
                  <a:moveTo>
                    <a:pt x="1201" y="0"/>
                  </a:moveTo>
                  <a:cubicBezTo>
                    <a:pt x="1001" y="0"/>
                    <a:pt x="834" y="34"/>
                    <a:pt x="634" y="100"/>
                  </a:cubicBezTo>
                  <a:cubicBezTo>
                    <a:pt x="201" y="234"/>
                    <a:pt x="1" y="734"/>
                    <a:pt x="201" y="1134"/>
                  </a:cubicBezTo>
                  <a:cubicBezTo>
                    <a:pt x="334" y="1368"/>
                    <a:pt x="501" y="1535"/>
                    <a:pt x="734" y="1635"/>
                  </a:cubicBezTo>
                  <a:cubicBezTo>
                    <a:pt x="1301" y="1935"/>
                    <a:pt x="1902" y="2168"/>
                    <a:pt x="2536" y="2369"/>
                  </a:cubicBezTo>
                  <a:cubicBezTo>
                    <a:pt x="3403" y="2669"/>
                    <a:pt x="4304" y="3002"/>
                    <a:pt x="5171" y="3336"/>
                  </a:cubicBezTo>
                  <a:cubicBezTo>
                    <a:pt x="6739" y="3970"/>
                    <a:pt x="8273" y="4670"/>
                    <a:pt x="9741" y="5504"/>
                  </a:cubicBezTo>
                  <a:cubicBezTo>
                    <a:pt x="10575" y="5971"/>
                    <a:pt x="11342" y="6472"/>
                    <a:pt x="12143" y="7005"/>
                  </a:cubicBezTo>
                  <a:cubicBezTo>
                    <a:pt x="12255" y="7080"/>
                    <a:pt x="12346" y="7124"/>
                    <a:pt x="12428" y="7124"/>
                  </a:cubicBezTo>
                  <a:cubicBezTo>
                    <a:pt x="12493" y="7124"/>
                    <a:pt x="12551" y="7097"/>
                    <a:pt x="12610" y="7039"/>
                  </a:cubicBezTo>
                  <a:cubicBezTo>
                    <a:pt x="12810" y="6905"/>
                    <a:pt x="12876" y="6672"/>
                    <a:pt x="12776" y="6472"/>
                  </a:cubicBezTo>
                  <a:cubicBezTo>
                    <a:pt x="12710" y="6338"/>
                    <a:pt x="12610" y="6238"/>
                    <a:pt x="12543" y="6138"/>
                  </a:cubicBezTo>
                  <a:cubicBezTo>
                    <a:pt x="12243" y="5838"/>
                    <a:pt x="11909" y="5538"/>
                    <a:pt x="11575" y="5304"/>
                  </a:cubicBezTo>
                  <a:cubicBezTo>
                    <a:pt x="9974" y="4070"/>
                    <a:pt x="8306" y="2969"/>
                    <a:pt x="6572" y="2002"/>
                  </a:cubicBezTo>
                  <a:cubicBezTo>
                    <a:pt x="5271" y="1268"/>
                    <a:pt x="3870" y="667"/>
                    <a:pt x="2469" y="234"/>
                  </a:cubicBezTo>
                  <a:cubicBezTo>
                    <a:pt x="2035" y="134"/>
                    <a:pt x="1635" y="34"/>
                    <a:pt x="120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p18"/>
            <p:cNvSpPr/>
            <p:nvPr/>
          </p:nvSpPr>
          <p:spPr>
            <a:xfrm rot="-432543">
              <a:off x="5061572" y="4310253"/>
              <a:ext cx="337684" cy="169309"/>
            </a:xfrm>
            <a:custGeom>
              <a:avLst/>
              <a:gdLst/>
              <a:ahLst/>
              <a:cxnLst/>
              <a:rect l="l" t="t" r="r" b="b"/>
              <a:pathLst>
                <a:path w="9396" h="4711" extrusionOk="0">
                  <a:moveTo>
                    <a:pt x="1146" y="1"/>
                  </a:moveTo>
                  <a:cubicBezTo>
                    <a:pt x="1098" y="1"/>
                    <a:pt x="1049" y="9"/>
                    <a:pt x="1001" y="27"/>
                  </a:cubicBezTo>
                  <a:cubicBezTo>
                    <a:pt x="901" y="127"/>
                    <a:pt x="801" y="194"/>
                    <a:pt x="701" y="294"/>
                  </a:cubicBezTo>
                  <a:cubicBezTo>
                    <a:pt x="101" y="928"/>
                    <a:pt x="1" y="1895"/>
                    <a:pt x="468" y="2662"/>
                  </a:cubicBezTo>
                  <a:cubicBezTo>
                    <a:pt x="673" y="3098"/>
                    <a:pt x="1094" y="3376"/>
                    <a:pt x="1550" y="3376"/>
                  </a:cubicBezTo>
                  <a:cubicBezTo>
                    <a:pt x="1688" y="3376"/>
                    <a:pt x="1829" y="3350"/>
                    <a:pt x="1969" y="3296"/>
                  </a:cubicBezTo>
                  <a:cubicBezTo>
                    <a:pt x="2135" y="3263"/>
                    <a:pt x="2269" y="3196"/>
                    <a:pt x="2402" y="3129"/>
                  </a:cubicBezTo>
                  <a:cubicBezTo>
                    <a:pt x="2587" y="3068"/>
                    <a:pt x="2715" y="2892"/>
                    <a:pt x="2892" y="2892"/>
                  </a:cubicBezTo>
                  <a:cubicBezTo>
                    <a:pt x="2906" y="2892"/>
                    <a:pt x="2921" y="2893"/>
                    <a:pt x="2936" y="2896"/>
                  </a:cubicBezTo>
                  <a:cubicBezTo>
                    <a:pt x="3170" y="2962"/>
                    <a:pt x="3103" y="3229"/>
                    <a:pt x="3203" y="3429"/>
                  </a:cubicBezTo>
                  <a:cubicBezTo>
                    <a:pt x="3303" y="3696"/>
                    <a:pt x="3503" y="3963"/>
                    <a:pt x="3737" y="4163"/>
                  </a:cubicBezTo>
                  <a:cubicBezTo>
                    <a:pt x="3939" y="4325"/>
                    <a:pt x="4190" y="4413"/>
                    <a:pt x="4445" y="4413"/>
                  </a:cubicBezTo>
                  <a:cubicBezTo>
                    <a:pt x="4611" y="4413"/>
                    <a:pt x="4780" y="4376"/>
                    <a:pt x="4937" y="4297"/>
                  </a:cubicBezTo>
                  <a:cubicBezTo>
                    <a:pt x="5038" y="4230"/>
                    <a:pt x="5171" y="4163"/>
                    <a:pt x="5271" y="4097"/>
                  </a:cubicBezTo>
                  <a:cubicBezTo>
                    <a:pt x="5438" y="3996"/>
                    <a:pt x="5638" y="3763"/>
                    <a:pt x="5805" y="3763"/>
                  </a:cubicBezTo>
                  <a:cubicBezTo>
                    <a:pt x="5817" y="3761"/>
                    <a:pt x="5829" y="3761"/>
                    <a:pt x="5841" y="3761"/>
                  </a:cubicBezTo>
                  <a:cubicBezTo>
                    <a:pt x="6078" y="3761"/>
                    <a:pt x="6146" y="4071"/>
                    <a:pt x="6305" y="4230"/>
                  </a:cubicBezTo>
                  <a:cubicBezTo>
                    <a:pt x="6544" y="4469"/>
                    <a:pt x="6782" y="4707"/>
                    <a:pt x="7117" y="4707"/>
                  </a:cubicBezTo>
                  <a:cubicBezTo>
                    <a:pt x="7156" y="4707"/>
                    <a:pt x="7197" y="4704"/>
                    <a:pt x="7239" y="4697"/>
                  </a:cubicBezTo>
                  <a:cubicBezTo>
                    <a:pt x="7293" y="4706"/>
                    <a:pt x="7346" y="4710"/>
                    <a:pt x="7399" y="4710"/>
                  </a:cubicBezTo>
                  <a:cubicBezTo>
                    <a:pt x="7544" y="4710"/>
                    <a:pt x="7684" y="4679"/>
                    <a:pt x="7806" y="4630"/>
                  </a:cubicBezTo>
                  <a:cubicBezTo>
                    <a:pt x="8373" y="4363"/>
                    <a:pt x="8840" y="3996"/>
                    <a:pt x="9207" y="3496"/>
                  </a:cubicBezTo>
                  <a:cubicBezTo>
                    <a:pt x="9241" y="3396"/>
                    <a:pt x="9307" y="3296"/>
                    <a:pt x="9307" y="3196"/>
                  </a:cubicBezTo>
                  <a:cubicBezTo>
                    <a:pt x="9395" y="2903"/>
                    <a:pt x="9175" y="2611"/>
                    <a:pt x="8894" y="2611"/>
                  </a:cubicBezTo>
                  <a:cubicBezTo>
                    <a:pt x="8855" y="2611"/>
                    <a:pt x="8815" y="2617"/>
                    <a:pt x="8774" y="2629"/>
                  </a:cubicBezTo>
                  <a:cubicBezTo>
                    <a:pt x="8573" y="2662"/>
                    <a:pt x="8407" y="2762"/>
                    <a:pt x="8273" y="2862"/>
                  </a:cubicBezTo>
                  <a:cubicBezTo>
                    <a:pt x="8073" y="3029"/>
                    <a:pt x="7873" y="3196"/>
                    <a:pt x="7673" y="3363"/>
                  </a:cubicBezTo>
                  <a:cubicBezTo>
                    <a:pt x="7590" y="3434"/>
                    <a:pt x="7491" y="3467"/>
                    <a:pt x="7395" y="3467"/>
                  </a:cubicBezTo>
                  <a:cubicBezTo>
                    <a:pt x="7221" y="3467"/>
                    <a:pt x="7061" y="3356"/>
                    <a:pt x="7039" y="3163"/>
                  </a:cubicBezTo>
                  <a:cubicBezTo>
                    <a:pt x="6939" y="2962"/>
                    <a:pt x="6939" y="2729"/>
                    <a:pt x="6872" y="2495"/>
                  </a:cubicBezTo>
                  <a:cubicBezTo>
                    <a:pt x="6807" y="2172"/>
                    <a:pt x="6519" y="1973"/>
                    <a:pt x="6224" y="1973"/>
                  </a:cubicBezTo>
                  <a:cubicBezTo>
                    <a:pt x="6064" y="1973"/>
                    <a:pt x="5901" y="2032"/>
                    <a:pt x="5771" y="2162"/>
                  </a:cubicBezTo>
                  <a:cubicBezTo>
                    <a:pt x="5571" y="2362"/>
                    <a:pt x="5404" y="2562"/>
                    <a:pt x="5204" y="2729"/>
                  </a:cubicBezTo>
                  <a:cubicBezTo>
                    <a:pt x="5038" y="2896"/>
                    <a:pt x="4837" y="3062"/>
                    <a:pt x="4637" y="3196"/>
                  </a:cubicBezTo>
                  <a:cubicBezTo>
                    <a:pt x="4593" y="3218"/>
                    <a:pt x="4545" y="3229"/>
                    <a:pt x="4499" y="3229"/>
                  </a:cubicBezTo>
                  <a:cubicBezTo>
                    <a:pt x="4407" y="3229"/>
                    <a:pt x="4326" y="3185"/>
                    <a:pt x="4304" y="3096"/>
                  </a:cubicBezTo>
                  <a:cubicBezTo>
                    <a:pt x="4204" y="2896"/>
                    <a:pt x="4170" y="2696"/>
                    <a:pt x="4204" y="2495"/>
                  </a:cubicBezTo>
                  <a:cubicBezTo>
                    <a:pt x="4204" y="2229"/>
                    <a:pt x="4137" y="1962"/>
                    <a:pt x="4037" y="1728"/>
                  </a:cubicBezTo>
                  <a:cubicBezTo>
                    <a:pt x="3914" y="1458"/>
                    <a:pt x="3665" y="1296"/>
                    <a:pt x="3409" y="1296"/>
                  </a:cubicBezTo>
                  <a:cubicBezTo>
                    <a:pt x="3317" y="1296"/>
                    <a:pt x="3224" y="1317"/>
                    <a:pt x="3136" y="1361"/>
                  </a:cubicBezTo>
                  <a:cubicBezTo>
                    <a:pt x="3003" y="1461"/>
                    <a:pt x="2836" y="1528"/>
                    <a:pt x="2703" y="1595"/>
                  </a:cubicBezTo>
                  <a:lnTo>
                    <a:pt x="1702" y="2128"/>
                  </a:lnTo>
                  <a:cubicBezTo>
                    <a:pt x="1659" y="2161"/>
                    <a:pt x="1620" y="2175"/>
                    <a:pt x="1584" y="2175"/>
                  </a:cubicBezTo>
                  <a:cubicBezTo>
                    <a:pt x="1508" y="2175"/>
                    <a:pt x="1447" y="2108"/>
                    <a:pt x="1402" y="1995"/>
                  </a:cubicBezTo>
                  <a:cubicBezTo>
                    <a:pt x="1235" y="1661"/>
                    <a:pt x="1235" y="1261"/>
                    <a:pt x="1402" y="894"/>
                  </a:cubicBezTo>
                  <a:cubicBezTo>
                    <a:pt x="1468" y="761"/>
                    <a:pt x="1502" y="594"/>
                    <a:pt x="1568" y="394"/>
                  </a:cubicBezTo>
                  <a:cubicBezTo>
                    <a:pt x="1568" y="175"/>
                    <a:pt x="1366" y="1"/>
                    <a:pt x="1146" y="1"/>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18"/>
            <p:cNvSpPr/>
            <p:nvPr/>
          </p:nvSpPr>
          <p:spPr>
            <a:xfrm rot="-432543">
              <a:off x="3153970" y="4234252"/>
              <a:ext cx="344081" cy="193424"/>
            </a:xfrm>
            <a:custGeom>
              <a:avLst/>
              <a:gdLst/>
              <a:ahLst/>
              <a:cxnLst/>
              <a:rect l="l" t="t" r="r" b="b"/>
              <a:pathLst>
                <a:path w="9574" h="5382" extrusionOk="0">
                  <a:moveTo>
                    <a:pt x="688" y="1"/>
                  </a:moveTo>
                  <a:cubicBezTo>
                    <a:pt x="486" y="1"/>
                    <a:pt x="290" y="100"/>
                    <a:pt x="167" y="273"/>
                  </a:cubicBezTo>
                  <a:cubicBezTo>
                    <a:pt x="0" y="473"/>
                    <a:pt x="34" y="807"/>
                    <a:pt x="267" y="973"/>
                  </a:cubicBezTo>
                  <a:cubicBezTo>
                    <a:pt x="467" y="1207"/>
                    <a:pt x="701" y="1407"/>
                    <a:pt x="968" y="1574"/>
                  </a:cubicBezTo>
                  <a:cubicBezTo>
                    <a:pt x="1968" y="2241"/>
                    <a:pt x="2969" y="2875"/>
                    <a:pt x="4003" y="3442"/>
                  </a:cubicBezTo>
                  <a:cubicBezTo>
                    <a:pt x="5304" y="4142"/>
                    <a:pt x="6672" y="4743"/>
                    <a:pt x="8106" y="5210"/>
                  </a:cubicBezTo>
                  <a:cubicBezTo>
                    <a:pt x="8373" y="5276"/>
                    <a:pt x="8673" y="5343"/>
                    <a:pt x="8873" y="5377"/>
                  </a:cubicBezTo>
                  <a:cubicBezTo>
                    <a:pt x="8911" y="5380"/>
                    <a:pt x="8947" y="5382"/>
                    <a:pt x="8981" y="5382"/>
                  </a:cubicBezTo>
                  <a:cubicBezTo>
                    <a:pt x="9274" y="5382"/>
                    <a:pt x="9417" y="5256"/>
                    <a:pt x="9507" y="5076"/>
                  </a:cubicBezTo>
                  <a:cubicBezTo>
                    <a:pt x="9574" y="4843"/>
                    <a:pt x="9474" y="4609"/>
                    <a:pt x="9273" y="4509"/>
                  </a:cubicBezTo>
                  <a:cubicBezTo>
                    <a:pt x="9173" y="4443"/>
                    <a:pt x="9107" y="4409"/>
                    <a:pt x="9040" y="4376"/>
                  </a:cubicBezTo>
                  <a:lnTo>
                    <a:pt x="7739" y="3809"/>
                  </a:lnTo>
                  <a:cubicBezTo>
                    <a:pt x="5971" y="3042"/>
                    <a:pt x="4270" y="2141"/>
                    <a:pt x="2669" y="1107"/>
                  </a:cubicBezTo>
                  <a:cubicBezTo>
                    <a:pt x="2168" y="807"/>
                    <a:pt x="1668" y="506"/>
                    <a:pt x="1201" y="206"/>
                  </a:cubicBezTo>
                  <a:cubicBezTo>
                    <a:pt x="1101" y="139"/>
                    <a:pt x="1001" y="106"/>
                    <a:pt x="901" y="39"/>
                  </a:cubicBezTo>
                  <a:cubicBezTo>
                    <a:pt x="831" y="13"/>
                    <a:pt x="759" y="1"/>
                    <a:pt x="688" y="1"/>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18"/>
            <p:cNvSpPr/>
            <p:nvPr/>
          </p:nvSpPr>
          <p:spPr>
            <a:xfrm rot="-432543">
              <a:off x="3368467" y="4599989"/>
              <a:ext cx="345303" cy="197845"/>
            </a:xfrm>
            <a:custGeom>
              <a:avLst/>
              <a:gdLst/>
              <a:ahLst/>
              <a:cxnLst/>
              <a:rect l="l" t="t" r="r" b="b"/>
              <a:pathLst>
                <a:path w="9608" h="5505" extrusionOk="0">
                  <a:moveTo>
                    <a:pt x="668" y="0"/>
                  </a:moveTo>
                  <a:cubicBezTo>
                    <a:pt x="234" y="0"/>
                    <a:pt x="1" y="367"/>
                    <a:pt x="268" y="734"/>
                  </a:cubicBezTo>
                  <a:cubicBezTo>
                    <a:pt x="401" y="967"/>
                    <a:pt x="568" y="1134"/>
                    <a:pt x="801" y="1301"/>
                  </a:cubicBezTo>
                  <a:cubicBezTo>
                    <a:pt x="1469" y="1801"/>
                    <a:pt x="2169" y="2202"/>
                    <a:pt x="2870" y="2635"/>
                  </a:cubicBezTo>
                  <a:cubicBezTo>
                    <a:pt x="4037" y="3302"/>
                    <a:pt x="5271" y="3903"/>
                    <a:pt x="6505" y="4503"/>
                  </a:cubicBezTo>
                  <a:cubicBezTo>
                    <a:pt x="7239" y="4870"/>
                    <a:pt x="8007" y="5170"/>
                    <a:pt x="8774" y="5404"/>
                  </a:cubicBezTo>
                  <a:cubicBezTo>
                    <a:pt x="8907" y="5437"/>
                    <a:pt x="9007" y="5471"/>
                    <a:pt x="9107" y="5504"/>
                  </a:cubicBezTo>
                  <a:cubicBezTo>
                    <a:pt x="9307" y="5504"/>
                    <a:pt x="9474" y="5437"/>
                    <a:pt x="9541" y="5271"/>
                  </a:cubicBezTo>
                  <a:cubicBezTo>
                    <a:pt x="9608" y="5104"/>
                    <a:pt x="9574" y="4937"/>
                    <a:pt x="9474" y="4837"/>
                  </a:cubicBezTo>
                  <a:cubicBezTo>
                    <a:pt x="9274" y="4637"/>
                    <a:pt x="9007" y="4470"/>
                    <a:pt x="8740" y="4337"/>
                  </a:cubicBezTo>
                  <a:cubicBezTo>
                    <a:pt x="8007" y="3970"/>
                    <a:pt x="7239" y="3569"/>
                    <a:pt x="6505" y="3202"/>
                  </a:cubicBezTo>
                  <a:cubicBezTo>
                    <a:pt x="6038" y="2969"/>
                    <a:pt x="5605" y="2702"/>
                    <a:pt x="5138" y="2469"/>
                  </a:cubicBezTo>
                  <a:cubicBezTo>
                    <a:pt x="4404" y="2068"/>
                    <a:pt x="3703" y="1668"/>
                    <a:pt x="3003" y="1234"/>
                  </a:cubicBezTo>
                  <a:cubicBezTo>
                    <a:pt x="2436" y="867"/>
                    <a:pt x="1869" y="534"/>
                    <a:pt x="1302" y="200"/>
                  </a:cubicBezTo>
                  <a:cubicBezTo>
                    <a:pt x="1102" y="67"/>
                    <a:pt x="901" y="0"/>
                    <a:pt x="668" y="0"/>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p18"/>
            <p:cNvSpPr/>
            <p:nvPr/>
          </p:nvSpPr>
          <p:spPr>
            <a:xfrm rot="-432543">
              <a:off x="5234190" y="4174312"/>
              <a:ext cx="229004" cy="101097"/>
            </a:xfrm>
            <a:custGeom>
              <a:avLst/>
              <a:gdLst/>
              <a:ahLst/>
              <a:cxnLst/>
              <a:rect l="l" t="t" r="r" b="b"/>
              <a:pathLst>
                <a:path w="6372" h="2813" extrusionOk="0">
                  <a:moveTo>
                    <a:pt x="513" y="1"/>
                  </a:moveTo>
                  <a:cubicBezTo>
                    <a:pt x="374" y="1"/>
                    <a:pt x="240" y="77"/>
                    <a:pt x="167" y="223"/>
                  </a:cubicBezTo>
                  <a:cubicBezTo>
                    <a:pt x="67" y="323"/>
                    <a:pt x="0" y="490"/>
                    <a:pt x="33" y="657"/>
                  </a:cubicBezTo>
                  <a:cubicBezTo>
                    <a:pt x="33" y="1291"/>
                    <a:pt x="234" y="1891"/>
                    <a:pt x="634" y="2392"/>
                  </a:cubicBezTo>
                  <a:cubicBezTo>
                    <a:pt x="874" y="2668"/>
                    <a:pt x="1226" y="2813"/>
                    <a:pt x="1578" y="2813"/>
                  </a:cubicBezTo>
                  <a:cubicBezTo>
                    <a:pt x="1862" y="2813"/>
                    <a:pt x="2145" y="2719"/>
                    <a:pt x="2368" y="2525"/>
                  </a:cubicBezTo>
                  <a:cubicBezTo>
                    <a:pt x="2569" y="2358"/>
                    <a:pt x="2735" y="2125"/>
                    <a:pt x="2902" y="1891"/>
                  </a:cubicBezTo>
                  <a:cubicBezTo>
                    <a:pt x="2919" y="1858"/>
                    <a:pt x="2952" y="1841"/>
                    <a:pt x="2990" y="1841"/>
                  </a:cubicBezTo>
                  <a:cubicBezTo>
                    <a:pt x="3027" y="1841"/>
                    <a:pt x="3069" y="1858"/>
                    <a:pt x="3102" y="1891"/>
                  </a:cubicBezTo>
                  <a:cubicBezTo>
                    <a:pt x="3369" y="2158"/>
                    <a:pt x="3669" y="2392"/>
                    <a:pt x="4003" y="2592"/>
                  </a:cubicBezTo>
                  <a:cubicBezTo>
                    <a:pt x="4170" y="2731"/>
                    <a:pt x="4383" y="2800"/>
                    <a:pt x="4623" y="2800"/>
                  </a:cubicBezTo>
                  <a:cubicBezTo>
                    <a:pt x="4671" y="2800"/>
                    <a:pt x="4720" y="2797"/>
                    <a:pt x="4770" y="2792"/>
                  </a:cubicBezTo>
                  <a:cubicBezTo>
                    <a:pt x="4804" y="2792"/>
                    <a:pt x="4837" y="2759"/>
                    <a:pt x="4904" y="2759"/>
                  </a:cubicBezTo>
                  <a:cubicBezTo>
                    <a:pt x="5571" y="2625"/>
                    <a:pt x="6371" y="1524"/>
                    <a:pt x="6305" y="824"/>
                  </a:cubicBezTo>
                  <a:cubicBezTo>
                    <a:pt x="6280" y="556"/>
                    <a:pt x="6044" y="378"/>
                    <a:pt x="5801" y="378"/>
                  </a:cubicBezTo>
                  <a:cubicBezTo>
                    <a:pt x="5710" y="378"/>
                    <a:pt x="5619" y="403"/>
                    <a:pt x="5537" y="457"/>
                  </a:cubicBezTo>
                  <a:cubicBezTo>
                    <a:pt x="5371" y="524"/>
                    <a:pt x="5271" y="657"/>
                    <a:pt x="5170" y="824"/>
                  </a:cubicBezTo>
                  <a:cubicBezTo>
                    <a:pt x="5070" y="991"/>
                    <a:pt x="4970" y="1191"/>
                    <a:pt x="4870" y="1358"/>
                  </a:cubicBezTo>
                  <a:cubicBezTo>
                    <a:pt x="4831" y="1455"/>
                    <a:pt x="4736" y="1507"/>
                    <a:pt x="4637" y="1507"/>
                  </a:cubicBezTo>
                  <a:cubicBezTo>
                    <a:pt x="4565" y="1507"/>
                    <a:pt x="4492" y="1480"/>
                    <a:pt x="4437" y="1424"/>
                  </a:cubicBezTo>
                  <a:cubicBezTo>
                    <a:pt x="4170" y="1257"/>
                    <a:pt x="3970" y="1057"/>
                    <a:pt x="3803" y="824"/>
                  </a:cubicBezTo>
                  <a:cubicBezTo>
                    <a:pt x="3703" y="690"/>
                    <a:pt x="3569" y="524"/>
                    <a:pt x="3469" y="424"/>
                  </a:cubicBezTo>
                  <a:cubicBezTo>
                    <a:pt x="3326" y="251"/>
                    <a:pt x="3132" y="171"/>
                    <a:pt x="2943" y="171"/>
                  </a:cubicBezTo>
                  <a:cubicBezTo>
                    <a:pt x="2693" y="171"/>
                    <a:pt x="2449" y="310"/>
                    <a:pt x="2335" y="557"/>
                  </a:cubicBezTo>
                  <a:cubicBezTo>
                    <a:pt x="2302" y="724"/>
                    <a:pt x="2202" y="857"/>
                    <a:pt x="2135" y="991"/>
                  </a:cubicBezTo>
                  <a:cubicBezTo>
                    <a:pt x="2002" y="1191"/>
                    <a:pt x="1901" y="1358"/>
                    <a:pt x="1735" y="1524"/>
                  </a:cubicBezTo>
                  <a:cubicBezTo>
                    <a:pt x="1704" y="1586"/>
                    <a:pt x="1658" y="1612"/>
                    <a:pt x="1612" y="1612"/>
                  </a:cubicBezTo>
                  <a:cubicBezTo>
                    <a:pt x="1558" y="1612"/>
                    <a:pt x="1504" y="1578"/>
                    <a:pt x="1468" y="1524"/>
                  </a:cubicBezTo>
                  <a:cubicBezTo>
                    <a:pt x="1301" y="1324"/>
                    <a:pt x="1234" y="1091"/>
                    <a:pt x="1201" y="857"/>
                  </a:cubicBezTo>
                  <a:cubicBezTo>
                    <a:pt x="1134" y="590"/>
                    <a:pt x="1001" y="357"/>
                    <a:pt x="834" y="157"/>
                  </a:cubicBezTo>
                  <a:cubicBezTo>
                    <a:pt x="744" y="52"/>
                    <a:pt x="627" y="1"/>
                    <a:pt x="513" y="1"/>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p18"/>
            <p:cNvSpPr/>
            <p:nvPr/>
          </p:nvSpPr>
          <p:spPr>
            <a:xfrm rot="-432543">
              <a:off x="5203260" y="3976555"/>
              <a:ext cx="173873" cy="106775"/>
            </a:xfrm>
            <a:custGeom>
              <a:avLst/>
              <a:gdLst/>
              <a:ahLst/>
              <a:cxnLst/>
              <a:rect l="l" t="t" r="r" b="b"/>
              <a:pathLst>
                <a:path w="4838" h="2971" extrusionOk="0">
                  <a:moveTo>
                    <a:pt x="386" y="0"/>
                  </a:moveTo>
                  <a:cubicBezTo>
                    <a:pt x="246" y="0"/>
                    <a:pt x="107" y="88"/>
                    <a:pt x="67" y="250"/>
                  </a:cubicBezTo>
                  <a:cubicBezTo>
                    <a:pt x="34" y="383"/>
                    <a:pt x="0" y="484"/>
                    <a:pt x="0" y="617"/>
                  </a:cubicBezTo>
                  <a:cubicBezTo>
                    <a:pt x="0" y="1317"/>
                    <a:pt x="267" y="1985"/>
                    <a:pt x="701" y="2552"/>
                  </a:cubicBezTo>
                  <a:cubicBezTo>
                    <a:pt x="879" y="2834"/>
                    <a:pt x="1176" y="2971"/>
                    <a:pt x="1475" y="2971"/>
                  </a:cubicBezTo>
                  <a:cubicBezTo>
                    <a:pt x="1847" y="2971"/>
                    <a:pt x="2221" y="2759"/>
                    <a:pt x="2369" y="2352"/>
                  </a:cubicBezTo>
                  <a:cubicBezTo>
                    <a:pt x="2402" y="2251"/>
                    <a:pt x="2435" y="2151"/>
                    <a:pt x="2469" y="2051"/>
                  </a:cubicBezTo>
                  <a:cubicBezTo>
                    <a:pt x="2505" y="1941"/>
                    <a:pt x="2522" y="1892"/>
                    <a:pt x="2563" y="1892"/>
                  </a:cubicBezTo>
                  <a:cubicBezTo>
                    <a:pt x="2596" y="1892"/>
                    <a:pt x="2646" y="1925"/>
                    <a:pt x="2736" y="1985"/>
                  </a:cubicBezTo>
                  <a:cubicBezTo>
                    <a:pt x="2969" y="2151"/>
                    <a:pt x="3203" y="2285"/>
                    <a:pt x="3503" y="2385"/>
                  </a:cubicBezTo>
                  <a:cubicBezTo>
                    <a:pt x="3600" y="2424"/>
                    <a:pt x="3703" y="2443"/>
                    <a:pt x="3805" y="2443"/>
                  </a:cubicBezTo>
                  <a:cubicBezTo>
                    <a:pt x="4053" y="2443"/>
                    <a:pt x="4295" y="2331"/>
                    <a:pt x="4437" y="2118"/>
                  </a:cubicBezTo>
                  <a:cubicBezTo>
                    <a:pt x="4737" y="1718"/>
                    <a:pt x="4837" y="1151"/>
                    <a:pt x="4637" y="684"/>
                  </a:cubicBezTo>
                  <a:cubicBezTo>
                    <a:pt x="4570" y="584"/>
                    <a:pt x="4504" y="484"/>
                    <a:pt x="4437" y="417"/>
                  </a:cubicBezTo>
                  <a:cubicBezTo>
                    <a:pt x="4362" y="357"/>
                    <a:pt x="4273" y="324"/>
                    <a:pt x="4187" y="324"/>
                  </a:cubicBezTo>
                  <a:cubicBezTo>
                    <a:pt x="4080" y="324"/>
                    <a:pt x="3977" y="373"/>
                    <a:pt x="3903" y="484"/>
                  </a:cubicBezTo>
                  <a:cubicBezTo>
                    <a:pt x="3803" y="617"/>
                    <a:pt x="3736" y="784"/>
                    <a:pt x="3670" y="951"/>
                  </a:cubicBezTo>
                  <a:cubicBezTo>
                    <a:pt x="3628" y="1055"/>
                    <a:pt x="3573" y="1107"/>
                    <a:pt x="3505" y="1107"/>
                  </a:cubicBezTo>
                  <a:cubicBezTo>
                    <a:pt x="3465" y="1107"/>
                    <a:pt x="3419" y="1088"/>
                    <a:pt x="3369" y="1051"/>
                  </a:cubicBezTo>
                  <a:cubicBezTo>
                    <a:pt x="3103" y="817"/>
                    <a:pt x="2902" y="584"/>
                    <a:pt x="2636" y="350"/>
                  </a:cubicBezTo>
                  <a:cubicBezTo>
                    <a:pt x="2470" y="210"/>
                    <a:pt x="2310" y="143"/>
                    <a:pt x="2163" y="143"/>
                  </a:cubicBezTo>
                  <a:cubicBezTo>
                    <a:pt x="1926" y="143"/>
                    <a:pt x="1725" y="320"/>
                    <a:pt x="1601" y="650"/>
                  </a:cubicBezTo>
                  <a:cubicBezTo>
                    <a:pt x="1535" y="951"/>
                    <a:pt x="1501" y="1284"/>
                    <a:pt x="1468" y="1584"/>
                  </a:cubicBezTo>
                  <a:cubicBezTo>
                    <a:pt x="1468" y="1651"/>
                    <a:pt x="1501" y="1718"/>
                    <a:pt x="1401" y="1718"/>
                  </a:cubicBezTo>
                  <a:cubicBezTo>
                    <a:pt x="1335" y="1718"/>
                    <a:pt x="1301" y="1684"/>
                    <a:pt x="1301" y="1651"/>
                  </a:cubicBezTo>
                  <a:cubicBezTo>
                    <a:pt x="1101" y="1317"/>
                    <a:pt x="968" y="951"/>
                    <a:pt x="868" y="584"/>
                  </a:cubicBezTo>
                  <a:cubicBezTo>
                    <a:pt x="834" y="417"/>
                    <a:pt x="768" y="250"/>
                    <a:pt x="634" y="117"/>
                  </a:cubicBezTo>
                  <a:cubicBezTo>
                    <a:pt x="568" y="38"/>
                    <a:pt x="477" y="0"/>
                    <a:pt x="386" y="0"/>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4" name="Google Shape;1214;p18"/>
            <p:cNvSpPr/>
            <p:nvPr/>
          </p:nvSpPr>
          <p:spPr>
            <a:xfrm rot="-432543">
              <a:off x="4937136" y="3212234"/>
              <a:ext cx="130711" cy="143900"/>
            </a:xfrm>
            <a:custGeom>
              <a:avLst/>
              <a:gdLst/>
              <a:ahLst/>
              <a:cxnLst/>
              <a:rect l="l" t="t" r="r" b="b"/>
              <a:pathLst>
                <a:path w="3637" h="4004" extrusionOk="0">
                  <a:moveTo>
                    <a:pt x="3100" y="0"/>
                  </a:moveTo>
                  <a:cubicBezTo>
                    <a:pt x="2935" y="0"/>
                    <a:pt x="2774" y="65"/>
                    <a:pt x="2636" y="175"/>
                  </a:cubicBezTo>
                  <a:cubicBezTo>
                    <a:pt x="1468" y="843"/>
                    <a:pt x="768" y="1943"/>
                    <a:pt x="134" y="3111"/>
                  </a:cubicBezTo>
                  <a:cubicBezTo>
                    <a:pt x="134" y="3178"/>
                    <a:pt x="101" y="3244"/>
                    <a:pt x="67" y="3311"/>
                  </a:cubicBezTo>
                  <a:cubicBezTo>
                    <a:pt x="1" y="3578"/>
                    <a:pt x="134" y="3845"/>
                    <a:pt x="401" y="3978"/>
                  </a:cubicBezTo>
                  <a:cubicBezTo>
                    <a:pt x="453" y="3995"/>
                    <a:pt x="504" y="4004"/>
                    <a:pt x="555" y="4004"/>
                  </a:cubicBezTo>
                  <a:cubicBezTo>
                    <a:pt x="700" y="4004"/>
                    <a:pt x="836" y="3935"/>
                    <a:pt x="935" y="3811"/>
                  </a:cubicBezTo>
                  <a:cubicBezTo>
                    <a:pt x="1068" y="3645"/>
                    <a:pt x="1168" y="3478"/>
                    <a:pt x="1268" y="3311"/>
                  </a:cubicBezTo>
                  <a:cubicBezTo>
                    <a:pt x="1769" y="2377"/>
                    <a:pt x="2436" y="1576"/>
                    <a:pt x="3236" y="876"/>
                  </a:cubicBezTo>
                  <a:cubicBezTo>
                    <a:pt x="3370" y="776"/>
                    <a:pt x="3470" y="676"/>
                    <a:pt x="3536" y="542"/>
                  </a:cubicBezTo>
                  <a:cubicBezTo>
                    <a:pt x="3637" y="276"/>
                    <a:pt x="3470" y="9"/>
                    <a:pt x="3203" y="9"/>
                  </a:cubicBezTo>
                  <a:cubicBezTo>
                    <a:pt x="3169" y="3"/>
                    <a:pt x="3134" y="0"/>
                    <a:pt x="3100" y="0"/>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p18"/>
            <p:cNvSpPr/>
            <p:nvPr/>
          </p:nvSpPr>
          <p:spPr>
            <a:xfrm rot="-432543">
              <a:off x="3548426" y="4598124"/>
              <a:ext cx="125931" cy="80108"/>
            </a:xfrm>
            <a:custGeom>
              <a:avLst/>
              <a:gdLst/>
              <a:ahLst/>
              <a:cxnLst/>
              <a:rect l="l" t="t" r="r" b="b"/>
              <a:pathLst>
                <a:path w="3504" h="2229" extrusionOk="0">
                  <a:moveTo>
                    <a:pt x="608" y="0"/>
                  </a:moveTo>
                  <a:cubicBezTo>
                    <a:pt x="433" y="0"/>
                    <a:pt x="260" y="98"/>
                    <a:pt x="167" y="260"/>
                  </a:cubicBezTo>
                  <a:cubicBezTo>
                    <a:pt x="1" y="494"/>
                    <a:pt x="67" y="760"/>
                    <a:pt x="267" y="927"/>
                  </a:cubicBezTo>
                  <a:cubicBezTo>
                    <a:pt x="334" y="1027"/>
                    <a:pt x="434" y="1094"/>
                    <a:pt x="501" y="1161"/>
                  </a:cubicBezTo>
                  <a:cubicBezTo>
                    <a:pt x="1201" y="1528"/>
                    <a:pt x="1902" y="1861"/>
                    <a:pt x="2636" y="2128"/>
                  </a:cubicBezTo>
                  <a:cubicBezTo>
                    <a:pt x="2769" y="2161"/>
                    <a:pt x="2903" y="2195"/>
                    <a:pt x="3036" y="2228"/>
                  </a:cubicBezTo>
                  <a:cubicBezTo>
                    <a:pt x="3270" y="2195"/>
                    <a:pt x="3470" y="1995"/>
                    <a:pt x="3503" y="1761"/>
                  </a:cubicBezTo>
                  <a:cubicBezTo>
                    <a:pt x="3470" y="1628"/>
                    <a:pt x="3436" y="1528"/>
                    <a:pt x="3336" y="1461"/>
                  </a:cubicBezTo>
                  <a:cubicBezTo>
                    <a:pt x="3103" y="1227"/>
                    <a:pt x="2836" y="1027"/>
                    <a:pt x="2502" y="894"/>
                  </a:cubicBezTo>
                  <a:cubicBezTo>
                    <a:pt x="2002" y="560"/>
                    <a:pt x="1435" y="293"/>
                    <a:pt x="834" y="60"/>
                  </a:cubicBezTo>
                  <a:cubicBezTo>
                    <a:pt x="763" y="19"/>
                    <a:pt x="685" y="0"/>
                    <a:pt x="608" y="0"/>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p18"/>
            <p:cNvSpPr/>
            <p:nvPr/>
          </p:nvSpPr>
          <p:spPr>
            <a:xfrm rot="-432543">
              <a:off x="3364276" y="4251542"/>
              <a:ext cx="118707" cy="78275"/>
            </a:xfrm>
            <a:custGeom>
              <a:avLst/>
              <a:gdLst/>
              <a:ahLst/>
              <a:cxnLst/>
              <a:rect l="l" t="t" r="r" b="b"/>
              <a:pathLst>
                <a:path w="3303" h="2178" extrusionOk="0">
                  <a:moveTo>
                    <a:pt x="717" y="1"/>
                  </a:moveTo>
                  <a:cubicBezTo>
                    <a:pt x="678" y="1"/>
                    <a:pt x="639" y="3"/>
                    <a:pt x="601" y="9"/>
                  </a:cubicBezTo>
                  <a:lnTo>
                    <a:pt x="434" y="9"/>
                  </a:lnTo>
                  <a:cubicBezTo>
                    <a:pt x="267" y="42"/>
                    <a:pt x="100" y="142"/>
                    <a:pt x="67" y="343"/>
                  </a:cubicBezTo>
                  <a:cubicBezTo>
                    <a:pt x="0" y="476"/>
                    <a:pt x="67" y="643"/>
                    <a:pt x="200" y="743"/>
                  </a:cubicBezTo>
                  <a:cubicBezTo>
                    <a:pt x="267" y="843"/>
                    <a:pt x="367" y="943"/>
                    <a:pt x="500" y="1010"/>
                  </a:cubicBezTo>
                  <a:cubicBezTo>
                    <a:pt x="1134" y="1410"/>
                    <a:pt x="1801" y="1777"/>
                    <a:pt x="2469" y="2077"/>
                  </a:cubicBezTo>
                  <a:cubicBezTo>
                    <a:pt x="2602" y="2144"/>
                    <a:pt x="2735" y="2177"/>
                    <a:pt x="2869" y="2177"/>
                  </a:cubicBezTo>
                  <a:cubicBezTo>
                    <a:pt x="3036" y="2177"/>
                    <a:pt x="3169" y="2110"/>
                    <a:pt x="3236" y="1944"/>
                  </a:cubicBezTo>
                  <a:cubicBezTo>
                    <a:pt x="3302" y="1844"/>
                    <a:pt x="3302" y="1677"/>
                    <a:pt x="3202" y="1577"/>
                  </a:cubicBezTo>
                  <a:cubicBezTo>
                    <a:pt x="3102" y="1410"/>
                    <a:pt x="2936" y="1277"/>
                    <a:pt x="2802" y="1143"/>
                  </a:cubicBezTo>
                  <a:cubicBezTo>
                    <a:pt x="2302" y="810"/>
                    <a:pt x="1801" y="509"/>
                    <a:pt x="1268" y="209"/>
                  </a:cubicBezTo>
                  <a:cubicBezTo>
                    <a:pt x="1101" y="70"/>
                    <a:pt x="911" y="1"/>
                    <a:pt x="717" y="1"/>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7" name="Google Shape;1217;p18"/>
            <p:cNvSpPr/>
            <p:nvPr/>
          </p:nvSpPr>
          <p:spPr>
            <a:xfrm rot="-432543">
              <a:off x="5012792" y="3277941"/>
              <a:ext cx="83954" cy="84421"/>
            </a:xfrm>
            <a:custGeom>
              <a:avLst/>
              <a:gdLst/>
              <a:ahLst/>
              <a:cxnLst/>
              <a:rect l="l" t="t" r="r" b="b"/>
              <a:pathLst>
                <a:path w="2336" h="2349" extrusionOk="0">
                  <a:moveTo>
                    <a:pt x="1878" y="1"/>
                  </a:moveTo>
                  <a:cubicBezTo>
                    <a:pt x="1853" y="1"/>
                    <a:pt x="1828" y="3"/>
                    <a:pt x="1802" y="7"/>
                  </a:cubicBezTo>
                  <a:cubicBezTo>
                    <a:pt x="1568" y="7"/>
                    <a:pt x="1368" y="107"/>
                    <a:pt x="1202" y="241"/>
                  </a:cubicBezTo>
                  <a:cubicBezTo>
                    <a:pt x="768" y="574"/>
                    <a:pt x="401" y="974"/>
                    <a:pt x="134" y="1441"/>
                  </a:cubicBezTo>
                  <a:cubicBezTo>
                    <a:pt x="67" y="1575"/>
                    <a:pt x="34" y="1708"/>
                    <a:pt x="34" y="1842"/>
                  </a:cubicBezTo>
                  <a:cubicBezTo>
                    <a:pt x="1" y="2075"/>
                    <a:pt x="201" y="2309"/>
                    <a:pt x="468" y="2342"/>
                  </a:cubicBezTo>
                  <a:cubicBezTo>
                    <a:pt x="490" y="2346"/>
                    <a:pt x="512" y="2349"/>
                    <a:pt x="535" y="2349"/>
                  </a:cubicBezTo>
                  <a:cubicBezTo>
                    <a:pt x="685" y="2349"/>
                    <a:pt x="848" y="2258"/>
                    <a:pt x="935" y="2142"/>
                  </a:cubicBezTo>
                  <a:cubicBezTo>
                    <a:pt x="1368" y="1675"/>
                    <a:pt x="1769" y="1175"/>
                    <a:pt x="2202" y="674"/>
                  </a:cubicBezTo>
                  <a:cubicBezTo>
                    <a:pt x="2302" y="574"/>
                    <a:pt x="2336" y="374"/>
                    <a:pt x="2236" y="241"/>
                  </a:cubicBezTo>
                  <a:cubicBezTo>
                    <a:pt x="2178" y="95"/>
                    <a:pt x="2044" y="1"/>
                    <a:pt x="1878" y="1"/>
                  </a:cubicBezTo>
                  <a:close/>
                </a:path>
              </a:pathLst>
            </a:custGeom>
            <a:solidFill>
              <a:srgbClr val="1C1A1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8" name="Google Shape;1218;p18"/>
            <p:cNvSpPr/>
            <p:nvPr/>
          </p:nvSpPr>
          <p:spPr>
            <a:xfrm rot="-432543">
              <a:off x="5362984" y="3474392"/>
              <a:ext cx="181061" cy="235796"/>
            </a:xfrm>
            <a:custGeom>
              <a:avLst/>
              <a:gdLst/>
              <a:ahLst/>
              <a:cxnLst/>
              <a:rect l="l" t="t" r="r" b="b"/>
              <a:pathLst>
                <a:path w="5038" h="6561" extrusionOk="0">
                  <a:moveTo>
                    <a:pt x="3136" y="1347"/>
                  </a:moveTo>
                  <a:cubicBezTo>
                    <a:pt x="3237" y="1381"/>
                    <a:pt x="3303" y="1447"/>
                    <a:pt x="3303" y="1514"/>
                  </a:cubicBezTo>
                  <a:cubicBezTo>
                    <a:pt x="3337" y="1614"/>
                    <a:pt x="3337" y="1681"/>
                    <a:pt x="3337" y="1814"/>
                  </a:cubicBezTo>
                  <a:cubicBezTo>
                    <a:pt x="3303" y="2014"/>
                    <a:pt x="3237" y="2281"/>
                    <a:pt x="3170" y="2481"/>
                  </a:cubicBezTo>
                  <a:cubicBezTo>
                    <a:pt x="3136" y="2548"/>
                    <a:pt x="3103" y="2581"/>
                    <a:pt x="3036" y="2615"/>
                  </a:cubicBezTo>
                  <a:cubicBezTo>
                    <a:pt x="2936" y="2615"/>
                    <a:pt x="2870" y="2548"/>
                    <a:pt x="2836" y="2481"/>
                  </a:cubicBezTo>
                  <a:cubicBezTo>
                    <a:pt x="2669" y="2148"/>
                    <a:pt x="2736" y="1714"/>
                    <a:pt x="2970" y="1414"/>
                  </a:cubicBezTo>
                  <a:cubicBezTo>
                    <a:pt x="3003" y="1381"/>
                    <a:pt x="3070" y="1347"/>
                    <a:pt x="3136" y="1347"/>
                  </a:cubicBezTo>
                  <a:close/>
                  <a:moveTo>
                    <a:pt x="4276" y="0"/>
                  </a:moveTo>
                  <a:cubicBezTo>
                    <a:pt x="3887" y="0"/>
                    <a:pt x="3512" y="38"/>
                    <a:pt x="3136" y="113"/>
                  </a:cubicBezTo>
                  <a:cubicBezTo>
                    <a:pt x="2102" y="447"/>
                    <a:pt x="1102" y="914"/>
                    <a:pt x="234" y="1547"/>
                  </a:cubicBezTo>
                  <a:cubicBezTo>
                    <a:pt x="68" y="1614"/>
                    <a:pt x="1" y="1814"/>
                    <a:pt x="101" y="1948"/>
                  </a:cubicBezTo>
                  <a:cubicBezTo>
                    <a:pt x="134" y="2048"/>
                    <a:pt x="168" y="2114"/>
                    <a:pt x="201" y="2215"/>
                  </a:cubicBezTo>
                  <a:cubicBezTo>
                    <a:pt x="835" y="3249"/>
                    <a:pt x="1302" y="4383"/>
                    <a:pt x="1869" y="5450"/>
                  </a:cubicBezTo>
                  <a:lnTo>
                    <a:pt x="2269" y="6184"/>
                  </a:lnTo>
                  <a:cubicBezTo>
                    <a:pt x="2303" y="6284"/>
                    <a:pt x="2403" y="6384"/>
                    <a:pt x="2536" y="6451"/>
                  </a:cubicBezTo>
                  <a:cubicBezTo>
                    <a:pt x="2673" y="6528"/>
                    <a:pt x="2842" y="6561"/>
                    <a:pt x="3023" y="6561"/>
                  </a:cubicBezTo>
                  <a:cubicBezTo>
                    <a:pt x="3547" y="6561"/>
                    <a:pt x="4164" y="6282"/>
                    <a:pt x="4337" y="5984"/>
                  </a:cubicBezTo>
                  <a:cubicBezTo>
                    <a:pt x="4404" y="5817"/>
                    <a:pt x="4437" y="5650"/>
                    <a:pt x="4437" y="5484"/>
                  </a:cubicBezTo>
                  <a:lnTo>
                    <a:pt x="4437" y="4149"/>
                  </a:lnTo>
                  <a:cubicBezTo>
                    <a:pt x="4404" y="3415"/>
                    <a:pt x="4437" y="2648"/>
                    <a:pt x="4571" y="1948"/>
                  </a:cubicBezTo>
                  <a:cubicBezTo>
                    <a:pt x="4704" y="1447"/>
                    <a:pt x="4804" y="947"/>
                    <a:pt x="4938" y="447"/>
                  </a:cubicBezTo>
                  <a:cubicBezTo>
                    <a:pt x="5038" y="246"/>
                    <a:pt x="4871" y="13"/>
                    <a:pt x="4671" y="13"/>
                  </a:cubicBezTo>
                  <a:cubicBezTo>
                    <a:pt x="4537" y="5"/>
                    <a:pt x="4406" y="0"/>
                    <a:pt x="4276" y="0"/>
                  </a:cubicBezTo>
                  <a:close/>
                </a:path>
              </a:pathLst>
            </a:custGeom>
            <a:solidFill>
              <a:srgbClr val="F2D1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9" name="Google Shape;1219;p18"/>
            <p:cNvSpPr/>
            <p:nvPr/>
          </p:nvSpPr>
          <p:spPr>
            <a:xfrm rot="-432543">
              <a:off x="5367124" y="3519730"/>
              <a:ext cx="158276" cy="192526"/>
            </a:xfrm>
            <a:custGeom>
              <a:avLst/>
              <a:gdLst/>
              <a:ahLst/>
              <a:cxnLst/>
              <a:rect l="l" t="t" r="r" b="b"/>
              <a:pathLst>
                <a:path w="4404" h="5357" extrusionOk="0">
                  <a:moveTo>
                    <a:pt x="830" y="1"/>
                  </a:moveTo>
                  <a:cubicBezTo>
                    <a:pt x="668" y="1"/>
                    <a:pt x="490" y="100"/>
                    <a:pt x="200" y="283"/>
                  </a:cubicBezTo>
                  <a:cubicBezTo>
                    <a:pt x="167" y="316"/>
                    <a:pt x="134" y="350"/>
                    <a:pt x="100" y="383"/>
                  </a:cubicBezTo>
                  <a:cubicBezTo>
                    <a:pt x="0" y="450"/>
                    <a:pt x="0" y="583"/>
                    <a:pt x="34" y="683"/>
                  </a:cubicBezTo>
                  <a:cubicBezTo>
                    <a:pt x="67" y="783"/>
                    <a:pt x="100" y="883"/>
                    <a:pt x="167" y="984"/>
                  </a:cubicBezTo>
                  <a:cubicBezTo>
                    <a:pt x="667" y="1817"/>
                    <a:pt x="1034" y="2685"/>
                    <a:pt x="1501" y="3519"/>
                  </a:cubicBezTo>
                  <a:cubicBezTo>
                    <a:pt x="1735" y="3986"/>
                    <a:pt x="1968" y="4453"/>
                    <a:pt x="2202" y="4920"/>
                  </a:cubicBezTo>
                  <a:cubicBezTo>
                    <a:pt x="2356" y="5167"/>
                    <a:pt x="2626" y="5357"/>
                    <a:pt x="2956" y="5357"/>
                  </a:cubicBezTo>
                  <a:cubicBezTo>
                    <a:pt x="2982" y="5357"/>
                    <a:pt x="3009" y="5356"/>
                    <a:pt x="3036" y="5353"/>
                  </a:cubicBezTo>
                  <a:cubicBezTo>
                    <a:pt x="3336" y="5320"/>
                    <a:pt x="3636" y="5220"/>
                    <a:pt x="3903" y="5120"/>
                  </a:cubicBezTo>
                  <a:cubicBezTo>
                    <a:pt x="4070" y="5020"/>
                    <a:pt x="4203" y="4886"/>
                    <a:pt x="4303" y="4753"/>
                  </a:cubicBezTo>
                  <a:cubicBezTo>
                    <a:pt x="4403" y="4586"/>
                    <a:pt x="4403" y="4419"/>
                    <a:pt x="4237" y="4353"/>
                  </a:cubicBezTo>
                  <a:cubicBezTo>
                    <a:pt x="3803" y="4119"/>
                    <a:pt x="3503" y="3752"/>
                    <a:pt x="3303" y="3319"/>
                  </a:cubicBezTo>
                  <a:cubicBezTo>
                    <a:pt x="3236" y="3218"/>
                    <a:pt x="3169" y="3085"/>
                    <a:pt x="3136" y="2985"/>
                  </a:cubicBezTo>
                  <a:cubicBezTo>
                    <a:pt x="2902" y="2551"/>
                    <a:pt x="2702" y="2151"/>
                    <a:pt x="2469" y="1717"/>
                  </a:cubicBezTo>
                  <a:cubicBezTo>
                    <a:pt x="2202" y="1250"/>
                    <a:pt x="1902" y="817"/>
                    <a:pt x="1501" y="450"/>
                  </a:cubicBezTo>
                  <a:cubicBezTo>
                    <a:pt x="1193" y="142"/>
                    <a:pt x="1023" y="1"/>
                    <a:pt x="830" y="1"/>
                  </a:cubicBezTo>
                  <a:close/>
                </a:path>
              </a:pathLst>
            </a:custGeom>
            <a:solidFill>
              <a:srgbClr val="D69B2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0" name="Google Shape;1220;p18"/>
            <p:cNvSpPr/>
            <p:nvPr/>
          </p:nvSpPr>
          <p:spPr>
            <a:xfrm rot="-432543">
              <a:off x="5322361" y="3251897"/>
              <a:ext cx="115221" cy="101169"/>
            </a:xfrm>
            <a:custGeom>
              <a:avLst/>
              <a:gdLst/>
              <a:ahLst/>
              <a:cxnLst/>
              <a:rect l="l" t="t" r="r" b="b"/>
              <a:pathLst>
                <a:path w="3206" h="2815" extrusionOk="0">
                  <a:moveTo>
                    <a:pt x="1389" y="0"/>
                  </a:moveTo>
                  <a:cubicBezTo>
                    <a:pt x="1253" y="0"/>
                    <a:pt x="1136" y="69"/>
                    <a:pt x="1037" y="193"/>
                  </a:cubicBezTo>
                  <a:cubicBezTo>
                    <a:pt x="1" y="1134"/>
                    <a:pt x="708" y="2815"/>
                    <a:pt x="2046" y="2815"/>
                  </a:cubicBezTo>
                  <a:cubicBezTo>
                    <a:pt x="2130" y="2815"/>
                    <a:pt x="2216" y="2808"/>
                    <a:pt x="2304" y="2794"/>
                  </a:cubicBezTo>
                  <a:cubicBezTo>
                    <a:pt x="2538" y="2794"/>
                    <a:pt x="2771" y="2694"/>
                    <a:pt x="2972" y="2561"/>
                  </a:cubicBezTo>
                  <a:cubicBezTo>
                    <a:pt x="3138" y="2461"/>
                    <a:pt x="3205" y="2261"/>
                    <a:pt x="3172" y="2094"/>
                  </a:cubicBezTo>
                  <a:cubicBezTo>
                    <a:pt x="3138" y="1894"/>
                    <a:pt x="2972" y="1760"/>
                    <a:pt x="2771" y="1727"/>
                  </a:cubicBezTo>
                  <a:lnTo>
                    <a:pt x="2138" y="1727"/>
                  </a:lnTo>
                  <a:cubicBezTo>
                    <a:pt x="1671" y="1727"/>
                    <a:pt x="1471" y="1493"/>
                    <a:pt x="1604" y="1060"/>
                  </a:cubicBezTo>
                  <a:cubicBezTo>
                    <a:pt x="1637" y="860"/>
                    <a:pt x="1737" y="693"/>
                    <a:pt x="1804" y="493"/>
                  </a:cubicBezTo>
                  <a:cubicBezTo>
                    <a:pt x="1837" y="293"/>
                    <a:pt x="1737" y="59"/>
                    <a:pt x="1537" y="26"/>
                  </a:cubicBezTo>
                  <a:cubicBezTo>
                    <a:pt x="1486" y="9"/>
                    <a:pt x="1436" y="0"/>
                    <a:pt x="1389" y="0"/>
                  </a:cubicBezTo>
                  <a:close/>
                </a:path>
              </a:pathLst>
            </a:custGeom>
            <a:solidFill>
              <a:srgbClr val="181F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1" name="Google Shape;1221;p18"/>
            <p:cNvSpPr/>
            <p:nvPr/>
          </p:nvSpPr>
          <p:spPr>
            <a:xfrm rot="-432543">
              <a:off x="5446949" y="3512167"/>
              <a:ext cx="39605" cy="63684"/>
            </a:xfrm>
            <a:custGeom>
              <a:avLst/>
              <a:gdLst/>
              <a:ahLst/>
              <a:cxnLst/>
              <a:rect l="l" t="t" r="r" b="b"/>
              <a:pathLst>
                <a:path w="1102" h="1772" extrusionOk="0">
                  <a:moveTo>
                    <a:pt x="630" y="1"/>
                  </a:moveTo>
                  <a:cubicBezTo>
                    <a:pt x="422" y="1"/>
                    <a:pt x="227" y="130"/>
                    <a:pt x="167" y="339"/>
                  </a:cubicBezTo>
                  <a:cubicBezTo>
                    <a:pt x="67" y="539"/>
                    <a:pt x="34" y="773"/>
                    <a:pt x="34" y="1006"/>
                  </a:cubicBezTo>
                  <a:cubicBezTo>
                    <a:pt x="1" y="1240"/>
                    <a:pt x="67" y="1473"/>
                    <a:pt x="234" y="1640"/>
                  </a:cubicBezTo>
                  <a:cubicBezTo>
                    <a:pt x="323" y="1729"/>
                    <a:pt x="431" y="1772"/>
                    <a:pt x="536" y="1772"/>
                  </a:cubicBezTo>
                  <a:cubicBezTo>
                    <a:pt x="667" y="1772"/>
                    <a:pt x="794" y="1704"/>
                    <a:pt x="868" y="1574"/>
                  </a:cubicBezTo>
                  <a:cubicBezTo>
                    <a:pt x="1001" y="1207"/>
                    <a:pt x="1101" y="840"/>
                    <a:pt x="1101" y="473"/>
                  </a:cubicBezTo>
                  <a:cubicBezTo>
                    <a:pt x="1101" y="239"/>
                    <a:pt x="935" y="39"/>
                    <a:pt x="701" y="6"/>
                  </a:cubicBezTo>
                  <a:cubicBezTo>
                    <a:pt x="677" y="2"/>
                    <a:pt x="654" y="1"/>
                    <a:pt x="630" y="1"/>
                  </a:cubicBezTo>
                  <a:close/>
                </a:path>
              </a:pathLst>
            </a:custGeom>
            <a:solidFill>
              <a:srgbClr val="181F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2" name="Google Shape;1222;p18"/>
            <p:cNvSpPr/>
            <p:nvPr/>
          </p:nvSpPr>
          <p:spPr>
            <a:xfrm>
              <a:off x="3865575" y="3524784"/>
              <a:ext cx="1002125" cy="596900"/>
            </a:xfrm>
            <a:custGeom>
              <a:avLst/>
              <a:gdLst/>
              <a:ahLst/>
              <a:cxnLst/>
              <a:rect l="l" t="t" r="r" b="b"/>
              <a:pathLst>
                <a:path w="40085" h="23876" extrusionOk="0">
                  <a:moveTo>
                    <a:pt x="0" y="970"/>
                  </a:moveTo>
                  <a:cubicBezTo>
                    <a:pt x="14600" y="-3897"/>
                    <a:pt x="31549" y="11071"/>
                    <a:pt x="40085" y="23876"/>
                  </a:cubicBezTo>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18"/>
            <p:cNvSpPr/>
            <p:nvPr/>
          </p:nvSpPr>
          <p:spPr>
            <a:xfrm rot="-620901">
              <a:off x="3837864" y="3724245"/>
              <a:ext cx="885348" cy="527344"/>
            </a:xfrm>
            <a:custGeom>
              <a:avLst/>
              <a:gdLst/>
              <a:ahLst/>
              <a:cxnLst/>
              <a:rect l="l" t="t" r="r" b="b"/>
              <a:pathLst>
                <a:path w="40085" h="23876" extrusionOk="0">
                  <a:moveTo>
                    <a:pt x="0" y="970"/>
                  </a:moveTo>
                  <a:cubicBezTo>
                    <a:pt x="14600" y="-3897"/>
                    <a:pt x="31549" y="11071"/>
                    <a:pt x="40085" y="23876"/>
                  </a:cubicBezTo>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18"/>
            <p:cNvSpPr/>
            <p:nvPr/>
          </p:nvSpPr>
          <p:spPr>
            <a:xfrm rot="-1166654">
              <a:off x="4087670" y="4085823"/>
              <a:ext cx="530731" cy="278081"/>
            </a:xfrm>
            <a:custGeom>
              <a:avLst/>
              <a:gdLst/>
              <a:ahLst/>
              <a:cxnLst/>
              <a:rect l="l" t="t" r="r" b="b"/>
              <a:pathLst>
                <a:path w="40085" h="23876" extrusionOk="0">
                  <a:moveTo>
                    <a:pt x="0" y="970"/>
                  </a:moveTo>
                  <a:cubicBezTo>
                    <a:pt x="14600" y="-3897"/>
                    <a:pt x="31549" y="11071"/>
                    <a:pt x="40085" y="23876"/>
                  </a:cubicBezTo>
                </a:path>
              </a:pathLst>
            </a:cu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5" name="Google Shape;1225;p18"/>
          <p:cNvSpPr/>
          <p:nvPr/>
        </p:nvSpPr>
        <p:spPr>
          <a:xfrm>
            <a:off x="6003929"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p18"/>
          <p:cNvSpPr/>
          <p:nvPr/>
        </p:nvSpPr>
        <p:spPr>
          <a:xfrm>
            <a:off x="3145661" y="4843706"/>
            <a:ext cx="1603952" cy="348870"/>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p18"/>
          <p:cNvSpPr/>
          <p:nvPr/>
        </p:nvSpPr>
        <p:spPr>
          <a:xfrm>
            <a:off x="4669614" y="4886410"/>
            <a:ext cx="1407648" cy="306163"/>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18"/>
          <p:cNvSpPr/>
          <p:nvPr/>
        </p:nvSpPr>
        <p:spPr>
          <a:xfrm>
            <a:off x="2368255" y="4960727"/>
            <a:ext cx="1065936" cy="231849"/>
          </a:xfrm>
          <a:custGeom>
            <a:avLst/>
            <a:gdLst/>
            <a:ahLst/>
            <a:cxnLst/>
            <a:rect l="l" t="t" r="r" b="b"/>
            <a:pathLst>
              <a:path w="6147" h="1337" extrusionOk="0">
                <a:moveTo>
                  <a:pt x="2842" y="1"/>
                </a:moveTo>
                <a:lnTo>
                  <a:pt x="2259" y="924"/>
                </a:lnTo>
                <a:lnTo>
                  <a:pt x="1676" y="171"/>
                </a:lnTo>
                <a:lnTo>
                  <a:pt x="1191" y="972"/>
                </a:lnTo>
                <a:lnTo>
                  <a:pt x="535" y="365"/>
                </a:lnTo>
                <a:lnTo>
                  <a:pt x="0" y="1337"/>
                </a:lnTo>
                <a:lnTo>
                  <a:pt x="6146" y="1337"/>
                </a:lnTo>
                <a:lnTo>
                  <a:pt x="5587" y="268"/>
                </a:lnTo>
                <a:lnTo>
                  <a:pt x="4956" y="948"/>
                </a:lnTo>
                <a:cubicBezTo>
                  <a:pt x="4954" y="953"/>
                  <a:pt x="4951" y="956"/>
                  <a:pt x="4946" y="956"/>
                </a:cubicBezTo>
                <a:cubicBezTo>
                  <a:pt x="4857" y="956"/>
                  <a:pt x="4227" y="195"/>
                  <a:pt x="4227" y="195"/>
                </a:cubicBezTo>
                <a:lnTo>
                  <a:pt x="3620" y="900"/>
                </a:lnTo>
                <a:lnTo>
                  <a:pt x="28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Learning the Days of the Week by Slidesgo ">
  <a:themeElements>
    <a:clrScheme name="Simple Light">
      <a:dk1>
        <a:srgbClr val="000000"/>
      </a:dk1>
      <a:lt1>
        <a:srgbClr val="FFFFFF"/>
      </a:lt1>
      <a:dk2>
        <a:srgbClr val="BCDBF1"/>
      </a:dk2>
      <a:lt2>
        <a:srgbClr val="B4D5C9"/>
      </a:lt2>
      <a:accent1>
        <a:srgbClr val="86B98A"/>
      </a:accent1>
      <a:accent2>
        <a:srgbClr val="F6DC64"/>
      </a:accent2>
      <a:accent3>
        <a:srgbClr val="EEA74E"/>
      </a:accent3>
      <a:accent4>
        <a:srgbClr val="D9919A"/>
      </a:accent4>
      <a:accent5>
        <a:srgbClr val="D17D92"/>
      </a:accent5>
      <a:accent6>
        <a:srgbClr val="CDBBFC"/>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655D6D0CA8FDC84D832AA61A199B5A80" ma:contentTypeVersion="8" ma:contentTypeDescription="Tạo tài liệu mới." ma:contentTypeScope="" ma:versionID="9c4af1a3d9cc364d7ed98b1001d389ff">
  <xsd:schema xmlns:xsd="http://www.w3.org/2001/XMLSchema" xmlns:xs="http://www.w3.org/2001/XMLSchema" xmlns:p="http://schemas.microsoft.com/office/2006/metadata/properties" xmlns:ns2="107a1573-b758-4ac8-9a5b-c19fa9bc837f" xmlns:ns3="fc8d21d2-e81b-48f3-b5a3-5cadf2a7db1f" targetNamespace="http://schemas.microsoft.com/office/2006/metadata/properties" ma:root="true" ma:fieldsID="ad5c95a743ff80fe598ba79cea74f556" ns2:_="" ns3:_="">
    <xsd:import namespace="107a1573-b758-4ac8-9a5b-c19fa9bc837f"/>
    <xsd:import namespace="fc8d21d2-e81b-48f3-b5a3-5cadf2a7db1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7a1573-b758-4ac8-9a5b-c19fa9bc83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8d21d2-e81b-48f3-b5a3-5cadf2a7db1f" elementFormDefault="qualified">
    <xsd:import namespace="http://schemas.microsoft.com/office/2006/documentManagement/types"/>
    <xsd:import namespace="http://schemas.microsoft.com/office/infopath/2007/PartnerControls"/>
    <xsd:element name="SharedWithUsers" ma:index="14"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Chia sẻ Có Chi tiết"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C1B5255-B9C7-4E00-824F-6529780A1B4A}"/>
</file>

<file path=customXml/itemProps2.xml><?xml version="1.0" encoding="utf-8"?>
<ds:datastoreItem xmlns:ds="http://schemas.openxmlformats.org/officeDocument/2006/customXml" ds:itemID="{78DF1AB8-70C6-445D-A815-D877B6D792CD}"/>
</file>

<file path=customXml/itemProps3.xml><?xml version="1.0" encoding="utf-8"?>
<ds:datastoreItem xmlns:ds="http://schemas.openxmlformats.org/officeDocument/2006/customXml" ds:itemID="{F82CE671-645D-471C-BF35-9D6A7EFBE3B4}"/>
</file>

<file path=docProps/app.xml><?xml version="1.0" encoding="utf-8"?>
<Properties xmlns="http://schemas.openxmlformats.org/officeDocument/2006/extended-properties" xmlns:vt="http://schemas.openxmlformats.org/officeDocument/2006/docPropsVTypes">
  <TotalTime>345</TotalTime>
  <Words>1773</Words>
  <Application>Microsoft Office PowerPoint</Application>
  <PresentationFormat>Trình chiếu Trên màn hình (16:9)</PresentationFormat>
  <Paragraphs>174</Paragraphs>
  <Slides>44</Slides>
  <Notes>44</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44</vt:i4>
      </vt:variant>
    </vt:vector>
  </HeadingPairs>
  <TitlesOfParts>
    <vt:vector size="49" baseType="lpstr">
      <vt:lpstr>Arial</vt:lpstr>
      <vt:lpstr>Courier New</vt:lpstr>
      <vt:lpstr>Helvetica Neue</vt:lpstr>
      <vt:lpstr>Wingdings</vt:lpstr>
      <vt:lpstr>Learning the Days of the Week by Slidesgo </vt:lpstr>
      <vt:lpstr>A Hybrid Movie Recommendation System</vt:lpstr>
      <vt:lpstr>Nội dung</vt:lpstr>
      <vt:lpstr>Giới thiệu</vt:lpstr>
      <vt:lpstr>Bài toán 1: Gợi  ý đánh giá phim (Rating recommendation)</vt:lpstr>
      <vt:lpstr>Bài toán 2: Gợi ý phim (Movie recommendation)</vt:lpstr>
      <vt:lpstr>Dữ liệu</vt:lpstr>
      <vt:lpstr>DỮ LIỆU</vt:lpstr>
      <vt:lpstr>DỮ LIỆU</vt:lpstr>
      <vt:lpstr>Phương pháp</vt:lpstr>
      <vt:lpstr>Tổng quan phương pháp  </vt:lpstr>
      <vt:lpstr>Bản trình bày PowerPoint</vt:lpstr>
      <vt:lpstr>Bản trình bày PowerPoint</vt:lpstr>
      <vt:lpstr>Lọc dựa trên nội dung (Content-based filtering)</vt:lpstr>
      <vt:lpstr>Lọc dựa trên nội dung (Content-based filtering)</vt:lpstr>
      <vt:lpstr>Bản trình bày PowerPoint</vt:lpstr>
      <vt:lpstr>Collaborative filtering</vt:lpstr>
      <vt:lpstr>Bản trình bày PowerPoint</vt:lpstr>
      <vt:lpstr>Bản trình bày PowerPoint</vt:lpstr>
      <vt:lpstr>Collaborative filtering – items-based</vt:lpstr>
      <vt:lpstr>Collaborative filtering – items-based</vt:lpstr>
      <vt:lpstr>Collaborative filtering – items-based</vt:lpstr>
      <vt:lpstr>Collaborative filtering – items-based</vt:lpstr>
      <vt:lpstr>Collaborative filtering – items-based</vt:lpstr>
      <vt:lpstr>Collaborative filtering – items-based</vt:lpstr>
      <vt:lpstr>Collaborative filtering – items-based</vt:lpstr>
      <vt:lpstr>Collaborative filtering – items-based</vt:lpstr>
      <vt:lpstr>Collaborative filtering – items-based</vt:lpstr>
      <vt:lpstr>Collaborative filtering – items-based</vt:lpstr>
      <vt:lpstr>Bản trình bày PowerPoint</vt:lpstr>
      <vt:lpstr>Collaborative filtering – users-based</vt:lpstr>
      <vt:lpstr>Collaborative filtering – users-based</vt:lpstr>
      <vt:lpstr>Collaborative filtering – users-based</vt:lpstr>
      <vt:lpstr>Collaborative filtering – users-based</vt:lpstr>
      <vt:lpstr>Collaborative filtering – users-based</vt:lpstr>
      <vt:lpstr>Collaborative filtering – users-based</vt:lpstr>
      <vt:lpstr>Bản trình bày PowerPoint</vt:lpstr>
      <vt:lpstr>Collaborative filtering – Model-based</vt:lpstr>
      <vt:lpstr>Hybrid recommender</vt:lpstr>
      <vt:lpstr>Kết quả thực nghiệm</vt:lpstr>
      <vt:lpstr>Kết quả thực nghiệm</vt:lpstr>
      <vt:lpstr>Kết luận và hướng phát triển</vt:lpstr>
      <vt:lpstr>Kết luận</vt:lpstr>
      <vt:lpstr>Hướng phát triển</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MovieLens</dc:title>
  <cp:lastModifiedBy>Võ Kiều Hoa</cp:lastModifiedBy>
  <cp:revision>26</cp:revision>
  <dcterms:modified xsi:type="dcterms:W3CDTF">2021-07-26T05:24:40Z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0x010100655D6D0CA8FDC84D832AA61A199B5A80</vt:lpwstr>
  </property>
</Properties>
</file>